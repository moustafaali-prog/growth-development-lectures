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8.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10.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theme/theme11.xml" ContentType="application/vnd.openxmlformats-officedocument.theme+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12.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theme/theme13.xml" ContentType="application/vnd.openxmlformats-officedocument.theme+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theme/theme14.xml" ContentType="application/vnd.openxmlformats-officedocument.theme+xml"/>
  <Override PartName="/ppt/theme/theme1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837" r:id="rId1"/>
    <p:sldMasterId id="2147483866" r:id="rId2"/>
    <p:sldMasterId id="2147483878" r:id="rId3"/>
    <p:sldMasterId id="2147483890" r:id="rId4"/>
    <p:sldMasterId id="2147483902" r:id="rId5"/>
    <p:sldMasterId id="2147483914" r:id="rId6"/>
    <p:sldMasterId id="2147483926" r:id="rId7"/>
    <p:sldMasterId id="2147483938" r:id="rId8"/>
    <p:sldMasterId id="2147483950" r:id="rId9"/>
    <p:sldMasterId id="2147483962" r:id="rId10"/>
    <p:sldMasterId id="2147483974" r:id="rId11"/>
    <p:sldMasterId id="2147483986" r:id="rId12"/>
    <p:sldMasterId id="2147484779" r:id="rId13"/>
    <p:sldMasterId id="2147484790" r:id="rId14"/>
  </p:sldMasterIdLst>
  <p:notesMasterIdLst>
    <p:notesMasterId r:id="rId45"/>
  </p:notesMasterIdLst>
  <p:sldIdLst>
    <p:sldId id="256" r:id="rId15"/>
    <p:sldId id="315" r:id="rId16"/>
    <p:sldId id="257" r:id="rId17"/>
    <p:sldId id="280" r:id="rId18"/>
    <p:sldId id="281" r:id="rId19"/>
    <p:sldId id="292" r:id="rId20"/>
    <p:sldId id="282" r:id="rId21"/>
    <p:sldId id="293" r:id="rId22"/>
    <p:sldId id="283" r:id="rId23"/>
    <p:sldId id="284" r:id="rId24"/>
    <p:sldId id="285" r:id="rId25"/>
    <p:sldId id="286" r:id="rId26"/>
    <p:sldId id="312" r:id="rId27"/>
    <p:sldId id="313" r:id="rId28"/>
    <p:sldId id="314" r:id="rId29"/>
    <p:sldId id="311" r:id="rId30"/>
    <p:sldId id="291" r:id="rId31"/>
    <p:sldId id="295" r:id="rId32"/>
    <p:sldId id="318" r:id="rId33"/>
    <p:sldId id="319" r:id="rId34"/>
    <p:sldId id="320" r:id="rId35"/>
    <p:sldId id="321" r:id="rId36"/>
    <p:sldId id="322" r:id="rId37"/>
    <p:sldId id="323" r:id="rId38"/>
    <p:sldId id="324" r:id="rId39"/>
    <p:sldId id="325" r:id="rId40"/>
    <p:sldId id="326" r:id="rId41"/>
    <p:sldId id="327" r:id="rId42"/>
    <p:sldId id="328" r:id="rId43"/>
    <p:sldId id="262" r:id="rId44"/>
  </p:sldIdLst>
  <p:sldSz cx="12192000" cy="6858000"/>
  <p:notesSz cx="6858000" cy="9144000"/>
  <p:defaultTextStyle>
    <a:defPPr>
      <a:defRPr lang="ar-SA"/>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Verdana" panose="020B060403050404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Verdana" panose="020B060403050404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Verdana" panose="020B060403050404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5F5"/>
    <a:srgbClr val="FF0066"/>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72346" autoAdjust="0"/>
  </p:normalViewPr>
  <p:slideViewPr>
    <p:cSldViewPr>
      <p:cViewPr varScale="1">
        <p:scale>
          <a:sx n="46" d="100"/>
          <a:sy n="46" d="100"/>
        </p:scale>
        <p:origin x="1554" y="4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4.xml"/><Relationship Id="rId26" Type="http://schemas.openxmlformats.org/officeDocument/2006/relationships/slide" Target="slides/slide12.xml"/><Relationship Id="rId39" Type="http://schemas.openxmlformats.org/officeDocument/2006/relationships/slide" Target="slides/slide25.xml"/><Relationship Id="rId21" Type="http://schemas.openxmlformats.org/officeDocument/2006/relationships/slide" Target="slides/slide7.xml"/><Relationship Id="rId34" Type="http://schemas.openxmlformats.org/officeDocument/2006/relationships/slide" Target="slides/slide20.xml"/><Relationship Id="rId42" Type="http://schemas.openxmlformats.org/officeDocument/2006/relationships/slide" Target="slides/slide28.xml"/><Relationship Id="rId47"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2.xml"/><Relationship Id="rId29" Type="http://schemas.openxmlformats.org/officeDocument/2006/relationships/slide" Target="slides/slide15.xml"/><Relationship Id="rId11" Type="http://schemas.openxmlformats.org/officeDocument/2006/relationships/slideMaster" Target="slideMasters/slideMaster11.xml"/><Relationship Id="rId24" Type="http://schemas.openxmlformats.org/officeDocument/2006/relationships/slide" Target="slides/slide10.xml"/><Relationship Id="rId32" Type="http://schemas.openxmlformats.org/officeDocument/2006/relationships/slide" Target="slides/slide18.xml"/><Relationship Id="rId37" Type="http://schemas.openxmlformats.org/officeDocument/2006/relationships/slide" Target="slides/slide23.xml"/><Relationship Id="rId40" Type="http://schemas.openxmlformats.org/officeDocument/2006/relationships/slide" Target="slides/slide26.xml"/><Relationship Id="rId45"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1.xml"/><Relationship Id="rId23" Type="http://schemas.openxmlformats.org/officeDocument/2006/relationships/slide" Target="slides/slide9.xml"/><Relationship Id="rId28" Type="http://schemas.openxmlformats.org/officeDocument/2006/relationships/slide" Target="slides/slide14.xml"/><Relationship Id="rId36" Type="http://schemas.openxmlformats.org/officeDocument/2006/relationships/slide" Target="slides/slide22.xml"/><Relationship Id="rId49" Type="http://schemas.openxmlformats.org/officeDocument/2006/relationships/tableStyles" Target="tableStyles.xml"/><Relationship Id="rId10" Type="http://schemas.openxmlformats.org/officeDocument/2006/relationships/slideMaster" Target="slideMasters/slideMaster10.xml"/><Relationship Id="rId19" Type="http://schemas.openxmlformats.org/officeDocument/2006/relationships/slide" Target="slides/slide5.xml"/><Relationship Id="rId31" Type="http://schemas.openxmlformats.org/officeDocument/2006/relationships/slide" Target="slides/slide17.xml"/><Relationship Id="rId44" Type="http://schemas.openxmlformats.org/officeDocument/2006/relationships/slide" Target="slides/slide3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8.xml"/><Relationship Id="rId27" Type="http://schemas.openxmlformats.org/officeDocument/2006/relationships/slide" Target="slides/slide13.xml"/><Relationship Id="rId30" Type="http://schemas.openxmlformats.org/officeDocument/2006/relationships/slide" Target="slides/slide16.xml"/><Relationship Id="rId35" Type="http://schemas.openxmlformats.org/officeDocument/2006/relationships/slide" Target="slides/slide21.xml"/><Relationship Id="rId43" Type="http://schemas.openxmlformats.org/officeDocument/2006/relationships/slide" Target="slides/slide29.xml"/><Relationship Id="rId48" Type="http://schemas.openxmlformats.org/officeDocument/2006/relationships/theme" Target="theme/theme1.xml"/><Relationship Id="rId8" Type="http://schemas.openxmlformats.org/officeDocument/2006/relationships/slideMaster" Target="slideMasters/slideMaster8.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3.xml"/><Relationship Id="rId25" Type="http://schemas.openxmlformats.org/officeDocument/2006/relationships/slide" Target="slides/slide11.xml"/><Relationship Id="rId33" Type="http://schemas.openxmlformats.org/officeDocument/2006/relationships/slide" Target="slides/slide19.xml"/><Relationship Id="rId38" Type="http://schemas.openxmlformats.org/officeDocument/2006/relationships/slide" Target="slides/slide24.xml"/><Relationship Id="rId46" Type="http://schemas.openxmlformats.org/officeDocument/2006/relationships/presProps" Target="presProps.xml"/><Relationship Id="rId20" Type="http://schemas.openxmlformats.org/officeDocument/2006/relationships/slide" Target="slides/slide6.xml"/><Relationship Id="rId41"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1D3E1F19-1DAD-16D9-1BC8-13539CBCA57D}"/>
              </a:ext>
            </a:extLst>
          </p:cNvPr>
          <p:cNvSpPr>
            <a:spLocks noGrp="1" noChangeArrowheads="1"/>
          </p:cNvSpPr>
          <p:nvPr>
            <p:ph type="hdr" sz="quarter"/>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rtl="1" eaLnBrk="1" hangingPunct="1">
              <a:defRPr sz="1200">
                <a:latin typeface="Arial" pitchFamily="34" charset="0"/>
                <a:cs typeface="Arial" pitchFamily="34" charset="0"/>
              </a:defRPr>
            </a:lvl1pPr>
          </a:lstStyle>
          <a:p>
            <a:pPr>
              <a:defRPr/>
            </a:pPr>
            <a:endParaRPr lang="en-US"/>
          </a:p>
        </p:txBody>
      </p:sp>
      <p:sp>
        <p:nvSpPr>
          <p:cNvPr id="48131" name="Rectangle 3">
            <a:extLst>
              <a:ext uri="{FF2B5EF4-FFF2-40B4-BE49-F238E27FC236}">
                <a16:creationId xmlns:a16="http://schemas.microsoft.com/office/drawing/2014/main" id="{D22699ED-122A-25E3-E51D-67E151F4D4B3}"/>
              </a:ext>
            </a:extLst>
          </p:cNvPr>
          <p:cNvSpPr>
            <a:spLocks noGrp="1" noChangeArrowheads="1"/>
          </p:cNvSpPr>
          <p:nvPr>
            <p:ph type="dt" idx="1"/>
          </p:nvPr>
        </p:nvSpPr>
        <p:spPr bwMode="auto">
          <a:xfrm>
            <a:off x="1588"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rtl="1" eaLnBrk="1" hangingPunct="1">
              <a:defRPr sz="1200">
                <a:latin typeface="Arial" pitchFamily="34" charset="0"/>
                <a:cs typeface="Arial" pitchFamily="34" charset="0"/>
              </a:defRPr>
            </a:lvl1pPr>
          </a:lstStyle>
          <a:p>
            <a:pPr>
              <a:defRPr/>
            </a:pPr>
            <a:endParaRPr lang="en-US"/>
          </a:p>
        </p:txBody>
      </p:sp>
      <p:sp>
        <p:nvSpPr>
          <p:cNvPr id="171012" name="Rectangle 4">
            <a:extLst>
              <a:ext uri="{FF2B5EF4-FFF2-40B4-BE49-F238E27FC236}">
                <a16:creationId xmlns:a16="http://schemas.microsoft.com/office/drawing/2014/main" id="{E283C274-F08C-5E3C-5064-9D2C0A6DE2DE}"/>
              </a:ext>
            </a:extLst>
          </p:cNvPr>
          <p:cNvSpPr>
            <a:spLocks noRo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3" name="Rectangle 5">
            <a:extLst>
              <a:ext uri="{FF2B5EF4-FFF2-40B4-BE49-F238E27FC236}">
                <a16:creationId xmlns:a16="http://schemas.microsoft.com/office/drawing/2014/main" id="{A8F60CAD-6B29-1E92-D3FD-043E6843BB3F}"/>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a:extLst>
              <a:ext uri="{FF2B5EF4-FFF2-40B4-BE49-F238E27FC236}">
                <a16:creationId xmlns:a16="http://schemas.microsoft.com/office/drawing/2014/main" id="{17B8C417-E6ED-F481-D6A3-C82BC88A7131}"/>
              </a:ext>
            </a:extLst>
          </p:cNvPr>
          <p:cNvSpPr>
            <a:spLocks noGrp="1" noChangeArrowheads="1"/>
          </p:cNvSpPr>
          <p:nvPr>
            <p:ph type="ftr" sz="quarter" idx="4"/>
          </p:nvPr>
        </p:nvSpPr>
        <p:spPr bwMode="auto">
          <a:xfrm>
            <a:off x="388620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rtl="1" eaLnBrk="1" hangingPunct="1">
              <a:defRPr sz="1200">
                <a:latin typeface="Arial" pitchFamily="34" charset="0"/>
                <a:cs typeface="Arial" pitchFamily="34" charset="0"/>
              </a:defRPr>
            </a:lvl1pPr>
          </a:lstStyle>
          <a:p>
            <a:pPr>
              <a:defRPr/>
            </a:pPr>
            <a:endParaRPr lang="en-US"/>
          </a:p>
        </p:txBody>
      </p:sp>
      <p:sp>
        <p:nvSpPr>
          <p:cNvPr id="48135" name="Rectangle 7">
            <a:extLst>
              <a:ext uri="{FF2B5EF4-FFF2-40B4-BE49-F238E27FC236}">
                <a16:creationId xmlns:a16="http://schemas.microsoft.com/office/drawing/2014/main" id="{ECF36AFB-26DD-B4F8-9E67-4DE406576AC2}"/>
              </a:ext>
            </a:extLst>
          </p:cNvPr>
          <p:cNvSpPr>
            <a:spLocks noGrp="1" noChangeArrowheads="1"/>
          </p:cNvSpPr>
          <p:nvPr>
            <p:ph type="sldNum" sz="quarter" idx="5"/>
          </p:nvPr>
        </p:nvSpPr>
        <p:spPr bwMode="auto">
          <a:xfrm>
            <a:off x="1588"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rtl="1" eaLnBrk="1" hangingPunct="1">
              <a:defRPr sz="1200">
                <a:latin typeface="Arial" panose="020B0604020202020204" pitchFamily="34" charset="0"/>
              </a:defRPr>
            </a:lvl1pPr>
          </a:lstStyle>
          <a:p>
            <a:pPr>
              <a:defRPr/>
            </a:pPr>
            <a:fld id="{0BD20818-5DDF-4166-BA6A-EBE1A1B9D30E}"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200" algn="r" rtl="1"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400" algn="r" rtl="1"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600" algn="r" rtl="1"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800" algn="r" rtl="1"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a:extLst>
              <a:ext uri="{FF2B5EF4-FFF2-40B4-BE49-F238E27FC236}">
                <a16:creationId xmlns:a16="http://schemas.microsoft.com/office/drawing/2014/main" id="{BE5C3AD0-BA10-5E26-0116-AB8A9CE1AF4D}"/>
              </a:ext>
            </a:extLst>
          </p:cNvPr>
          <p:cNvSpPr>
            <a:spLocks noGrp="1" noRot="1" noChangeAspect="1" noChangeArrowheads="1" noTextEdit="1"/>
          </p:cNvSpPr>
          <p:nvPr>
            <p:ph type="sldImg"/>
          </p:nvPr>
        </p:nvSpPr>
        <p:spPr>
          <a:ln/>
        </p:spPr>
      </p:sp>
      <p:sp>
        <p:nvSpPr>
          <p:cNvPr id="173059" name="Notes Placeholder 2">
            <a:extLst>
              <a:ext uri="{FF2B5EF4-FFF2-40B4-BE49-F238E27FC236}">
                <a16:creationId xmlns:a16="http://schemas.microsoft.com/office/drawing/2014/main" id="{03AB156B-C4E2-5CE6-2FC4-BD4A8B9DBA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IQ"/>
          </a:p>
        </p:txBody>
      </p:sp>
      <p:sp>
        <p:nvSpPr>
          <p:cNvPr id="4" name="Slide Number Placeholder 3">
            <a:extLst>
              <a:ext uri="{FF2B5EF4-FFF2-40B4-BE49-F238E27FC236}">
                <a16:creationId xmlns:a16="http://schemas.microsoft.com/office/drawing/2014/main" id="{1A63BF9B-74C3-03BB-DDEC-17E7FE10D9A3}"/>
              </a:ext>
            </a:extLst>
          </p:cNvPr>
          <p:cNvSpPr>
            <a:spLocks noGrp="1"/>
          </p:cNvSpPr>
          <p:nvPr>
            <p:ph type="sldNum" sz="quarter" idx="5"/>
          </p:nvPr>
        </p:nvSpPr>
        <p:spPr/>
        <p:txBody>
          <a:bodyPr/>
          <a:lstStyle/>
          <a:p>
            <a:pPr algn="r" rtl="0" fontAlgn="auto">
              <a:spcBef>
                <a:spcPts val="0"/>
              </a:spcBef>
              <a:spcAft>
                <a:spcPts val="0"/>
              </a:spcAft>
              <a:defRPr/>
            </a:pPr>
            <a:fld id="{FE43B3A7-F51B-4837-BD02-5E03811995E7}" type="slidenum">
              <a:rPr lang="en-US" smtClean="0">
                <a:solidFill>
                  <a:prstClr val="black"/>
                </a:solidFill>
                <a:latin typeface="Calibri" panose="020F0502020204030204"/>
                <a:cs typeface="+mn-cs"/>
              </a:rPr>
              <a:pPr algn="r" rtl="0" fontAlgn="auto">
                <a:spcBef>
                  <a:spcPts val="0"/>
                </a:spcBef>
                <a:spcAft>
                  <a:spcPts val="0"/>
                </a:spcAft>
                <a:defRPr/>
              </a:pPr>
              <a:t>1</a:t>
            </a:fld>
            <a:endParaRPr lang="en-US" dirty="0">
              <a:solidFill>
                <a:prstClr val="black"/>
              </a:solidFill>
              <a:latin typeface="Calibri" panose="020F0502020204030204"/>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عنصر نائب لصورة الشريحة 1">
            <a:extLst>
              <a:ext uri="{FF2B5EF4-FFF2-40B4-BE49-F238E27FC236}">
                <a16:creationId xmlns:a16="http://schemas.microsoft.com/office/drawing/2014/main" id="{767ECCB7-F0C5-9D03-764C-13347EC1E6C2}"/>
              </a:ext>
            </a:extLst>
          </p:cNvPr>
          <p:cNvSpPr>
            <a:spLocks noGrp="1" noRot="1" noChangeAspect="1" noChangeArrowheads="1" noTextEdit="1"/>
          </p:cNvSpPr>
          <p:nvPr>
            <p:ph type="sldImg"/>
          </p:nvPr>
        </p:nvSpPr>
        <p:spPr>
          <a:ln/>
        </p:spPr>
      </p:sp>
      <p:sp>
        <p:nvSpPr>
          <p:cNvPr id="179203" name="عنصر نائب للملاحظات 2">
            <a:extLst>
              <a:ext uri="{FF2B5EF4-FFF2-40B4-BE49-F238E27FC236}">
                <a16:creationId xmlns:a16="http://schemas.microsoft.com/office/drawing/2014/main" id="{106B5CC0-A7A8-6CCC-2362-CA018EC856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rtl="0"/>
            <a:r>
              <a:rPr lang="en-US" altLang="ar-IQ" b="1"/>
              <a:t>1. Growth and development are continuous processes</a:t>
            </a:r>
          </a:p>
          <a:p>
            <a:pPr algn="l" rtl="0">
              <a:buFontTx/>
              <a:buChar char="•"/>
            </a:pPr>
            <a:r>
              <a:rPr lang="en-US" altLang="ar-IQ" b="1"/>
              <a:t>Meaning:</a:t>
            </a:r>
            <a:r>
              <a:rPr lang="en-US" altLang="ar-IQ"/>
              <a:t> From conception until death, human beings go through continuous change: cells divide, organs grow, abilities develop, functions mature. There are no “gaps” in development; even when change seems slow or hidden, internal processes keep going.</a:t>
            </a:r>
          </a:p>
          <a:p>
            <a:pPr algn="l" rtl="0">
              <a:buFontTx/>
              <a:buChar char="•"/>
            </a:pPr>
            <a:r>
              <a:rPr lang="en-US" altLang="ar-IQ" b="1"/>
              <a:t>Importance in nursing:</a:t>
            </a:r>
            <a:r>
              <a:rPr lang="en-US" altLang="ar-IQ"/>
              <a:t> There is no age at which growth or development stops; even adolescents or adults continue to change (e.g. psychosocially, cognitively). So in pediatric nursing, knowing that earlier periods set the stage for later ones is essential.</a:t>
            </a:r>
          </a:p>
          <a:p>
            <a:pPr algn="l" rtl="0"/>
            <a:br>
              <a:rPr lang="en-US" altLang="ar-IQ"/>
            </a:br>
            <a:endParaRPr lang="en-US" altLang="ar-IQ"/>
          </a:p>
          <a:p>
            <a:pPr algn="l" rtl="0"/>
            <a:r>
              <a:rPr lang="en-US" altLang="ar-IQ" b="1"/>
              <a:t>2. Each child has his/her own rate of growth and development</a:t>
            </a:r>
          </a:p>
          <a:p>
            <a:pPr algn="l" rtl="0">
              <a:buFontTx/>
              <a:buChar char="•"/>
            </a:pPr>
            <a:r>
              <a:rPr lang="en-US" altLang="ar-IQ" b="1"/>
              <a:t>Meaning:</a:t>
            </a:r>
            <a:r>
              <a:rPr lang="en-US" altLang="ar-IQ"/>
              <a:t> Although there are typical milestones and “norms,” children differ in how fast or slow they reach them. Genetic inheritance, nutrition, health status, environment, cultural context all affect the rate.</a:t>
            </a:r>
          </a:p>
          <a:p>
            <a:pPr algn="l" rtl="0">
              <a:buFontTx/>
              <a:buChar char="•"/>
            </a:pPr>
            <a:r>
              <a:rPr lang="en-US" altLang="ar-IQ" b="1"/>
              <a:t>Example:</a:t>
            </a:r>
            <a:r>
              <a:rPr lang="en-US" altLang="ar-IQ"/>
              <a:t> Two 3-year-olds: one might speak full sentences, another still combining two words. Both might be “normal” if within the accepted range.</a:t>
            </a:r>
          </a:p>
          <a:p>
            <a:pPr algn="l" rtl="0">
              <a:buFontTx/>
              <a:buChar char="•"/>
            </a:pPr>
            <a:r>
              <a:rPr lang="en-US" altLang="ar-IQ" b="1"/>
              <a:t>Why it matters:</a:t>
            </a:r>
            <a:r>
              <a:rPr lang="en-US" altLang="ar-IQ"/>
              <a:t> Nurses must avoid comparing children harshly; must use range of expected ages, look for red flags rather than exact match. Be alert to delays, but respect individual variation.</a:t>
            </a:r>
          </a:p>
          <a:p>
            <a:pPr algn="l" rtl="0"/>
            <a:br>
              <a:rPr lang="en-US" altLang="ar-IQ"/>
            </a:br>
            <a:endParaRPr lang="en-US" altLang="ar-IQ"/>
          </a:p>
          <a:p>
            <a:pPr algn="l" rtl="0"/>
            <a:r>
              <a:rPr lang="en-US" altLang="ar-IQ" b="1"/>
              <a:t>3. Growth and development are synchronous, yet different parts/domains develop at different rates</a:t>
            </a:r>
          </a:p>
          <a:p>
            <a:pPr algn="l" rtl="0">
              <a:buFontTx/>
              <a:buChar char="•"/>
            </a:pPr>
            <a:r>
              <a:rPr lang="en-US" altLang="ar-IQ" b="1"/>
              <a:t>Meaning:</a:t>
            </a:r>
            <a:r>
              <a:rPr lang="en-US" altLang="ar-IQ"/>
              <a:t> “Synchronous” here means that growth (physical size, bodily parts) and development (functional / behavioral / cognitive changes) occur together, but the pace by which different parts or domains change is not uniform. Each body part (or system) has its own timetable. Some parts mature early, others later. Some skills emerge earlier than others.</a:t>
            </a:r>
          </a:p>
          <a:p>
            <a:pPr algn="l" rtl="0">
              <a:buFontTx/>
              <a:buChar char="•"/>
            </a:pPr>
            <a:r>
              <a:rPr lang="en-US" altLang="ar-IQ" b="1"/>
              <a:t>Example:</a:t>
            </a:r>
            <a:r>
              <a:rPr lang="en-US" altLang="ar-IQ"/>
              <a:t> Infants gain head control before trunk control; infants may hear early but speech comes later; emotional / social skills may lag behind physical/motor skills.</a:t>
            </a:r>
          </a:p>
          <a:p>
            <a:pPr algn="l" rtl="0">
              <a:buFontTx/>
              <a:buChar char="•"/>
            </a:pPr>
            <a:r>
              <a:rPr lang="en-US" altLang="ar-IQ" b="1"/>
              <a:t>Nursing implication:</a:t>
            </a:r>
            <a:r>
              <a:rPr lang="en-US" altLang="ar-IQ"/>
              <a:t> Assessment must cover multiple domains (physical, motor, cognitive, emotional). A delay in one domain doesn’t always mean global delay but needs evaluation.</a:t>
            </a:r>
          </a:p>
          <a:p>
            <a:pPr algn="l" rtl="0"/>
            <a:br>
              <a:rPr lang="en-US" altLang="ar-IQ"/>
            </a:br>
            <a:endParaRPr lang="en-US" altLang="ar-IQ"/>
          </a:p>
          <a:p>
            <a:pPr algn="l" rtl="0"/>
            <a:r>
              <a:rPr lang="en-US" altLang="ar-IQ" b="1"/>
              <a:t>4. All domains of growth &amp; development are interrelated (physical, psychosocial, cognitive, motor) to meet the child’s basic physiological needs</a:t>
            </a:r>
          </a:p>
          <a:p>
            <a:pPr algn="l" rtl="0">
              <a:buFontTx/>
              <a:buChar char="•"/>
            </a:pPr>
            <a:r>
              <a:rPr lang="en-US" altLang="ar-IQ" b="1"/>
              <a:t>Meaning:</a:t>
            </a:r>
            <a:r>
              <a:rPr lang="en-US" altLang="ar-IQ"/>
              <a:t> The child does not grow in only one area; the physical growth, motor abilities, cognitive readiness, social / emotional maturity interact. Physical growth permits motor skills; motor skills enable exploration; exploration fosters cognitive learning, which supports social skills, and so on. Also, basic physiological needs (nutrition, sleep, health) enable all domains.</a:t>
            </a:r>
          </a:p>
          <a:p>
            <a:pPr algn="l" rtl="0">
              <a:buFontTx/>
              <a:buChar char="•"/>
            </a:pPr>
            <a:r>
              <a:rPr lang="en-US" altLang="ar-IQ" b="1"/>
              <a:t>Example:</a:t>
            </a:r>
            <a:r>
              <a:rPr lang="en-US" altLang="ar-IQ"/>
              <a:t> A child who is undernourished may have stunted physical growth, which affects motor skills (weak muscles), which in turn restricts ability to explore, leading to less environmental stimulation, possibly slower cognitive / social development.</a:t>
            </a:r>
          </a:p>
          <a:p>
            <a:pPr algn="l" rtl="0">
              <a:buFontTx/>
              <a:buChar char="•"/>
            </a:pPr>
            <a:r>
              <a:rPr lang="en-US" altLang="ar-IQ" b="1"/>
              <a:t>Clinical relevance:</a:t>
            </a:r>
            <a:r>
              <a:rPr lang="en-US" altLang="ar-IQ"/>
              <a:t> Interventions that ignore one domain (e.g. cognitive) may fail if another domain (like nutrition / physical health) is impaired.</a:t>
            </a:r>
          </a:p>
          <a:p>
            <a:pPr algn="l" rtl="0"/>
            <a:br>
              <a:rPr lang="en-US" altLang="ar-IQ"/>
            </a:br>
            <a:endParaRPr lang="en-US" altLang="ar-IQ"/>
          </a:p>
          <a:p>
            <a:pPr algn="l" rtl="0"/>
            <a:r>
              <a:rPr lang="en-US" altLang="ar-IQ" b="1"/>
              <a:t>5. Children’s behavior is directed toward competence</a:t>
            </a:r>
          </a:p>
          <a:p>
            <a:pPr algn="l" rtl="0">
              <a:buFontTx/>
              <a:buChar char="•"/>
            </a:pPr>
            <a:r>
              <a:rPr lang="en-US" altLang="ar-IQ" b="1"/>
              <a:t>Meaning:</a:t>
            </a:r>
            <a:r>
              <a:rPr lang="en-US" altLang="ar-IQ"/>
              <a:t> Children naturally strive to master tasks, gain new skills, become more independent. Behavior is often goal-oriented: to do things themselves, to assert autonomy, to explore, learn.</a:t>
            </a:r>
          </a:p>
          <a:p>
            <a:pPr algn="l" rtl="0">
              <a:buFontTx/>
              <a:buChar char="•"/>
            </a:pPr>
            <a:r>
              <a:rPr lang="en-US" altLang="ar-IQ" b="1"/>
              <a:t>Example:</a:t>
            </a:r>
            <a:r>
              <a:rPr lang="en-US" altLang="ar-IQ"/>
              <a:t> A toddler insisting on feeding him/herself, wanting to dress, wanting to help, even if not perfectly. This drive to competence is part of psychosocial development (e.g. autonomy vs shame in Erikson).</a:t>
            </a:r>
          </a:p>
          <a:p>
            <a:pPr algn="l" rtl="0">
              <a:buFontTx/>
              <a:buChar char="•"/>
            </a:pPr>
            <a:r>
              <a:rPr lang="en-US" altLang="ar-IQ" b="1"/>
              <a:t>Nursing use:</a:t>
            </a:r>
            <a:r>
              <a:rPr lang="en-US" altLang="ar-IQ"/>
              <a:t> Support and encourage age-appropriate autonomy. Offer choices, allow safe trial and error, foster self-care.</a:t>
            </a:r>
          </a:p>
          <a:p>
            <a:pPr algn="l" rtl="0"/>
            <a:br>
              <a:rPr lang="en-US" altLang="ar-IQ"/>
            </a:br>
            <a:endParaRPr lang="en-US" altLang="ar-IQ"/>
          </a:p>
          <a:p>
            <a:pPr algn="l" rtl="0"/>
            <a:r>
              <a:rPr lang="en-US" altLang="ar-IQ" b="1"/>
              <a:t>6. Growth &amp; development progress from the midline to periphery (proximal → distal)</a:t>
            </a:r>
          </a:p>
          <a:p>
            <a:pPr algn="l" rtl="0">
              <a:buFontTx/>
              <a:buChar char="•"/>
            </a:pPr>
            <a:r>
              <a:rPr lang="en-US" altLang="ar-IQ" b="1"/>
              <a:t>Meaning:</a:t>
            </a:r>
            <a:r>
              <a:rPr lang="en-US" altLang="ar-IQ"/>
              <a:t> Also called the </a:t>
            </a:r>
            <a:r>
              <a:rPr lang="en-US" altLang="ar-IQ" b="1"/>
              <a:t>proximodistal</a:t>
            </a:r>
            <a:r>
              <a:rPr lang="en-US" altLang="ar-IQ"/>
              <a:t> principle. Development begins in structures nearest the center of the body (torso, spine) and proceeds outward toward the limbs, hands, fingers. Thus, control over the torso develops before control over arms and legs; arms before hands; hands before fingers.</a:t>
            </a:r>
          </a:p>
          <a:p>
            <a:pPr algn="l" rtl="0">
              <a:buFontTx/>
              <a:buChar char="•"/>
            </a:pPr>
            <a:r>
              <a:rPr lang="en-US" altLang="ar-IQ" b="1"/>
              <a:t>Example:</a:t>
            </a:r>
            <a:r>
              <a:rPr lang="en-US" altLang="ar-IQ"/>
              <a:t> Infants can move shoulders or arms before they can control fingers to pick up tiny objects (pincer grasp).</a:t>
            </a:r>
          </a:p>
          <a:p>
            <a:pPr algn="l" rtl="0"/>
            <a:br>
              <a:rPr lang="en-US" altLang="ar-IQ"/>
            </a:br>
            <a:endParaRPr lang="en-US" altLang="ar-IQ"/>
          </a:p>
          <a:p>
            <a:pPr algn="l" rtl="0"/>
            <a:r>
              <a:rPr lang="en-US" altLang="ar-IQ" b="1"/>
              <a:t>7. Growth &amp; development occur in an orderly (sequential) sequence</a:t>
            </a:r>
          </a:p>
          <a:p>
            <a:pPr algn="l" rtl="0">
              <a:buFontTx/>
              <a:buChar char="•"/>
            </a:pPr>
            <a:r>
              <a:rPr lang="en-US" altLang="ar-IQ" b="1"/>
              <a:t>Meaning:</a:t>
            </a:r>
            <a:r>
              <a:rPr lang="en-US" altLang="ar-IQ"/>
              <a:t> Skills and capacities develop in a logical order: one skill provides the foundation for the next. Usually simpler / general functions develop before more complex / specific ones. You can predict patterns, though timing may vary.</a:t>
            </a:r>
          </a:p>
          <a:p>
            <a:pPr algn="l" rtl="0">
              <a:buFontTx/>
              <a:buChar char="•"/>
            </a:pPr>
            <a:r>
              <a:rPr lang="en-US" altLang="ar-IQ" b="1"/>
              <a:t>Example:</a:t>
            </a:r>
            <a:r>
              <a:rPr lang="en-US" altLang="ar-IQ"/>
              <a:t> Infants roll → sit → crawl → stand → walk. In cognitive / language: crying → cooing → babbling → single words → short sentences.</a:t>
            </a:r>
          </a:p>
          <a:p>
            <a:pPr algn="l" rtl="0"/>
            <a:br>
              <a:rPr lang="en-US" altLang="ar-IQ"/>
            </a:br>
            <a:endParaRPr lang="en-US" altLang="ar-IQ"/>
          </a:p>
          <a:p>
            <a:pPr algn="l" rtl="0"/>
            <a:r>
              <a:rPr lang="en-US" altLang="ar-IQ" b="1"/>
              <a:t>8. The direction of development is cephalocaudal (head to toe)</a:t>
            </a:r>
          </a:p>
          <a:p>
            <a:pPr algn="l" rtl="0">
              <a:buFontTx/>
              <a:buChar char="•"/>
            </a:pPr>
            <a:r>
              <a:rPr lang="en-US" altLang="ar-IQ" b="1"/>
              <a:t>Meaning:</a:t>
            </a:r>
            <a:r>
              <a:rPr lang="en-US" altLang="ar-IQ"/>
              <a:t> Earlier and more rapid development occurs in the head region; infants gain control of head and neck first, then trunk, then lower limbs. Control over head → ability to support, hold up → then control trunk, then legs.</a:t>
            </a:r>
          </a:p>
          <a:p>
            <a:pPr algn="l" rtl="0">
              <a:buFontTx/>
              <a:buChar char="•"/>
            </a:pPr>
            <a:r>
              <a:rPr lang="en-US" altLang="ar-IQ" b="1"/>
              <a:t>Example:</a:t>
            </a:r>
            <a:r>
              <a:rPr lang="en-US" altLang="ar-IQ"/>
              <a:t> Before an infant can walk, he/she must be able to hold up head, then sit, then crawl.</a:t>
            </a:r>
          </a:p>
          <a:p>
            <a:pPr algn="l" rtl="0"/>
            <a:br>
              <a:rPr lang="en-US" altLang="ar-IQ"/>
            </a:br>
            <a:endParaRPr lang="en-US" altLang="ar-IQ"/>
          </a:p>
          <a:p>
            <a:pPr algn="l" rtl="0"/>
            <a:r>
              <a:rPr lang="en-US" altLang="ar-IQ" b="1"/>
              <a:t>9. General → Specific (from global to differentiated)</a:t>
            </a:r>
          </a:p>
          <a:p>
            <a:pPr algn="l" rtl="0">
              <a:buFontTx/>
              <a:buChar char="•"/>
            </a:pPr>
            <a:r>
              <a:rPr lang="en-US" altLang="ar-IQ" b="1"/>
              <a:t>Meaning:</a:t>
            </a:r>
            <a:r>
              <a:rPr lang="en-US" altLang="ar-IQ"/>
              <a:t> Early responses are generalized; later they become more specialized and precise. Early perception / behavior is vague; gradually discrimination occurs. Early motor movements are gross; later fine motor skills develop. Early recognition is broad; later specific.</a:t>
            </a:r>
          </a:p>
          <a:p>
            <a:pPr algn="l" rtl="0">
              <a:buFontTx/>
              <a:buChar char="•"/>
            </a:pPr>
            <a:r>
              <a:rPr lang="en-US" altLang="ar-IQ" b="1"/>
              <a:t>Example:</a:t>
            </a:r>
            <a:r>
              <a:rPr lang="en-US" altLang="ar-IQ"/>
              <a:t> An infant may initially respond to many faces similarly; over time begins to discriminate mother’s face, then facial expressions. Or, early hand movement is a full wave; later becomes precise finger manipulation.</a:t>
            </a:r>
          </a:p>
          <a:p>
            <a:pPr algn="l" rtl="0"/>
            <a:br>
              <a:rPr lang="en-US" altLang="ar-IQ"/>
            </a:br>
            <a:endParaRPr lang="en-US" altLang="ar-IQ"/>
          </a:p>
          <a:p>
            <a:pPr algn="l" rtl="0"/>
            <a:r>
              <a:rPr lang="en-US" altLang="ar-IQ" b="1"/>
              <a:t>10. Development is relative</a:t>
            </a:r>
          </a:p>
          <a:p>
            <a:pPr algn="l" rtl="0">
              <a:buFontTx/>
              <a:buChar char="•"/>
            </a:pPr>
            <a:r>
              <a:rPr lang="en-US" altLang="ar-IQ" b="1"/>
              <a:t>Meaning:</a:t>
            </a:r>
            <a:r>
              <a:rPr lang="en-US" altLang="ar-IQ"/>
              <a:t> Growth / development must be considered relative to contexts: cultural norms, individual baseline, expectations, environmental support. What is “normal” in one culture or setting may differ. Also, relative means that growth &amp; development can be influenced (accelerated or delayed) by factors like illness, environment, stimulation, nutrition.</a:t>
            </a:r>
          </a:p>
          <a:p>
            <a:pPr algn="l" rtl="0"/>
            <a:endParaRPr lang="ar-IQ" altLang="ar-IQ"/>
          </a:p>
        </p:txBody>
      </p:sp>
      <p:sp>
        <p:nvSpPr>
          <p:cNvPr id="179204" name="عنصر نائب لرقم الشريحة 3">
            <a:extLst>
              <a:ext uri="{FF2B5EF4-FFF2-40B4-BE49-F238E27FC236}">
                <a16:creationId xmlns:a16="http://schemas.microsoft.com/office/drawing/2014/main" id="{6505F0FB-9217-FD9A-CF2A-A793792D34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Verdana" panose="020B0604030504040204" pitchFamily="34" charset="0"/>
                <a:cs typeface="Arial" panose="020B0604020202020204" pitchFamily="34" charset="0"/>
              </a:defRPr>
            </a:lvl1pPr>
            <a:lvl2pPr marL="742950" indent="-285750">
              <a:defRPr>
                <a:solidFill>
                  <a:schemeClr val="tx1"/>
                </a:solidFill>
                <a:latin typeface="Verdana" panose="020B0604030504040204" pitchFamily="34" charset="0"/>
                <a:cs typeface="Arial" panose="020B0604020202020204" pitchFamily="34" charset="0"/>
              </a:defRPr>
            </a:lvl2pPr>
            <a:lvl3pPr marL="1143000" indent="-228600">
              <a:defRPr>
                <a:solidFill>
                  <a:schemeClr val="tx1"/>
                </a:solidFill>
                <a:latin typeface="Verdana" panose="020B0604030504040204" pitchFamily="34" charset="0"/>
                <a:cs typeface="Arial" panose="020B0604020202020204" pitchFamily="34" charset="0"/>
              </a:defRPr>
            </a:lvl3pPr>
            <a:lvl4pPr marL="1600200" indent="-228600">
              <a:defRPr>
                <a:solidFill>
                  <a:schemeClr val="tx1"/>
                </a:solidFill>
                <a:latin typeface="Verdana" panose="020B0604030504040204" pitchFamily="34" charset="0"/>
                <a:cs typeface="Arial" panose="020B0604020202020204" pitchFamily="34" charset="0"/>
              </a:defRPr>
            </a:lvl4pPr>
            <a:lvl5pPr marL="2057400" indent="-228600">
              <a:defRPr>
                <a:solidFill>
                  <a:schemeClr val="tx1"/>
                </a:solidFill>
                <a:latin typeface="Verdana" panose="020B0604030504040204" pitchFamily="34" charset="0"/>
                <a:cs typeface="Arial" panose="020B0604020202020204" pitchFamily="34" charset="0"/>
              </a:defRPr>
            </a:lvl5pPr>
            <a:lvl6pPr marL="25146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algn="l" rtl="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fld id="{B6996652-99F0-4AF3-B48D-DFD38234EAA7}" type="slidenum">
              <a:rPr lang="ar-SA" altLang="ar-IQ" smtClean="0">
                <a:latin typeface="Arial" panose="020B0604020202020204" pitchFamily="34" charset="0"/>
              </a:rPr>
              <a:pPr/>
              <a:t>6</a:t>
            </a:fld>
            <a:endParaRPr lang="en-US" altLang="ar-IQ">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a:extLst>
              <a:ext uri="{FF2B5EF4-FFF2-40B4-BE49-F238E27FC236}">
                <a16:creationId xmlns:a16="http://schemas.microsoft.com/office/drawing/2014/main" id="{5CB043AE-27AB-EC63-E4FC-1521853E15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rtl="1">
              <a:spcBef>
                <a:spcPct val="30000"/>
              </a:spcBef>
              <a:defRPr sz="1200">
                <a:solidFill>
                  <a:schemeClr val="tx1"/>
                </a:solidFill>
                <a:latin typeface="Arial" panose="020B0604020202020204" pitchFamily="34" charset="0"/>
                <a:cs typeface="Arial" panose="020B0604020202020204" pitchFamily="34" charset="0"/>
              </a:defRPr>
            </a:lvl1pPr>
            <a:lvl2pPr marL="742950" indent="-285750" algn="r" rtl="1">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lgn="r" rtl="1">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lgn="r" rtl="1">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lgn="r" rtl="1">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l">
              <a:spcBef>
                <a:spcPct val="0"/>
              </a:spcBef>
            </a:pPr>
            <a:fld id="{BC40247F-460D-47E6-86DA-179F4C9AD912}" type="slidenum">
              <a:rPr lang="ar-SA" altLang="ar-IQ" smtClean="0"/>
              <a:pPr algn="l">
                <a:spcBef>
                  <a:spcPct val="0"/>
                </a:spcBef>
              </a:pPr>
              <a:t>17</a:t>
            </a:fld>
            <a:endParaRPr lang="en-US" altLang="ar-IQ"/>
          </a:p>
        </p:txBody>
      </p:sp>
      <p:sp>
        <p:nvSpPr>
          <p:cNvPr id="191491" name="Rectangle 2">
            <a:extLst>
              <a:ext uri="{FF2B5EF4-FFF2-40B4-BE49-F238E27FC236}">
                <a16:creationId xmlns:a16="http://schemas.microsoft.com/office/drawing/2014/main" id="{30B7F5C6-C24B-B713-D952-8EF114A20802}"/>
              </a:ext>
            </a:extLst>
          </p:cNvPr>
          <p:cNvSpPr>
            <a:spLocks noRot="1" noChangeArrowheads="1" noTextEdit="1"/>
          </p:cNvSpPr>
          <p:nvPr>
            <p:ph type="sldImg"/>
          </p:nvPr>
        </p:nvSpPr>
        <p:spPr>
          <a:ln/>
        </p:spPr>
      </p:sp>
      <p:sp>
        <p:nvSpPr>
          <p:cNvPr id="191492" name="Rectangle 3">
            <a:extLst>
              <a:ext uri="{FF2B5EF4-FFF2-40B4-BE49-F238E27FC236}">
                <a16:creationId xmlns:a16="http://schemas.microsoft.com/office/drawing/2014/main" id="{AF6E386A-5B5C-BACE-AEE7-887947B1CF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ar-IQ"/>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Slide Image Placeholder 1">
            <a:extLst>
              <a:ext uri="{FF2B5EF4-FFF2-40B4-BE49-F238E27FC236}">
                <a16:creationId xmlns:a16="http://schemas.microsoft.com/office/drawing/2014/main" id="{3C22909D-9686-E080-5E82-0FD63A9D1AB4}"/>
              </a:ext>
            </a:extLst>
          </p:cNvPr>
          <p:cNvSpPr>
            <a:spLocks noGrp="1" noRot="1" noChangeAspect="1" noChangeArrowheads="1" noTextEdit="1"/>
          </p:cNvSpPr>
          <p:nvPr>
            <p:ph type="sldImg"/>
          </p:nvPr>
        </p:nvSpPr>
        <p:spPr>
          <a:xfrm>
            <a:off x="685800" y="1143000"/>
            <a:ext cx="5486400" cy="3086100"/>
          </a:xfrm>
          <a:ln/>
        </p:spPr>
      </p:sp>
      <p:sp>
        <p:nvSpPr>
          <p:cNvPr id="205827" name="Notes Placeholder 2">
            <a:extLst>
              <a:ext uri="{FF2B5EF4-FFF2-40B4-BE49-F238E27FC236}">
                <a16:creationId xmlns:a16="http://schemas.microsoft.com/office/drawing/2014/main" id="{5F22DEA4-BB15-A739-16E5-C0F191D635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ar-IQ"/>
          </a:p>
        </p:txBody>
      </p:sp>
      <p:sp>
        <p:nvSpPr>
          <p:cNvPr id="4" name="Slide Number Placeholder 3">
            <a:extLst>
              <a:ext uri="{FF2B5EF4-FFF2-40B4-BE49-F238E27FC236}">
                <a16:creationId xmlns:a16="http://schemas.microsoft.com/office/drawing/2014/main" id="{6E2994E5-85F6-F771-30EE-5E1DB20C9E21}"/>
              </a:ext>
            </a:extLst>
          </p:cNvPr>
          <p:cNvSpPr>
            <a:spLocks noGrp="1"/>
          </p:cNvSpPr>
          <p:nvPr>
            <p:ph type="sldNum" sz="quarter" idx="5"/>
          </p:nvPr>
        </p:nvSpPr>
        <p:spPr/>
        <p:txBody>
          <a:bodyPr/>
          <a:lstStyle/>
          <a:p>
            <a:pPr algn="r" rtl="0" fontAlgn="auto">
              <a:spcBef>
                <a:spcPts val="0"/>
              </a:spcBef>
              <a:spcAft>
                <a:spcPts val="0"/>
              </a:spcAft>
              <a:defRPr/>
            </a:pPr>
            <a:fld id="{1940694B-5834-4FE9-B840-9548D90A8481}" type="slidenum">
              <a:rPr lang="en-US" smtClean="0">
                <a:solidFill>
                  <a:prstClr val="black"/>
                </a:solidFill>
                <a:latin typeface="Calibri" panose="020F0502020204030204"/>
                <a:cs typeface="+mn-cs"/>
              </a:rPr>
              <a:pPr algn="r" rtl="0" fontAlgn="auto">
                <a:spcBef>
                  <a:spcPts val="0"/>
                </a:spcBef>
                <a:spcAft>
                  <a:spcPts val="0"/>
                </a:spcAft>
                <a:defRPr/>
              </a:pPr>
              <a:t>30</a:t>
            </a:fld>
            <a:endParaRPr lang="en-US">
              <a:solidFill>
                <a:prstClr val="black"/>
              </a:solidFill>
              <a:latin typeface="Calibri" panose="020F0502020204030204"/>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4.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19056EE2-8A67-5732-51B8-B3BE1FC91446}"/>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useBgFill="1">
        <p:nvSpPr>
          <p:cNvPr id="5" name="Rounded Rectangle 11">
            <a:extLst>
              <a:ext uri="{FF2B5EF4-FFF2-40B4-BE49-F238E27FC236}">
                <a16:creationId xmlns:a16="http://schemas.microsoft.com/office/drawing/2014/main" id="{5DCA278F-7324-D1F8-FA68-9BF34DBE9977}"/>
              </a:ext>
            </a:extLst>
          </p:cNvPr>
          <p:cNvSpPr/>
          <p:nvPr/>
        </p:nvSpPr>
        <p:spPr>
          <a:xfrm>
            <a:off x="122238" y="101600"/>
            <a:ext cx="11947525"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6" name="Rectangle 12">
            <a:extLst>
              <a:ext uri="{FF2B5EF4-FFF2-40B4-BE49-F238E27FC236}">
                <a16:creationId xmlns:a16="http://schemas.microsoft.com/office/drawing/2014/main" id="{C7DA8046-51F9-51F9-6DEE-8A899405B090}"/>
              </a:ext>
            </a:extLst>
          </p:cNvPr>
          <p:cNvSpPr/>
          <p:nvPr/>
        </p:nvSpPr>
        <p:spPr>
          <a:xfrm>
            <a:off x="460587" y="2942602"/>
            <a:ext cx="9530575"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7" name="Rectangle 13">
            <a:extLst>
              <a:ext uri="{FF2B5EF4-FFF2-40B4-BE49-F238E27FC236}">
                <a16:creationId xmlns:a16="http://schemas.microsoft.com/office/drawing/2014/main" id="{92A04A7A-D183-E1B6-BDDF-C89CDB69515F}"/>
              </a:ext>
            </a:extLst>
          </p:cNvPr>
          <p:cNvSpPr/>
          <p:nvPr/>
        </p:nvSpPr>
        <p:spPr>
          <a:xfrm>
            <a:off x="10096869" y="2944634"/>
            <a:ext cx="1587131" cy="2459736"/>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8" name="Rectangle 14">
            <a:extLst>
              <a:ext uri="{FF2B5EF4-FFF2-40B4-BE49-F238E27FC236}">
                <a16:creationId xmlns:a16="http://schemas.microsoft.com/office/drawing/2014/main" id="{6269FE62-57C7-52CD-2ED1-75142D4E6007}"/>
              </a:ext>
            </a:extLst>
          </p:cNvPr>
          <p:cNvSpPr/>
          <p:nvPr/>
        </p:nvSpPr>
        <p:spPr>
          <a:xfrm>
            <a:off x="10282238" y="3136900"/>
            <a:ext cx="1216025" cy="2074863"/>
          </a:xfrm>
          <a:prstGeom prst="rect">
            <a:avLst/>
          </a:prstGeom>
          <a:solidFill>
            <a:schemeClr val="accent3">
              <a:alpha val="70000"/>
            </a:schemeClr>
          </a:solidFill>
          <a:ln w="63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9" name="Rectangle 15">
            <a:extLst>
              <a:ext uri="{FF2B5EF4-FFF2-40B4-BE49-F238E27FC236}">
                <a16:creationId xmlns:a16="http://schemas.microsoft.com/office/drawing/2014/main" id="{4DA415BD-3022-1AFF-F8E0-F96A32559568}"/>
              </a:ext>
            </a:extLst>
          </p:cNvPr>
          <p:cNvSpPr/>
          <p:nvPr/>
        </p:nvSpPr>
        <p:spPr>
          <a:xfrm>
            <a:off x="595313" y="3055938"/>
            <a:ext cx="9261475" cy="2244725"/>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10" name="Rectangle 16">
            <a:extLst>
              <a:ext uri="{FF2B5EF4-FFF2-40B4-BE49-F238E27FC236}">
                <a16:creationId xmlns:a16="http://schemas.microsoft.com/office/drawing/2014/main" id="{96C284F4-60D1-B0E0-2064-5A1D6E8D50D6}"/>
              </a:ext>
            </a:extLst>
          </p:cNvPr>
          <p:cNvSpPr/>
          <p:nvPr/>
        </p:nvSpPr>
        <p:spPr>
          <a:xfrm>
            <a:off x="722313" y="4559300"/>
            <a:ext cx="9007475" cy="663575"/>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11" name="Rectangle 17">
            <a:extLst>
              <a:ext uri="{FF2B5EF4-FFF2-40B4-BE49-F238E27FC236}">
                <a16:creationId xmlns:a16="http://schemas.microsoft.com/office/drawing/2014/main" id="{4326E9BF-DE4B-6EA7-0E18-F8DE687E172A}"/>
              </a:ext>
            </a:extLst>
          </p:cNvPr>
          <p:cNvSpPr/>
          <p:nvPr/>
        </p:nvSpPr>
        <p:spPr>
          <a:xfrm>
            <a:off x="719138" y="3140075"/>
            <a:ext cx="9013825" cy="2076450"/>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3" name="Subtitle 2"/>
          <p:cNvSpPr>
            <a:spLocks noGrp="1"/>
          </p:cNvSpPr>
          <p:nvPr>
            <p:ph type="subTitle" idx="1"/>
          </p:nvPr>
        </p:nvSpPr>
        <p:spPr>
          <a:xfrm>
            <a:off x="857073" y="4648200"/>
            <a:ext cx="8737600" cy="457200"/>
          </a:xfrm>
        </p:spPr>
        <p:txBody>
          <a:bodyPr>
            <a:normAutofit/>
          </a:bodyPr>
          <a:lstStyle>
            <a:lvl1pPr marL="0" indent="0" algn="ctr">
              <a:buNone/>
              <a:defRPr sz="1800" cap="all" spc="300" baseline="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2" name="Title 1"/>
          <p:cNvSpPr>
            <a:spLocks noGrp="1"/>
          </p:cNvSpPr>
          <p:nvPr>
            <p:ph type="ctrTitle"/>
          </p:nvPr>
        </p:nvSpPr>
        <p:spPr>
          <a:xfrm>
            <a:off x="806273" y="3227034"/>
            <a:ext cx="8839200" cy="1219201"/>
          </a:xfrm>
        </p:spPr>
        <p:txBody>
          <a:bodyPr anchor="b" anchorCtr="0">
            <a:noAutofit/>
          </a:bodyPr>
          <a:lstStyle>
            <a:lvl1pPr>
              <a:defRPr sz="4000">
                <a:solidFill>
                  <a:schemeClr val="accent1">
                    <a:lumMod val="50000"/>
                  </a:schemeClr>
                </a:solidFill>
              </a:defRPr>
            </a:lvl1pPr>
          </a:lstStyle>
          <a:p>
            <a:r>
              <a:rPr lang="en-US"/>
              <a:t>Click to edit Master title style</a:t>
            </a:r>
            <a:endParaRPr lang="en-US" dirty="0"/>
          </a:p>
        </p:txBody>
      </p:sp>
      <p:sp>
        <p:nvSpPr>
          <p:cNvPr id="12" name="Date Placeholder 3">
            <a:extLst>
              <a:ext uri="{FF2B5EF4-FFF2-40B4-BE49-F238E27FC236}">
                <a16:creationId xmlns:a16="http://schemas.microsoft.com/office/drawing/2014/main" id="{7690B4FA-35A5-D629-F102-E2A4BD10D503}"/>
              </a:ext>
            </a:extLst>
          </p:cNvPr>
          <p:cNvSpPr>
            <a:spLocks noGrp="1"/>
          </p:cNvSpPr>
          <p:nvPr>
            <p:ph type="dt" sz="half" idx="10"/>
          </p:nvPr>
        </p:nvSpPr>
        <p:spPr/>
        <p:txBody>
          <a:bodyPr/>
          <a:lstStyle>
            <a:lvl1pPr>
              <a:defRPr/>
            </a:lvl1pPr>
          </a:lstStyle>
          <a:p>
            <a:pPr>
              <a:defRPr/>
            </a:pPr>
            <a:fld id="{2094B442-6C70-4F78-8889-22ED59A71F7F}" type="datetime1">
              <a:rPr lang="hy-AM"/>
              <a:pPr>
                <a:defRPr/>
              </a:pPr>
              <a:t>21.10.2026</a:t>
            </a:fld>
            <a:endParaRPr lang="en-US"/>
          </a:p>
        </p:txBody>
      </p:sp>
      <p:sp>
        <p:nvSpPr>
          <p:cNvPr id="13" name="Footer Placeholder 4">
            <a:extLst>
              <a:ext uri="{FF2B5EF4-FFF2-40B4-BE49-F238E27FC236}">
                <a16:creationId xmlns:a16="http://schemas.microsoft.com/office/drawing/2014/main" id="{E1D4BB32-9A1B-75EB-91A3-D004029FE2B7}"/>
              </a:ext>
            </a:extLst>
          </p:cNvPr>
          <p:cNvSpPr>
            <a:spLocks noGrp="1"/>
          </p:cNvSpPr>
          <p:nvPr>
            <p:ph type="ftr" sz="quarter" idx="11"/>
          </p:nvPr>
        </p:nvSpPr>
        <p:spPr/>
        <p:txBody>
          <a:bodyPr/>
          <a:lstStyle>
            <a:lvl1pPr>
              <a:defRPr/>
            </a:lvl1pPr>
          </a:lstStyle>
          <a:p>
            <a:pPr>
              <a:defRPr/>
            </a:pPr>
            <a:endParaRPr lang="en-US"/>
          </a:p>
        </p:txBody>
      </p:sp>
      <p:sp>
        <p:nvSpPr>
          <p:cNvPr id="14" name="Slide Number Placeholder 5">
            <a:extLst>
              <a:ext uri="{FF2B5EF4-FFF2-40B4-BE49-F238E27FC236}">
                <a16:creationId xmlns:a16="http://schemas.microsoft.com/office/drawing/2014/main" id="{E14D6DC4-7B05-22AA-8045-62D17BBE0500}"/>
              </a:ext>
            </a:extLst>
          </p:cNvPr>
          <p:cNvSpPr>
            <a:spLocks noGrp="1"/>
          </p:cNvSpPr>
          <p:nvPr>
            <p:ph type="sldNum" sz="quarter" idx="12"/>
          </p:nvPr>
        </p:nvSpPr>
        <p:spPr>
          <a:xfrm>
            <a:off x="10382250" y="4625975"/>
            <a:ext cx="1016000" cy="457200"/>
          </a:xfrm>
        </p:spPr>
        <p:txBody>
          <a:bodyPr/>
          <a:lstStyle>
            <a:lvl1pPr algn="ctr">
              <a:defRPr sz="2800">
                <a:solidFill>
                  <a:srgbClr val="47534C"/>
                </a:solidFill>
              </a:defRPr>
            </a:lvl1pPr>
          </a:lstStyle>
          <a:p>
            <a:pPr>
              <a:defRPr/>
            </a:pPr>
            <a:fld id="{D851903C-C4D8-405C-A4D6-EAE2FE82629A}" type="slidenum">
              <a:rPr lang="ar-SA" altLang="ar-IQ"/>
              <a:pPr>
                <a:defRPr/>
              </a:pPr>
              <a:t>‹#›</a:t>
            </a:fld>
            <a:endParaRPr lang="en-US" altLang="ar-IQ"/>
          </a:p>
        </p:txBody>
      </p:sp>
    </p:spTree>
    <p:extLst>
      <p:ext uri="{BB962C8B-B14F-4D97-AF65-F5344CB8AC3E}">
        <p14:creationId xmlns:p14="http://schemas.microsoft.com/office/powerpoint/2010/main" val="2391177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D8223F-CE65-5C6F-C65D-83F439565DA9}"/>
              </a:ext>
            </a:extLst>
          </p:cNvPr>
          <p:cNvSpPr>
            <a:spLocks noGrp="1"/>
          </p:cNvSpPr>
          <p:nvPr>
            <p:ph type="dt" sz="half" idx="10"/>
          </p:nvPr>
        </p:nvSpPr>
        <p:spPr/>
        <p:txBody>
          <a:bodyPr/>
          <a:lstStyle>
            <a:lvl1pPr>
              <a:defRPr/>
            </a:lvl1pPr>
          </a:lstStyle>
          <a:p>
            <a:pPr>
              <a:defRPr/>
            </a:pPr>
            <a:fld id="{38ED9CDF-69F3-4B32-92D9-DC173235503D}" type="datetime1">
              <a:rPr lang="hy-AM"/>
              <a:pPr>
                <a:defRPr/>
              </a:pPr>
              <a:t>21.10.2026</a:t>
            </a:fld>
            <a:endParaRPr lang="en-US"/>
          </a:p>
        </p:txBody>
      </p:sp>
      <p:sp>
        <p:nvSpPr>
          <p:cNvPr id="5" name="Footer Placeholder 4">
            <a:extLst>
              <a:ext uri="{FF2B5EF4-FFF2-40B4-BE49-F238E27FC236}">
                <a16:creationId xmlns:a16="http://schemas.microsoft.com/office/drawing/2014/main" id="{E9C4DA15-4881-730F-ACE5-CFABAC09F74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808FB1D-2424-9FB1-E0D7-5F2A5321B20F}"/>
              </a:ext>
            </a:extLst>
          </p:cNvPr>
          <p:cNvSpPr>
            <a:spLocks noGrp="1"/>
          </p:cNvSpPr>
          <p:nvPr>
            <p:ph type="sldNum" sz="quarter" idx="12"/>
          </p:nvPr>
        </p:nvSpPr>
        <p:spPr/>
        <p:txBody>
          <a:bodyPr/>
          <a:lstStyle>
            <a:lvl1pPr>
              <a:defRPr/>
            </a:lvl1pPr>
          </a:lstStyle>
          <a:p>
            <a:pPr>
              <a:defRPr/>
            </a:pPr>
            <a:fld id="{D322C7B3-067D-44E5-BBB5-81856A95811C}" type="slidenum">
              <a:rPr lang="ar-SA" altLang="ar-IQ"/>
              <a:pPr>
                <a:defRPr/>
              </a:pPr>
              <a:t>‹#›</a:t>
            </a:fld>
            <a:endParaRPr lang="en-US" altLang="ar-IQ"/>
          </a:p>
        </p:txBody>
      </p:sp>
    </p:spTree>
    <p:extLst>
      <p:ext uri="{BB962C8B-B14F-4D97-AF65-F5344CB8AC3E}">
        <p14:creationId xmlns:p14="http://schemas.microsoft.com/office/powerpoint/2010/main" val="111036131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6702D52C-677C-07A4-61AB-6BFA22C2F26A}"/>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useBgFill="1">
        <p:nvSpPr>
          <p:cNvPr id="5" name="Rounded Rectangle 11">
            <a:extLst>
              <a:ext uri="{FF2B5EF4-FFF2-40B4-BE49-F238E27FC236}">
                <a16:creationId xmlns:a16="http://schemas.microsoft.com/office/drawing/2014/main" id="{45152CBD-378F-8CB0-D75E-98CEB4BBAF03}"/>
              </a:ext>
            </a:extLst>
          </p:cNvPr>
          <p:cNvSpPr/>
          <p:nvPr/>
        </p:nvSpPr>
        <p:spPr>
          <a:xfrm>
            <a:off x="122238" y="101600"/>
            <a:ext cx="11947525"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6" name="Rectangle 12">
            <a:extLst>
              <a:ext uri="{FF2B5EF4-FFF2-40B4-BE49-F238E27FC236}">
                <a16:creationId xmlns:a16="http://schemas.microsoft.com/office/drawing/2014/main" id="{ADC9F05A-54DD-DE04-F471-3CF25C39959E}"/>
              </a:ext>
            </a:extLst>
          </p:cNvPr>
          <p:cNvSpPr/>
          <p:nvPr/>
        </p:nvSpPr>
        <p:spPr>
          <a:xfrm>
            <a:off x="602635" y="2946400"/>
            <a:ext cx="11020213" cy="24638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7" name="Rectangle 13">
            <a:extLst>
              <a:ext uri="{FF2B5EF4-FFF2-40B4-BE49-F238E27FC236}">
                <a16:creationId xmlns:a16="http://schemas.microsoft.com/office/drawing/2014/main" id="{5427C64E-46A7-D3CA-C365-9E48F153522D}"/>
              </a:ext>
            </a:extLst>
          </p:cNvPr>
          <p:cNvSpPr/>
          <p:nvPr/>
        </p:nvSpPr>
        <p:spPr>
          <a:xfrm>
            <a:off x="757238" y="3048000"/>
            <a:ext cx="10710862" cy="2244725"/>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8" name="Rectangle 14">
            <a:extLst>
              <a:ext uri="{FF2B5EF4-FFF2-40B4-BE49-F238E27FC236}">
                <a16:creationId xmlns:a16="http://schemas.microsoft.com/office/drawing/2014/main" id="{4958CC20-344D-B987-6735-9F45C78F53D5}"/>
              </a:ext>
            </a:extLst>
          </p:cNvPr>
          <p:cNvSpPr/>
          <p:nvPr/>
        </p:nvSpPr>
        <p:spPr>
          <a:xfrm>
            <a:off x="901700" y="4541838"/>
            <a:ext cx="10421938" cy="663575"/>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9" name="Rectangle 15">
            <a:extLst>
              <a:ext uri="{FF2B5EF4-FFF2-40B4-BE49-F238E27FC236}">
                <a16:creationId xmlns:a16="http://schemas.microsoft.com/office/drawing/2014/main" id="{E231AF23-E648-5EA4-5213-2E6681CAD2AB}"/>
              </a:ext>
            </a:extLst>
          </p:cNvPr>
          <p:cNvSpPr/>
          <p:nvPr/>
        </p:nvSpPr>
        <p:spPr>
          <a:xfrm>
            <a:off x="901700" y="3124200"/>
            <a:ext cx="10421938" cy="2078038"/>
          </a:xfrm>
          <a:prstGeom prst="rect">
            <a:avLst/>
          </a:prstGeom>
          <a:no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2" name="Title 1"/>
          <p:cNvSpPr>
            <a:spLocks noGrp="1"/>
          </p:cNvSpPr>
          <p:nvPr>
            <p:ph type="title"/>
          </p:nvPr>
        </p:nvSpPr>
        <p:spPr>
          <a:xfrm>
            <a:off x="981941" y="3200400"/>
            <a:ext cx="10261600" cy="1295401"/>
          </a:xfrm>
        </p:spPr>
        <p:txBody>
          <a:bodyPr anchor="b" anchorCtr="0">
            <a:noAutofit/>
          </a:bodyPr>
          <a:lstStyle>
            <a:lvl1pPr algn="ctr" defTabSz="914400" rtl="0" eaLnBrk="1" latinLnBrk="0" hangingPunct="1">
              <a:spcBef>
                <a:spcPct val="0"/>
              </a:spcBef>
              <a:buNone/>
              <a:defRPr lang="en-US" sz="4000" kern="1200" cap="all" baseline="0" dirty="0">
                <a:solidFill>
                  <a:schemeClr val="accent1">
                    <a:lumMod val="50000"/>
                  </a:schemeClr>
                </a:solidFill>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981941" y="4607511"/>
            <a:ext cx="10261600" cy="523783"/>
          </a:xfrm>
        </p:spPr>
        <p:txBody>
          <a:bodyPr anchor="ctr">
            <a:normAutofit/>
          </a:bodyPr>
          <a:lstStyle>
            <a:lvl1pPr marL="0" indent="0" algn="ctr">
              <a:buNone/>
              <a:defRPr sz="2000" cap="all" spc="250" baseline="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 name="Date Placeholder 3">
            <a:extLst>
              <a:ext uri="{FF2B5EF4-FFF2-40B4-BE49-F238E27FC236}">
                <a16:creationId xmlns:a16="http://schemas.microsoft.com/office/drawing/2014/main" id="{88A931B3-9019-2DD7-989B-E0D7D7DA2E7D}"/>
              </a:ext>
            </a:extLst>
          </p:cNvPr>
          <p:cNvSpPr>
            <a:spLocks noGrp="1"/>
          </p:cNvSpPr>
          <p:nvPr>
            <p:ph type="dt" sz="half" idx="10"/>
          </p:nvPr>
        </p:nvSpPr>
        <p:spPr/>
        <p:txBody>
          <a:bodyPr/>
          <a:lstStyle>
            <a:lvl1pPr>
              <a:defRPr/>
            </a:lvl1pPr>
          </a:lstStyle>
          <a:p>
            <a:pPr>
              <a:defRPr/>
            </a:pPr>
            <a:fld id="{F225D311-FC0A-4AD4-89BE-7DAD5BA9D67B}" type="datetime1">
              <a:rPr lang="hy-AM"/>
              <a:pPr>
                <a:defRPr/>
              </a:pPr>
              <a:t>21.10.2026</a:t>
            </a:fld>
            <a:endParaRPr lang="en-US"/>
          </a:p>
        </p:txBody>
      </p:sp>
      <p:sp>
        <p:nvSpPr>
          <p:cNvPr id="11" name="Footer Placeholder 4">
            <a:extLst>
              <a:ext uri="{FF2B5EF4-FFF2-40B4-BE49-F238E27FC236}">
                <a16:creationId xmlns:a16="http://schemas.microsoft.com/office/drawing/2014/main" id="{BB04D974-CCBA-9C5B-23FD-021CD22683BE}"/>
              </a:ext>
            </a:extLst>
          </p:cNvPr>
          <p:cNvSpPr>
            <a:spLocks noGrp="1"/>
          </p:cNvSpPr>
          <p:nvPr>
            <p:ph type="ftr" sz="quarter" idx="11"/>
          </p:nvPr>
        </p:nvSpPr>
        <p:spPr/>
        <p:txBody>
          <a:bodyPr/>
          <a:lstStyle>
            <a:lvl1pPr>
              <a:defRPr/>
            </a:lvl1pPr>
          </a:lstStyle>
          <a:p>
            <a:pPr>
              <a:defRPr/>
            </a:pPr>
            <a:endParaRPr lang="en-US"/>
          </a:p>
        </p:txBody>
      </p:sp>
      <p:sp>
        <p:nvSpPr>
          <p:cNvPr id="12" name="Slide Number Placeholder 5">
            <a:extLst>
              <a:ext uri="{FF2B5EF4-FFF2-40B4-BE49-F238E27FC236}">
                <a16:creationId xmlns:a16="http://schemas.microsoft.com/office/drawing/2014/main" id="{6F5C48B0-1186-A0F7-DB3E-14D67AFA5BFC}"/>
              </a:ext>
            </a:extLst>
          </p:cNvPr>
          <p:cNvSpPr>
            <a:spLocks noGrp="1"/>
          </p:cNvSpPr>
          <p:nvPr>
            <p:ph type="sldNum" sz="quarter" idx="12"/>
          </p:nvPr>
        </p:nvSpPr>
        <p:spPr/>
        <p:txBody>
          <a:bodyPr/>
          <a:lstStyle>
            <a:lvl1pPr>
              <a:defRPr/>
            </a:lvl1pPr>
          </a:lstStyle>
          <a:p>
            <a:pPr>
              <a:defRPr/>
            </a:pPr>
            <a:fld id="{EE6D4ED2-88DE-4F79-8EA8-0435CA333B5B}" type="slidenum">
              <a:rPr lang="ar-SA" altLang="ar-IQ"/>
              <a:pPr>
                <a:defRPr/>
              </a:pPr>
              <a:t>‹#›</a:t>
            </a:fld>
            <a:endParaRPr lang="en-US" altLang="ar-IQ"/>
          </a:p>
        </p:txBody>
      </p:sp>
    </p:spTree>
    <p:extLst>
      <p:ext uri="{BB962C8B-B14F-4D97-AF65-F5344CB8AC3E}">
        <p14:creationId xmlns:p14="http://schemas.microsoft.com/office/powerpoint/2010/main" val="48408128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68171" y="408373"/>
            <a:ext cx="11014229" cy="1039427"/>
          </a:xfrm>
        </p:spPr>
        <p:txBody>
          <a:bodyPr/>
          <a:lstStyle/>
          <a:p>
            <a:r>
              <a:rPr lang="en-US"/>
              <a:t>Click to edit Master title style</a:t>
            </a:r>
          </a:p>
        </p:txBody>
      </p:sp>
      <p:sp>
        <p:nvSpPr>
          <p:cNvPr id="3" name="Content Placeholder 2"/>
          <p:cNvSpPr>
            <a:spLocks noGrp="1"/>
          </p:cNvSpPr>
          <p:nvPr>
            <p:ph sz="half" idx="1"/>
          </p:nvPr>
        </p:nvSpPr>
        <p:spPr>
          <a:xfrm>
            <a:off x="568171" y="1719071"/>
            <a:ext cx="53848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719071"/>
            <a:ext cx="53848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a:extLst>
              <a:ext uri="{FF2B5EF4-FFF2-40B4-BE49-F238E27FC236}">
                <a16:creationId xmlns:a16="http://schemas.microsoft.com/office/drawing/2014/main" id="{58EA53C9-9940-A0F3-0F55-EF8489233554}"/>
              </a:ext>
            </a:extLst>
          </p:cNvPr>
          <p:cNvSpPr>
            <a:spLocks noGrp="1"/>
          </p:cNvSpPr>
          <p:nvPr>
            <p:ph type="dt" sz="half" idx="10"/>
          </p:nvPr>
        </p:nvSpPr>
        <p:spPr/>
        <p:txBody>
          <a:bodyPr/>
          <a:lstStyle>
            <a:lvl1pPr>
              <a:defRPr/>
            </a:lvl1pPr>
          </a:lstStyle>
          <a:p>
            <a:pPr>
              <a:defRPr/>
            </a:pPr>
            <a:fld id="{1F6C700D-393C-4A3D-996E-8A755A4A10F9}" type="datetime1">
              <a:rPr lang="hy-AM"/>
              <a:pPr>
                <a:defRPr/>
              </a:pPr>
              <a:t>21.10.2026</a:t>
            </a:fld>
            <a:endParaRPr lang="en-US"/>
          </a:p>
        </p:txBody>
      </p:sp>
      <p:sp>
        <p:nvSpPr>
          <p:cNvPr id="6" name="Footer Placeholder 4">
            <a:extLst>
              <a:ext uri="{FF2B5EF4-FFF2-40B4-BE49-F238E27FC236}">
                <a16:creationId xmlns:a16="http://schemas.microsoft.com/office/drawing/2014/main" id="{7377554A-4E32-798C-9511-C3909DAD6F7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DC4B968-F33B-EB96-0066-85F089B38B24}"/>
              </a:ext>
            </a:extLst>
          </p:cNvPr>
          <p:cNvSpPr>
            <a:spLocks noGrp="1"/>
          </p:cNvSpPr>
          <p:nvPr>
            <p:ph type="sldNum" sz="quarter" idx="12"/>
          </p:nvPr>
        </p:nvSpPr>
        <p:spPr/>
        <p:txBody>
          <a:bodyPr/>
          <a:lstStyle>
            <a:lvl1pPr>
              <a:defRPr/>
            </a:lvl1pPr>
          </a:lstStyle>
          <a:p>
            <a:pPr>
              <a:defRPr/>
            </a:pPr>
            <a:fld id="{6B03E456-3E7D-42A1-8C7A-06E65B2A1F9A}" type="slidenum">
              <a:rPr lang="ar-SA" altLang="ar-IQ"/>
              <a:pPr>
                <a:defRPr/>
              </a:pPr>
              <a:t>‹#›</a:t>
            </a:fld>
            <a:endParaRPr lang="en-US" altLang="ar-IQ"/>
          </a:p>
        </p:txBody>
      </p:sp>
    </p:spTree>
    <p:extLst>
      <p:ext uri="{BB962C8B-B14F-4D97-AF65-F5344CB8AC3E}">
        <p14:creationId xmlns:p14="http://schemas.microsoft.com/office/powerpoint/2010/main" val="72994058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68171" y="408373"/>
            <a:ext cx="11014229" cy="1039427"/>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68171" y="1722438"/>
            <a:ext cx="5386917"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68171" y="2438400"/>
            <a:ext cx="5386917"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8" y="1722438"/>
            <a:ext cx="5389033" cy="639762"/>
          </a:xfrm>
        </p:spPr>
        <p:txBody>
          <a:bodyPr anchor="b">
            <a:noAutofit/>
          </a:bodyPr>
          <a:lstStyle>
            <a:lvl1pPr marL="0" indent="0" algn="ctr">
              <a:buNone/>
              <a:defRPr sz="2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438400"/>
            <a:ext cx="5389033"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26BED734-D5A6-7C84-E35A-DBB4AA457FE4}"/>
              </a:ext>
            </a:extLst>
          </p:cNvPr>
          <p:cNvSpPr>
            <a:spLocks noGrp="1"/>
          </p:cNvSpPr>
          <p:nvPr>
            <p:ph type="dt" sz="half" idx="10"/>
          </p:nvPr>
        </p:nvSpPr>
        <p:spPr/>
        <p:txBody>
          <a:bodyPr/>
          <a:lstStyle>
            <a:lvl1pPr>
              <a:defRPr/>
            </a:lvl1pPr>
          </a:lstStyle>
          <a:p>
            <a:pPr>
              <a:defRPr/>
            </a:pPr>
            <a:fld id="{6629E4F4-CC2E-4D3D-920B-D403FCAE4D73}" type="datetime1">
              <a:rPr lang="hy-AM"/>
              <a:pPr>
                <a:defRPr/>
              </a:pPr>
              <a:t>21.10.2026</a:t>
            </a:fld>
            <a:endParaRPr lang="en-US"/>
          </a:p>
        </p:txBody>
      </p:sp>
      <p:sp>
        <p:nvSpPr>
          <p:cNvPr id="8" name="Footer Placeholder 4">
            <a:extLst>
              <a:ext uri="{FF2B5EF4-FFF2-40B4-BE49-F238E27FC236}">
                <a16:creationId xmlns:a16="http://schemas.microsoft.com/office/drawing/2014/main" id="{78A76BFC-1910-D96F-4BE9-20B75332B3A4}"/>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BC926327-D15D-44F2-3AA7-74692AB222A7}"/>
              </a:ext>
            </a:extLst>
          </p:cNvPr>
          <p:cNvSpPr>
            <a:spLocks noGrp="1"/>
          </p:cNvSpPr>
          <p:nvPr>
            <p:ph type="sldNum" sz="quarter" idx="12"/>
          </p:nvPr>
        </p:nvSpPr>
        <p:spPr/>
        <p:txBody>
          <a:bodyPr/>
          <a:lstStyle>
            <a:lvl1pPr>
              <a:defRPr/>
            </a:lvl1pPr>
          </a:lstStyle>
          <a:p>
            <a:pPr>
              <a:defRPr/>
            </a:pPr>
            <a:fld id="{45A6E516-9796-4C16-898F-3C8392072D37}" type="slidenum">
              <a:rPr lang="ar-SA" altLang="ar-IQ"/>
              <a:pPr>
                <a:defRPr/>
              </a:pPr>
              <a:t>‹#›</a:t>
            </a:fld>
            <a:endParaRPr lang="en-US" altLang="ar-IQ"/>
          </a:p>
        </p:txBody>
      </p:sp>
    </p:spTree>
    <p:extLst>
      <p:ext uri="{BB962C8B-B14F-4D97-AF65-F5344CB8AC3E}">
        <p14:creationId xmlns:p14="http://schemas.microsoft.com/office/powerpoint/2010/main" val="19546430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B0DB05F1-3A1A-2F8B-3FBC-1A4ED395BC17}"/>
              </a:ext>
            </a:extLst>
          </p:cNvPr>
          <p:cNvSpPr>
            <a:spLocks noGrp="1"/>
          </p:cNvSpPr>
          <p:nvPr>
            <p:ph type="dt" sz="half" idx="10"/>
          </p:nvPr>
        </p:nvSpPr>
        <p:spPr/>
        <p:txBody>
          <a:bodyPr/>
          <a:lstStyle>
            <a:lvl1pPr>
              <a:defRPr/>
            </a:lvl1pPr>
          </a:lstStyle>
          <a:p>
            <a:pPr>
              <a:defRPr/>
            </a:pPr>
            <a:fld id="{055AE787-84E5-4F8E-86E3-5AD56B7410BA}" type="datetime1">
              <a:rPr lang="hy-AM"/>
              <a:pPr>
                <a:defRPr/>
              </a:pPr>
              <a:t>21.10.2026</a:t>
            </a:fld>
            <a:endParaRPr lang="en-US"/>
          </a:p>
        </p:txBody>
      </p:sp>
      <p:sp>
        <p:nvSpPr>
          <p:cNvPr id="4" name="Footer Placeholder 4">
            <a:extLst>
              <a:ext uri="{FF2B5EF4-FFF2-40B4-BE49-F238E27FC236}">
                <a16:creationId xmlns:a16="http://schemas.microsoft.com/office/drawing/2014/main" id="{D812356B-E3FE-0B71-3A6C-24B12EA61C95}"/>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9908142C-F5F4-1CE5-14AB-382B5E9E2A5D}"/>
              </a:ext>
            </a:extLst>
          </p:cNvPr>
          <p:cNvSpPr>
            <a:spLocks noGrp="1"/>
          </p:cNvSpPr>
          <p:nvPr>
            <p:ph type="sldNum" sz="quarter" idx="12"/>
          </p:nvPr>
        </p:nvSpPr>
        <p:spPr/>
        <p:txBody>
          <a:bodyPr/>
          <a:lstStyle>
            <a:lvl1pPr>
              <a:defRPr/>
            </a:lvl1pPr>
          </a:lstStyle>
          <a:p>
            <a:pPr>
              <a:defRPr/>
            </a:pPr>
            <a:fld id="{8D37295A-7625-49E2-BC2C-D7DABE35632D}" type="slidenum">
              <a:rPr lang="ar-SA" altLang="ar-IQ"/>
              <a:pPr>
                <a:defRPr/>
              </a:pPr>
              <a:t>‹#›</a:t>
            </a:fld>
            <a:endParaRPr lang="en-US" altLang="ar-IQ"/>
          </a:p>
        </p:txBody>
      </p:sp>
    </p:spTree>
    <p:extLst>
      <p:ext uri="{BB962C8B-B14F-4D97-AF65-F5344CB8AC3E}">
        <p14:creationId xmlns:p14="http://schemas.microsoft.com/office/powerpoint/2010/main" val="196581463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D464B4A4-702C-8A32-9352-813798D9D377}"/>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useBgFill="1">
        <p:nvSpPr>
          <p:cNvPr id="3" name="Rounded Rectangle 11">
            <a:extLst>
              <a:ext uri="{FF2B5EF4-FFF2-40B4-BE49-F238E27FC236}">
                <a16:creationId xmlns:a16="http://schemas.microsoft.com/office/drawing/2014/main" id="{D50B5A2C-E420-9E65-B00A-1C16DB25B2E5}"/>
              </a:ext>
            </a:extLst>
          </p:cNvPr>
          <p:cNvSpPr/>
          <p:nvPr/>
        </p:nvSpPr>
        <p:spPr>
          <a:xfrm>
            <a:off x="122238" y="101600"/>
            <a:ext cx="11947525"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4" name="Date Placeholder 1">
            <a:extLst>
              <a:ext uri="{FF2B5EF4-FFF2-40B4-BE49-F238E27FC236}">
                <a16:creationId xmlns:a16="http://schemas.microsoft.com/office/drawing/2014/main" id="{29F9F34B-9FAF-C498-4DE7-899BC2B7DD13}"/>
              </a:ext>
            </a:extLst>
          </p:cNvPr>
          <p:cNvSpPr>
            <a:spLocks noGrp="1"/>
          </p:cNvSpPr>
          <p:nvPr>
            <p:ph type="dt" sz="half" idx="10"/>
          </p:nvPr>
        </p:nvSpPr>
        <p:spPr/>
        <p:txBody>
          <a:bodyPr/>
          <a:lstStyle>
            <a:lvl1pPr>
              <a:defRPr/>
            </a:lvl1pPr>
          </a:lstStyle>
          <a:p>
            <a:pPr>
              <a:defRPr/>
            </a:pPr>
            <a:fld id="{0D2915D6-FD53-4B0A-8A9B-5F9584857808}" type="datetime1">
              <a:rPr lang="hy-AM"/>
              <a:pPr>
                <a:defRPr/>
              </a:pPr>
              <a:t>21.10.2026</a:t>
            </a:fld>
            <a:endParaRPr lang="en-US"/>
          </a:p>
        </p:txBody>
      </p:sp>
      <p:sp>
        <p:nvSpPr>
          <p:cNvPr id="5" name="Footer Placeholder 2">
            <a:extLst>
              <a:ext uri="{FF2B5EF4-FFF2-40B4-BE49-F238E27FC236}">
                <a16:creationId xmlns:a16="http://schemas.microsoft.com/office/drawing/2014/main" id="{D633210D-060C-6A53-AF90-7D5B1840990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3">
            <a:extLst>
              <a:ext uri="{FF2B5EF4-FFF2-40B4-BE49-F238E27FC236}">
                <a16:creationId xmlns:a16="http://schemas.microsoft.com/office/drawing/2014/main" id="{D13876C4-E375-FE7E-6782-F1652B9C45FB}"/>
              </a:ext>
            </a:extLst>
          </p:cNvPr>
          <p:cNvSpPr>
            <a:spLocks noGrp="1"/>
          </p:cNvSpPr>
          <p:nvPr>
            <p:ph type="sldNum" sz="quarter" idx="12"/>
          </p:nvPr>
        </p:nvSpPr>
        <p:spPr/>
        <p:txBody>
          <a:bodyPr/>
          <a:lstStyle>
            <a:lvl1pPr>
              <a:defRPr/>
            </a:lvl1pPr>
          </a:lstStyle>
          <a:p>
            <a:pPr>
              <a:defRPr/>
            </a:pPr>
            <a:fld id="{8C8756E3-74DD-4DFE-B9C7-CBAEC9BC764B}" type="slidenum">
              <a:rPr lang="ar-SA" altLang="ar-IQ"/>
              <a:pPr>
                <a:defRPr/>
              </a:pPr>
              <a:t>‹#›</a:t>
            </a:fld>
            <a:endParaRPr lang="en-US" altLang="ar-IQ"/>
          </a:p>
        </p:txBody>
      </p:sp>
    </p:spTree>
    <p:extLst>
      <p:ext uri="{BB962C8B-B14F-4D97-AF65-F5344CB8AC3E}">
        <p14:creationId xmlns:p14="http://schemas.microsoft.com/office/powerpoint/2010/main" val="3162090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10">
            <a:extLst>
              <a:ext uri="{FF2B5EF4-FFF2-40B4-BE49-F238E27FC236}">
                <a16:creationId xmlns:a16="http://schemas.microsoft.com/office/drawing/2014/main" id="{C4560AC8-02BE-73D2-2BEC-5AE8419E8AAF}"/>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useBgFill="1">
        <p:nvSpPr>
          <p:cNvPr id="6" name="Rounded Rectangle 11">
            <a:extLst>
              <a:ext uri="{FF2B5EF4-FFF2-40B4-BE49-F238E27FC236}">
                <a16:creationId xmlns:a16="http://schemas.microsoft.com/office/drawing/2014/main" id="{893BBB67-18E1-EFE6-30B1-6DDBDC63271A}"/>
              </a:ext>
            </a:extLst>
          </p:cNvPr>
          <p:cNvSpPr/>
          <p:nvPr/>
        </p:nvSpPr>
        <p:spPr>
          <a:xfrm>
            <a:off x="122238" y="101600"/>
            <a:ext cx="11947525"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7" name="Rectangle 12">
            <a:extLst>
              <a:ext uri="{FF2B5EF4-FFF2-40B4-BE49-F238E27FC236}">
                <a16:creationId xmlns:a16="http://schemas.microsoft.com/office/drawing/2014/main" id="{46F07A92-61DF-FAD0-183D-C15C32430E35}"/>
              </a:ext>
            </a:extLst>
          </p:cNvPr>
          <p:cNvSpPr/>
          <p:nvPr/>
        </p:nvSpPr>
        <p:spPr>
          <a:xfrm>
            <a:off x="746712" y="1505712"/>
            <a:ext cx="3622088"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8" name="Rectangle 13">
            <a:extLst>
              <a:ext uri="{FF2B5EF4-FFF2-40B4-BE49-F238E27FC236}">
                <a16:creationId xmlns:a16="http://schemas.microsoft.com/office/drawing/2014/main" id="{99FB1BE8-A79D-01B8-42A8-0A9878DC4C44}"/>
              </a:ext>
            </a:extLst>
          </p:cNvPr>
          <p:cNvSpPr/>
          <p:nvPr/>
        </p:nvSpPr>
        <p:spPr>
          <a:xfrm>
            <a:off x="901700" y="1643063"/>
            <a:ext cx="3313113" cy="3233737"/>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3" name="Content Placeholder 2"/>
          <p:cNvSpPr>
            <a:spLocks noGrp="1"/>
          </p:cNvSpPr>
          <p:nvPr>
            <p:ph idx="1"/>
          </p:nvPr>
        </p:nvSpPr>
        <p:spPr>
          <a:xfrm>
            <a:off x="5181600" y="685800"/>
            <a:ext cx="6096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5334" y="2971800"/>
            <a:ext cx="3064845"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Title 1"/>
          <p:cNvSpPr>
            <a:spLocks noGrp="1"/>
          </p:cNvSpPr>
          <p:nvPr>
            <p:ph type="title"/>
          </p:nvPr>
        </p:nvSpPr>
        <p:spPr>
          <a:xfrm>
            <a:off x="1025334" y="1734312"/>
            <a:ext cx="3064845" cy="1191620"/>
          </a:xfrm>
        </p:spPr>
        <p:txBody>
          <a:bodyPr anchor="b"/>
          <a:lstStyle>
            <a:lvl1pPr algn="l">
              <a:defRPr sz="2000" b="0">
                <a:solidFill>
                  <a:schemeClr val="accent1">
                    <a:lumMod val="75000"/>
                  </a:schemeClr>
                </a:solidFill>
              </a:defRPr>
            </a:lvl1pPr>
          </a:lstStyle>
          <a:p>
            <a:r>
              <a:rPr lang="en-US"/>
              <a:t>Click to edit Master title style</a:t>
            </a:r>
            <a:endParaRPr lang="en-US" dirty="0"/>
          </a:p>
        </p:txBody>
      </p:sp>
      <p:sp>
        <p:nvSpPr>
          <p:cNvPr id="9" name="Date Placeholder 4">
            <a:extLst>
              <a:ext uri="{FF2B5EF4-FFF2-40B4-BE49-F238E27FC236}">
                <a16:creationId xmlns:a16="http://schemas.microsoft.com/office/drawing/2014/main" id="{DF897D00-6448-8629-0BD9-94943E118D67}"/>
              </a:ext>
            </a:extLst>
          </p:cNvPr>
          <p:cNvSpPr>
            <a:spLocks noGrp="1"/>
          </p:cNvSpPr>
          <p:nvPr>
            <p:ph type="dt" sz="half" idx="10"/>
          </p:nvPr>
        </p:nvSpPr>
        <p:spPr/>
        <p:txBody>
          <a:bodyPr/>
          <a:lstStyle>
            <a:lvl1pPr>
              <a:defRPr/>
            </a:lvl1pPr>
          </a:lstStyle>
          <a:p>
            <a:pPr>
              <a:defRPr/>
            </a:pPr>
            <a:fld id="{93F1F809-C802-48F6-8E60-CC75DAC16E0A}" type="datetime1">
              <a:rPr lang="hy-AM"/>
              <a:pPr>
                <a:defRPr/>
              </a:pPr>
              <a:t>21.10.2026</a:t>
            </a:fld>
            <a:endParaRPr lang="en-US"/>
          </a:p>
        </p:txBody>
      </p:sp>
      <p:sp>
        <p:nvSpPr>
          <p:cNvPr id="10" name="Footer Placeholder 5">
            <a:extLst>
              <a:ext uri="{FF2B5EF4-FFF2-40B4-BE49-F238E27FC236}">
                <a16:creationId xmlns:a16="http://schemas.microsoft.com/office/drawing/2014/main" id="{D470A5DF-B1C1-CA23-6F4B-485A4A347A12}"/>
              </a:ext>
            </a:extLst>
          </p:cNvPr>
          <p:cNvSpPr>
            <a:spLocks noGrp="1"/>
          </p:cNvSpPr>
          <p:nvPr>
            <p:ph type="ftr" sz="quarter" idx="11"/>
          </p:nvPr>
        </p:nvSpPr>
        <p:spPr/>
        <p:txBody>
          <a:bodyPr/>
          <a:lstStyle>
            <a:lvl1pPr>
              <a:defRPr/>
            </a:lvl1pPr>
          </a:lstStyle>
          <a:p>
            <a:pPr>
              <a:defRPr/>
            </a:pPr>
            <a:endParaRPr lang="en-US"/>
          </a:p>
        </p:txBody>
      </p:sp>
      <p:sp>
        <p:nvSpPr>
          <p:cNvPr id="11" name="Slide Number Placeholder 6">
            <a:extLst>
              <a:ext uri="{FF2B5EF4-FFF2-40B4-BE49-F238E27FC236}">
                <a16:creationId xmlns:a16="http://schemas.microsoft.com/office/drawing/2014/main" id="{3198A87B-7D5B-AAE9-7F02-EB736A92F3F9}"/>
              </a:ext>
            </a:extLst>
          </p:cNvPr>
          <p:cNvSpPr>
            <a:spLocks noGrp="1"/>
          </p:cNvSpPr>
          <p:nvPr>
            <p:ph type="sldNum" sz="quarter" idx="12"/>
          </p:nvPr>
        </p:nvSpPr>
        <p:spPr/>
        <p:txBody>
          <a:bodyPr/>
          <a:lstStyle>
            <a:lvl1pPr>
              <a:defRPr/>
            </a:lvl1pPr>
          </a:lstStyle>
          <a:p>
            <a:pPr>
              <a:defRPr/>
            </a:pPr>
            <a:fld id="{AAFB8FA1-5F68-432A-9129-E383B88E6EB6}" type="slidenum">
              <a:rPr lang="ar-SA" altLang="ar-IQ"/>
              <a:pPr>
                <a:defRPr/>
              </a:pPr>
              <a:t>‹#›</a:t>
            </a:fld>
            <a:endParaRPr lang="en-US" altLang="ar-IQ"/>
          </a:p>
        </p:txBody>
      </p:sp>
    </p:spTree>
    <p:extLst>
      <p:ext uri="{BB962C8B-B14F-4D97-AF65-F5344CB8AC3E}">
        <p14:creationId xmlns:p14="http://schemas.microsoft.com/office/powerpoint/2010/main" val="198151634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10">
            <a:extLst>
              <a:ext uri="{FF2B5EF4-FFF2-40B4-BE49-F238E27FC236}">
                <a16:creationId xmlns:a16="http://schemas.microsoft.com/office/drawing/2014/main" id="{0A2857F1-0611-44A5-CB95-B28529B7E21D}"/>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useBgFill="1">
        <p:nvSpPr>
          <p:cNvPr id="6" name="Rounded Rectangle 11">
            <a:extLst>
              <a:ext uri="{FF2B5EF4-FFF2-40B4-BE49-F238E27FC236}">
                <a16:creationId xmlns:a16="http://schemas.microsoft.com/office/drawing/2014/main" id="{C3A14204-EF5E-CCDE-44A6-F77893FAB716}"/>
              </a:ext>
            </a:extLst>
          </p:cNvPr>
          <p:cNvSpPr/>
          <p:nvPr/>
        </p:nvSpPr>
        <p:spPr>
          <a:xfrm>
            <a:off x="122238" y="101600"/>
            <a:ext cx="11947525"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7" name="Rectangle 12">
            <a:extLst>
              <a:ext uri="{FF2B5EF4-FFF2-40B4-BE49-F238E27FC236}">
                <a16:creationId xmlns:a16="http://schemas.microsoft.com/office/drawing/2014/main" id="{EB6B7043-B8C5-3084-B8A7-00DDDE853806}"/>
              </a:ext>
            </a:extLst>
          </p:cNvPr>
          <p:cNvSpPr/>
          <p:nvPr/>
        </p:nvSpPr>
        <p:spPr>
          <a:xfrm>
            <a:off x="914400" y="4953000"/>
            <a:ext cx="10363200" cy="137160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8" name="Rectangle 13">
            <a:extLst>
              <a:ext uri="{FF2B5EF4-FFF2-40B4-BE49-F238E27FC236}">
                <a16:creationId xmlns:a16="http://schemas.microsoft.com/office/drawing/2014/main" id="{4814045C-BA09-824E-690B-B69772C09C49}"/>
              </a:ext>
            </a:extLst>
          </p:cNvPr>
          <p:cNvSpPr/>
          <p:nvPr/>
        </p:nvSpPr>
        <p:spPr>
          <a:xfrm>
            <a:off x="1016000" y="5029200"/>
            <a:ext cx="10134600" cy="1203325"/>
          </a:xfrm>
          <a:prstGeom prst="rect">
            <a:avLst/>
          </a:prstGeom>
          <a:solidFill>
            <a:srgbClr val="FFFFFF"/>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9" name="Rectangle 14">
            <a:extLst>
              <a:ext uri="{FF2B5EF4-FFF2-40B4-BE49-F238E27FC236}">
                <a16:creationId xmlns:a16="http://schemas.microsoft.com/office/drawing/2014/main" id="{7FC01A48-9B80-2636-0D23-9E93FBA45EFD}"/>
              </a:ext>
            </a:extLst>
          </p:cNvPr>
          <p:cNvSpPr/>
          <p:nvPr/>
        </p:nvSpPr>
        <p:spPr>
          <a:xfrm>
            <a:off x="1219200" y="5638800"/>
            <a:ext cx="9771063" cy="452438"/>
          </a:xfrm>
          <a:prstGeom prst="rect">
            <a:avLst/>
          </a:prstGeom>
          <a:solidFill>
            <a:schemeClr val="accent1"/>
          </a:solidFill>
          <a:ln w="6350" cmpd="dbl">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10" name="Rectangle 15">
            <a:extLst>
              <a:ext uri="{FF2B5EF4-FFF2-40B4-BE49-F238E27FC236}">
                <a16:creationId xmlns:a16="http://schemas.microsoft.com/office/drawing/2014/main" id="{434BD81E-611A-CF80-27D9-52ADFCB181B9}"/>
              </a:ext>
            </a:extLst>
          </p:cNvPr>
          <p:cNvSpPr/>
          <p:nvPr/>
        </p:nvSpPr>
        <p:spPr>
          <a:xfrm>
            <a:off x="806450" y="5075238"/>
            <a:ext cx="10596563" cy="1096962"/>
          </a:xfrm>
          <a:prstGeom prst="rect">
            <a:avLst/>
          </a:prstGeom>
          <a:noFill/>
          <a:ln w="6350" cmpd="dbl">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3" name="Picture Placeholder 2"/>
          <p:cNvSpPr>
            <a:spLocks noGrp="1"/>
          </p:cNvSpPr>
          <p:nvPr>
            <p:ph type="pic" idx="1"/>
          </p:nvPr>
        </p:nvSpPr>
        <p:spPr>
          <a:xfrm>
            <a:off x="914400" y="621437"/>
            <a:ext cx="10363200" cy="4331564"/>
          </a:xfrm>
          <a:solidFill>
            <a:schemeClr val="bg2"/>
          </a:solidFill>
          <a:ln>
            <a:noFill/>
          </a:ln>
          <a:effectLst>
            <a:softEdge rad="12700"/>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275052" y="5656557"/>
            <a:ext cx="9659648" cy="401715"/>
          </a:xfrm>
        </p:spPr>
        <p:txBody>
          <a:bodyPr anchor="ctr">
            <a:normAutofit/>
          </a:bodyPr>
          <a:lstStyle>
            <a:lvl1pPr marL="0" indent="0" algn="ctr">
              <a:buNone/>
              <a:defRPr sz="1500" cap="all" spc="250" baseline="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Title 1"/>
          <p:cNvSpPr>
            <a:spLocks noGrp="1"/>
          </p:cNvSpPr>
          <p:nvPr>
            <p:ph type="title"/>
          </p:nvPr>
        </p:nvSpPr>
        <p:spPr>
          <a:xfrm>
            <a:off x="1219200" y="5105401"/>
            <a:ext cx="9771352" cy="523043"/>
          </a:xfrm>
        </p:spPr>
        <p:txBody>
          <a:bodyPr anchorCtr="0"/>
          <a:lstStyle>
            <a:lvl1pPr algn="ctr">
              <a:defRPr sz="2000" b="0">
                <a:solidFill>
                  <a:schemeClr val="accent1">
                    <a:lumMod val="75000"/>
                  </a:schemeClr>
                </a:solidFill>
              </a:defRPr>
            </a:lvl1pPr>
          </a:lstStyle>
          <a:p>
            <a:r>
              <a:rPr lang="en-US"/>
              <a:t>Click to edit Master title style</a:t>
            </a:r>
            <a:endParaRPr lang="en-US" dirty="0"/>
          </a:p>
        </p:txBody>
      </p:sp>
      <p:sp>
        <p:nvSpPr>
          <p:cNvPr id="11" name="Date Placeholder 4">
            <a:extLst>
              <a:ext uri="{FF2B5EF4-FFF2-40B4-BE49-F238E27FC236}">
                <a16:creationId xmlns:a16="http://schemas.microsoft.com/office/drawing/2014/main" id="{AC388963-CDAA-1328-A9D1-8D0EF9E49598}"/>
              </a:ext>
            </a:extLst>
          </p:cNvPr>
          <p:cNvSpPr>
            <a:spLocks noGrp="1"/>
          </p:cNvSpPr>
          <p:nvPr>
            <p:ph type="dt" sz="half" idx="10"/>
          </p:nvPr>
        </p:nvSpPr>
        <p:spPr/>
        <p:txBody>
          <a:bodyPr/>
          <a:lstStyle>
            <a:lvl1pPr>
              <a:defRPr/>
            </a:lvl1pPr>
          </a:lstStyle>
          <a:p>
            <a:pPr>
              <a:defRPr/>
            </a:pPr>
            <a:fld id="{33ED88EE-9899-4E27-BE94-6E138936684D}" type="datetime1">
              <a:rPr lang="hy-AM"/>
              <a:pPr>
                <a:defRPr/>
              </a:pPr>
              <a:t>21.10.2026</a:t>
            </a:fld>
            <a:endParaRPr lang="en-US"/>
          </a:p>
        </p:txBody>
      </p:sp>
      <p:sp>
        <p:nvSpPr>
          <p:cNvPr id="12" name="Slide Number Placeholder 6">
            <a:extLst>
              <a:ext uri="{FF2B5EF4-FFF2-40B4-BE49-F238E27FC236}">
                <a16:creationId xmlns:a16="http://schemas.microsoft.com/office/drawing/2014/main" id="{B60C4290-8B16-29C6-4FBE-0A2D210AEF5D}"/>
              </a:ext>
            </a:extLst>
          </p:cNvPr>
          <p:cNvSpPr>
            <a:spLocks noGrp="1"/>
          </p:cNvSpPr>
          <p:nvPr>
            <p:ph type="sldNum" sz="quarter" idx="11"/>
          </p:nvPr>
        </p:nvSpPr>
        <p:spPr/>
        <p:txBody>
          <a:bodyPr/>
          <a:lstStyle>
            <a:lvl1pPr>
              <a:defRPr/>
            </a:lvl1pPr>
          </a:lstStyle>
          <a:p>
            <a:pPr>
              <a:defRPr/>
            </a:pPr>
            <a:fld id="{4C0611F8-451F-4580-AF12-3AAA4818CF6A}" type="slidenum">
              <a:rPr lang="ar-SA" altLang="ar-IQ"/>
              <a:pPr>
                <a:defRPr/>
              </a:pPr>
              <a:t>‹#›</a:t>
            </a:fld>
            <a:endParaRPr lang="en-US" altLang="ar-IQ"/>
          </a:p>
        </p:txBody>
      </p:sp>
      <p:sp>
        <p:nvSpPr>
          <p:cNvPr id="13" name="Footer Placeholder 5">
            <a:extLst>
              <a:ext uri="{FF2B5EF4-FFF2-40B4-BE49-F238E27FC236}">
                <a16:creationId xmlns:a16="http://schemas.microsoft.com/office/drawing/2014/main" id="{E0070848-04CD-C4B1-7562-C67284E53F3D}"/>
              </a:ext>
            </a:extLst>
          </p:cNvPr>
          <p:cNvSpPr>
            <a:spLocks noGrp="1"/>
          </p:cNvSpPr>
          <p:nvPr>
            <p:ph type="ftr"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322139472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287FE9-26D1-8114-743D-D73AA7043081}"/>
              </a:ext>
            </a:extLst>
          </p:cNvPr>
          <p:cNvSpPr>
            <a:spLocks noGrp="1"/>
          </p:cNvSpPr>
          <p:nvPr>
            <p:ph type="dt" sz="half" idx="10"/>
          </p:nvPr>
        </p:nvSpPr>
        <p:spPr/>
        <p:txBody>
          <a:bodyPr/>
          <a:lstStyle>
            <a:lvl1pPr>
              <a:defRPr/>
            </a:lvl1pPr>
          </a:lstStyle>
          <a:p>
            <a:pPr>
              <a:defRPr/>
            </a:pPr>
            <a:fld id="{6E182428-42E6-4E21-8B8B-F7FFC6B19C20}" type="datetime1">
              <a:rPr lang="hy-AM"/>
              <a:pPr>
                <a:defRPr/>
              </a:pPr>
              <a:t>21.10.2026</a:t>
            </a:fld>
            <a:endParaRPr lang="en-US"/>
          </a:p>
        </p:txBody>
      </p:sp>
      <p:sp>
        <p:nvSpPr>
          <p:cNvPr id="5" name="Footer Placeholder 4">
            <a:extLst>
              <a:ext uri="{FF2B5EF4-FFF2-40B4-BE49-F238E27FC236}">
                <a16:creationId xmlns:a16="http://schemas.microsoft.com/office/drawing/2014/main" id="{0FAD75B7-A0E2-57AA-E253-E551EF4F33D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BF98895-A7A5-3C50-05F5-D2B3F4798313}"/>
              </a:ext>
            </a:extLst>
          </p:cNvPr>
          <p:cNvSpPr>
            <a:spLocks noGrp="1"/>
          </p:cNvSpPr>
          <p:nvPr>
            <p:ph type="sldNum" sz="quarter" idx="12"/>
          </p:nvPr>
        </p:nvSpPr>
        <p:spPr/>
        <p:txBody>
          <a:bodyPr/>
          <a:lstStyle>
            <a:lvl1pPr>
              <a:defRPr/>
            </a:lvl1pPr>
          </a:lstStyle>
          <a:p>
            <a:pPr>
              <a:defRPr/>
            </a:pPr>
            <a:fld id="{0A305F2E-524A-487C-9F43-031BDCF3EE4E}" type="slidenum">
              <a:rPr lang="ar-SA" altLang="ar-IQ"/>
              <a:pPr>
                <a:defRPr/>
              </a:pPr>
              <a:t>‹#›</a:t>
            </a:fld>
            <a:endParaRPr lang="en-US" altLang="ar-IQ"/>
          </a:p>
        </p:txBody>
      </p:sp>
    </p:spTree>
    <p:extLst>
      <p:ext uri="{BB962C8B-B14F-4D97-AF65-F5344CB8AC3E}">
        <p14:creationId xmlns:p14="http://schemas.microsoft.com/office/powerpoint/2010/main" val="178844774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10">
            <a:extLst>
              <a:ext uri="{FF2B5EF4-FFF2-40B4-BE49-F238E27FC236}">
                <a16:creationId xmlns:a16="http://schemas.microsoft.com/office/drawing/2014/main" id="{A1A33A35-3FAF-273C-D155-3F98BCE0D4AA}"/>
              </a:ext>
            </a:extLst>
          </p:cNvPr>
          <p:cNvSpPr/>
          <p:nvPr/>
        </p:nvSpPr>
        <p:spPr>
          <a:xfrm>
            <a:off x="9148763" y="228600"/>
            <a:ext cx="2479675" cy="6122988"/>
          </a:xfrm>
          <a:prstGeom prst="rect">
            <a:avLst/>
          </a:prstGeom>
          <a:solidFill>
            <a:srgbClr val="FFFFFF">
              <a:alpha val="8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11">
            <a:extLst>
              <a:ext uri="{FF2B5EF4-FFF2-40B4-BE49-F238E27FC236}">
                <a16:creationId xmlns:a16="http://schemas.microsoft.com/office/drawing/2014/main" id="{18EF7756-957C-63D9-18D3-00A32371C95A}"/>
              </a:ext>
            </a:extLst>
          </p:cNvPr>
          <p:cNvSpPr/>
          <p:nvPr/>
        </p:nvSpPr>
        <p:spPr>
          <a:xfrm>
            <a:off x="9272588" y="350838"/>
            <a:ext cx="2232025" cy="5876925"/>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2" name="Vertical Title 1"/>
          <p:cNvSpPr>
            <a:spLocks noGrp="1"/>
          </p:cNvSpPr>
          <p:nvPr>
            <p:ph type="title" orient="vert"/>
          </p:nvPr>
        </p:nvSpPr>
        <p:spPr>
          <a:xfrm>
            <a:off x="9398103" y="395428"/>
            <a:ext cx="1980708" cy="578898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09600" y="381000"/>
            <a:ext cx="8229600" cy="5791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a:extLst>
              <a:ext uri="{FF2B5EF4-FFF2-40B4-BE49-F238E27FC236}">
                <a16:creationId xmlns:a16="http://schemas.microsoft.com/office/drawing/2014/main" id="{33044B7E-FF2A-8CE0-4E9E-4C8B7BC0863E}"/>
              </a:ext>
            </a:extLst>
          </p:cNvPr>
          <p:cNvSpPr>
            <a:spLocks noGrp="1"/>
          </p:cNvSpPr>
          <p:nvPr>
            <p:ph type="dt" sz="half" idx="10"/>
          </p:nvPr>
        </p:nvSpPr>
        <p:spPr/>
        <p:txBody>
          <a:bodyPr/>
          <a:lstStyle>
            <a:lvl1pPr>
              <a:defRPr/>
            </a:lvl1pPr>
          </a:lstStyle>
          <a:p>
            <a:pPr>
              <a:defRPr/>
            </a:pPr>
            <a:fld id="{26EFE16A-6E5F-454A-8304-809808B28CF3}" type="datetime1">
              <a:rPr lang="hy-AM"/>
              <a:pPr>
                <a:defRPr/>
              </a:pPr>
              <a:t>21.10.2026</a:t>
            </a:fld>
            <a:endParaRPr lang="en-US"/>
          </a:p>
        </p:txBody>
      </p:sp>
      <p:sp>
        <p:nvSpPr>
          <p:cNvPr id="7" name="Footer Placeholder 4">
            <a:extLst>
              <a:ext uri="{FF2B5EF4-FFF2-40B4-BE49-F238E27FC236}">
                <a16:creationId xmlns:a16="http://schemas.microsoft.com/office/drawing/2014/main" id="{11CECC14-E62F-22AD-0AAF-C1380E6364F3}"/>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F82C337E-CE5F-66C7-8956-A5CDCC207275}"/>
              </a:ext>
            </a:extLst>
          </p:cNvPr>
          <p:cNvSpPr>
            <a:spLocks noGrp="1"/>
          </p:cNvSpPr>
          <p:nvPr>
            <p:ph type="sldNum" sz="quarter" idx="12"/>
          </p:nvPr>
        </p:nvSpPr>
        <p:spPr/>
        <p:txBody>
          <a:bodyPr/>
          <a:lstStyle>
            <a:lvl1pPr>
              <a:defRPr/>
            </a:lvl1pPr>
          </a:lstStyle>
          <a:p>
            <a:pPr>
              <a:defRPr/>
            </a:pPr>
            <a:fld id="{2C0E22DD-AB23-420A-B264-4B505C75F84F}" type="slidenum">
              <a:rPr lang="ar-SA" altLang="ar-IQ"/>
              <a:pPr>
                <a:defRPr/>
              </a:pPr>
              <a:t>‹#›</a:t>
            </a:fld>
            <a:endParaRPr lang="en-US" altLang="ar-IQ"/>
          </a:p>
        </p:txBody>
      </p:sp>
    </p:spTree>
    <p:extLst>
      <p:ext uri="{BB962C8B-B14F-4D97-AF65-F5344CB8AC3E}">
        <p14:creationId xmlns:p14="http://schemas.microsoft.com/office/powerpoint/2010/main" val="246186958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0FAE1EF8-F6DB-B39C-A7E1-00ED19922739}"/>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E3559043-6EA0-B165-25FE-BFF7958CB6AC}"/>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044FDE47-C278-DB60-2B35-B388F0830712}"/>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B859A526-73C0-6E9E-3CF6-B46F8314ED12}"/>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E909450E-F5C2-493C-3074-60430E81ABAD}"/>
              </a:ext>
            </a:extLst>
          </p:cNvPr>
          <p:cNvSpPr>
            <a:spLocks noGrp="1" noChangeArrowheads="1"/>
          </p:cNvSpPr>
          <p:nvPr>
            <p:ph type="dt" sz="half" idx="10"/>
          </p:nvPr>
        </p:nvSpPr>
        <p:spPr/>
        <p:txBody>
          <a:bodyPr/>
          <a:lstStyle>
            <a:lvl1pPr>
              <a:defRPr/>
            </a:lvl1pPr>
          </a:lstStyle>
          <a:p>
            <a:pPr>
              <a:defRPr/>
            </a:pPr>
            <a:fld id="{A8B68769-B32B-4B3E-95CA-7123860B3FF5}" type="datetime1">
              <a:rPr lang="hy-AM"/>
              <a:pPr>
                <a:defRPr/>
              </a:pPr>
              <a:t>21.10.2026</a:t>
            </a:fld>
            <a:endParaRPr lang="en-US"/>
          </a:p>
        </p:txBody>
      </p:sp>
      <p:sp>
        <p:nvSpPr>
          <p:cNvPr id="7" name="Rectangle 9">
            <a:extLst>
              <a:ext uri="{FF2B5EF4-FFF2-40B4-BE49-F238E27FC236}">
                <a16:creationId xmlns:a16="http://schemas.microsoft.com/office/drawing/2014/main" id="{EB4D25CB-F055-64DA-BDFB-14902F2BA24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518D2292-D6A6-F23F-1016-9465C32B0139}"/>
              </a:ext>
            </a:extLst>
          </p:cNvPr>
          <p:cNvSpPr>
            <a:spLocks noGrp="1" noChangeArrowheads="1"/>
          </p:cNvSpPr>
          <p:nvPr>
            <p:ph type="sldNum" sz="quarter" idx="12"/>
          </p:nvPr>
        </p:nvSpPr>
        <p:spPr/>
        <p:txBody>
          <a:bodyPr/>
          <a:lstStyle>
            <a:lvl1pPr>
              <a:defRPr/>
            </a:lvl1pPr>
          </a:lstStyle>
          <a:p>
            <a:pPr>
              <a:defRPr/>
            </a:pPr>
            <a:fld id="{183B1906-4323-4146-BA0D-BB2235A3108E}" type="slidenum">
              <a:rPr lang="ar-SA" altLang="ar-IQ"/>
              <a:pPr>
                <a:defRPr/>
              </a:pPr>
              <a:t>‹#›</a:t>
            </a:fld>
            <a:endParaRPr lang="en-US" altLang="ar-IQ"/>
          </a:p>
        </p:txBody>
      </p:sp>
    </p:spTree>
    <p:extLst>
      <p:ext uri="{BB962C8B-B14F-4D97-AF65-F5344CB8AC3E}">
        <p14:creationId xmlns:p14="http://schemas.microsoft.com/office/powerpoint/2010/main" val="2740393016"/>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50259E14-0CCD-423B-326C-4B8388C31C17}"/>
              </a:ext>
            </a:extLst>
          </p:cNvPr>
          <p:cNvSpPr>
            <a:spLocks noGrp="1" noChangeArrowheads="1"/>
          </p:cNvSpPr>
          <p:nvPr>
            <p:ph type="dt" sz="half" idx="10"/>
          </p:nvPr>
        </p:nvSpPr>
        <p:spPr/>
        <p:txBody>
          <a:bodyPr/>
          <a:lstStyle>
            <a:lvl1pPr>
              <a:defRPr/>
            </a:lvl1pPr>
          </a:lstStyle>
          <a:p>
            <a:pPr>
              <a:defRPr/>
            </a:pPr>
            <a:fld id="{087717B2-CFF6-4817-8182-180F63605E26}" type="datetime1">
              <a:rPr lang="hy-AM"/>
              <a:pPr>
                <a:defRPr/>
              </a:pPr>
              <a:t>21.10.2026</a:t>
            </a:fld>
            <a:endParaRPr lang="en-US"/>
          </a:p>
        </p:txBody>
      </p:sp>
      <p:sp>
        <p:nvSpPr>
          <p:cNvPr id="5" name="Rectangle 9">
            <a:extLst>
              <a:ext uri="{FF2B5EF4-FFF2-40B4-BE49-F238E27FC236}">
                <a16:creationId xmlns:a16="http://schemas.microsoft.com/office/drawing/2014/main" id="{695FA89D-73CA-2EA3-839A-732134537F0B}"/>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847A6A01-6FCB-A530-03DE-BB58E1E8D123}"/>
              </a:ext>
            </a:extLst>
          </p:cNvPr>
          <p:cNvSpPr>
            <a:spLocks noGrp="1" noChangeArrowheads="1"/>
          </p:cNvSpPr>
          <p:nvPr>
            <p:ph type="sldNum" sz="quarter" idx="12"/>
          </p:nvPr>
        </p:nvSpPr>
        <p:spPr/>
        <p:txBody>
          <a:bodyPr/>
          <a:lstStyle>
            <a:lvl1pPr>
              <a:defRPr/>
            </a:lvl1pPr>
          </a:lstStyle>
          <a:p>
            <a:pPr>
              <a:defRPr/>
            </a:pPr>
            <a:fld id="{873A36C6-C48D-45BB-9142-8A018F77581B}" type="slidenum">
              <a:rPr lang="ar-SA" altLang="ar-IQ"/>
              <a:pPr>
                <a:defRPr/>
              </a:pPr>
              <a:t>‹#›</a:t>
            </a:fld>
            <a:endParaRPr lang="en-US" altLang="ar-IQ"/>
          </a:p>
        </p:txBody>
      </p:sp>
    </p:spTree>
    <p:extLst>
      <p:ext uri="{BB962C8B-B14F-4D97-AF65-F5344CB8AC3E}">
        <p14:creationId xmlns:p14="http://schemas.microsoft.com/office/powerpoint/2010/main" val="3926149406"/>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1A65D287-2DE8-6523-0320-3B87303B5C38}"/>
              </a:ext>
            </a:extLst>
          </p:cNvPr>
          <p:cNvSpPr>
            <a:spLocks noGrp="1" noChangeArrowheads="1"/>
          </p:cNvSpPr>
          <p:nvPr>
            <p:ph type="dt" sz="half" idx="10"/>
          </p:nvPr>
        </p:nvSpPr>
        <p:spPr/>
        <p:txBody>
          <a:bodyPr/>
          <a:lstStyle>
            <a:lvl1pPr>
              <a:defRPr/>
            </a:lvl1pPr>
          </a:lstStyle>
          <a:p>
            <a:pPr>
              <a:defRPr/>
            </a:pPr>
            <a:fld id="{2DC3167D-A16E-4027-A92A-E1B01B7A2EF0}" type="datetime1">
              <a:rPr lang="hy-AM"/>
              <a:pPr>
                <a:defRPr/>
              </a:pPr>
              <a:t>21.10.2026</a:t>
            </a:fld>
            <a:endParaRPr lang="en-US"/>
          </a:p>
        </p:txBody>
      </p:sp>
      <p:sp>
        <p:nvSpPr>
          <p:cNvPr id="5" name="Rectangle 9">
            <a:extLst>
              <a:ext uri="{FF2B5EF4-FFF2-40B4-BE49-F238E27FC236}">
                <a16:creationId xmlns:a16="http://schemas.microsoft.com/office/drawing/2014/main" id="{6F829AE6-D6FC-A578-719D-24396E011A09}"/>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5B79D210-70C5-A381-78D5-B08B54EAE774}"/>
              </a:ext>
            </a:extLst>
          </p:cNvPr>
          <p:cNvSpPr>
            <a:spLocks noGrp="1" noChangeArrowheads="1"/>
          </p:cNvSpPr>
          <p:nvPr>
            <p:ph type="sldNum" sz="quarter" idx="12"/>
          </p:nvPr>
        </p:nvSpPr>
        <p:spPr/>
        <p:txBody>
          <a:bodyPr/>
          <a:lstStyle>
            <a:lvl1pPr>
              <a:defRPr/>
            </a:lvl1pPr>
          </a:lstStyle>
          <a:p>
            <a:pPr>
              <a:defRPr/>
            </a:pPr>
            <a:fld id="{C9BB0710-C9E4-48F0-9C10-69C2B2C53B90}" type="slidenum">
              <a:rPr lang="ar-SA" altLang="ar-IQ"/>
              <a:pPr>
                <a:defRPr/>
              </a:pPr>
              <a:t>‹#›</a:t>
            </a:fld>
            <a:endParaRPr lang="en-US" altLang="ar-IQ"/>
          </a:p>
        </p:txBody>
      </p:sp>
    </p:spTree>
    <p:extLst>
      <p:ext uri="{BB962C8B-B14F-4D97-AF65-F5344CB8AC3E}">
        <p14:creationId xmlns:p14="http://schemas.microsoft.com/office/powerpoint/2010/main" val="643128826"/>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5820B87C-4C18-40E4-D7A2-8CC8F9BB622D}"/>
              </a:ext>
            </a:extLst>
          </p:cNvPr>
          <p:cNvSpPr>
            <a:spLocks noGrp="1" noChangeArrowheads="1"/>
          </p:cNvSpPr>
          <p:nvPr>
            <p:ph type="dt" sz="half" idx="10"/>
          </p:nvPr>
        </p:nvSpPr>
        <p:spPr/>
        <p:txBody>
          <a:bodyPr/>
          <a:lstStyle>
            <a:lvl1pPr>
              <a:defRPr/>
            </a:lvl1pPr>
          </a:lstStyle>
          <a:p>
            <a:pPr>
              <a:defRPr/>
            </a:pPr>
            <a:fld id="{8A1B6E42-2F09-40D0-B71D-B312B1DE9833}" type="datetime1">
              <a:rPr lang="hy-AM"/>
              <a:pPr>
                <a:defRPr/>
              </a:pPr>
              <a:t>21.10.2026</a:t>
            </a:fld>
            <a:endParaRPr lang="en-US"/>
          </a:p>
        </p:txBody>
      </p:sp>
      <p:sp>
        <p:nvSpPr>
          <p:cNvPr id="6" name="Rectangle 9">
            <a:extLst>
              <a:ext uri="{FF2B5EF4-FFF2-40B4-BE49-F238E27FC236}">
                <a16:creationId xmlns:a16="http://schemas.microsoft.com/office/drawing/2014/main" id="{E7EBF5E7-508B-82B6-EB40-FB9E4AE3B5ED}"/>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64424FE3-9B95-9066-C141-9FD4615E5E4D}"/>
              </a:ext>
            </a:extLst>
          </p:cNvPr>
          <p:cNvSpPr>
            <a:spLocks noGrp="1" noChangeArrowheads="1"/>
          </p:cNvSpPr>
          <p:nvPr>
            <p:ph type="sldNum" sz="quarter" idx="12"/>
          </p:nvPr>
        </p:nvSpPr>
        <p:spPr/>
        <p:txBody>
          <a:bodyPr/>
          <a:lstStyle>
            <a:lvl1pPr>
              <a:defRPr/>
            </a:lvl1pPr>
          </a:lstStyle>
          <a:p>
            <a:pPr>
              <a:defRPr/>
            </a:pPr>
            <a:fld id="{605FC02C-9405-4E9F-8DB5-F4C8D6FA3B28}" type="slidenum">
              <a:rPr lang="ar-SA" altLang="ar-IQ"/>
              <a:pPr>
                <a:defRPr/>
              </a:pPr>
              <a:t>‹#›</a:t>
            </a:fld>
            <a:endParaRPr lang="en-US" altLang="ar-IQ"/>
          </a:p>
        </p:txBody>
      </p:sp>
    </p:spTree>
    <p:extLst>
      <p:ext uri="{BB962C8B-B14F-4D97-AF65-F5344CB8AC3E}">
        <p14:creationId xmlns:p14="http://schemas.microsoft.com/office/powerpoint/2010/main" val="2821451767"/>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383BE5AD-5FD5-6EAE-66B0-9247981CA073}"/>
              </a:ext>
            </a:extLst>
          </p:cNvPr>
          <p:cNvSpPr>
            <a:spLocks noGrp="1" noChangeArrowheads="1"/>
          </p:cNvSpPr>
          <p:nvPr>
            <p:ph type="dt" sz="half" idx="10"/>
          </p:nvPr>
        </p:nvSpPr>
        <p:spPr/>
        <p:txBody>
          <a:bodyPr/>
          <a:lstStyle>
            <a:lvl1pPr>
              <a:defRPr/>
            </a:lvl1pPr>
          </a:lstStyle>
          <a:p>
            <a:pPr>
              <a:defRPr/>
            </a:pPr>
            <a:fld id="{5021B94F-B401-4821-9CA2-59E3D7FEDB6B}" type="datetime1">
              <a:rPr lang="hy-AM"/>
              <a:pPr>
                <a:defRPr/>
              </a:pPr>
              <a:t>21.10.2026</a:t>
            </a:fld>
            <a:endParaRPr lang="en-US"/>
          </a:p>
        </p:txBody>
      </p:sp>
      <p:sp>
        <p:nvSpPr>
          <p:cNvPr id="8" name="Rectangle 9">
            <a:extLst>
              <a:ext uri="{FF2B5EF4-FFF2-40B4-BE49-F238E27FC236}">
                <a16:creationId xmlns:a16="http://schemas.microsoft.com/office/drawing/2014/main" id="{DDB82EC4-BC61-4B3B-D5F6-9BE99FCCE055}"/>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EE8C8400-0D2F-EAAE-6D22-DE5BB68D8715}"/>
              </a:ext>
            </a:extLst>
          </p:cNvPr>
          <p:cNvSpPr>
            <a:spLocks noGrp="1" noChangeArrowheads="1"/>
          </p:cNvSpPr>
          <p:nvPr>
            <p:ph type="sldNum" sz="quarter" idx="12"/>
          </p:nvPr>
        </p:nvSpPr>
        <p:spPr/>
        <p:txBody>
          <a:bodyPr/>
          <a:lstStyle>
            <a:lvl1pPr>
              <a:defRPr/>
            </a:lvl1pPr>
          </a:lstStyle>
          <a:p>
            <a:pPr>
              <a:defRPr/>
            </a:pPr>
            <a:fld id="{06DB0CE6-3B7F-43A3-84BA-9A24A07C0259}" type="slidenum">
              <a:rPr lang="ar-SA" altLang="ar-IQ"/>
              <a:pPr>
                <a:defRPr/>
              </a:pPr>
              <a:t>‹#›</a:t>
            </a:fld>
            <a:endParaRPr lang="en-US" altLang="ar-IQ"/>
          </a:p>
        </p:txBody>
      </p:sp>
    </p:spTree>
    <p:extLst>
      <p:ext uri="{BB962C8B-B14F-4D97-AF65-F5344CB8AC3E}">
        <p14:creationId xmlns:p14="http://schemas.microsoft.com/office/powerpoint/2010/main" val="4008731832"/>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1CAAD8BE-8161-62EA-E71A-59F76D6B0098}"/>
              </a:ext>
            </a:extLst>
          </p:cNvPr>
          <p:cNvSpPr>
            <a:spLocks noGrp="1" noChangeArrowheads="1"/>
          </p:cNvSpPr>
          <p:nvPr>
            <p:ph type="dt" sz="half" idx="10"/>
          </p:nvPr>
        </p:nvSpPr>
        <p:spPr/>
        <p:txBody>
          <a:bodyPr/>
          <a:lstStyle>
            <a:lvl1pPr>
              <a:defRPr/>
            </a:lvl1pPr>
          </a:lstStyle>
          <a:p>
            <a:pPr>
              <a:defRPr/>
            </a:pPr>
            <a:fld id="{B9174EA8-AA36-4BDD-94B3-4FF7E41AE858}" type="datetime1">
              <a:rPr lang="hy-AM"/>
              <a:pPr>
                <a:defRPr/>
              </a:pPr>
              <a:t>21.10.2026</a:t>
            </a:fld>
            <a:endParaRPr lang="en-US"/>
          </a:p>
        </p:txBody>
      </p:sp>
      <p:sp>
        <p:nvSpPr>
          <p:cNvPr id="4" name="Rectangle 9">
            <a:extLst>
              <a:ext uri="{FF2B5EF4-FFF2-40B4-BE49-F238E27FC236}">
                <a16:creationId xmlns:a16="http://schemas.microsoft.com/office/drawing/2014/main" id="{66A2307F-D099-2B05-EEA0-853460120032}"/>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4F36BF88-7A9B-A458-9CE2-FC0FC54077A9}"/>
              </a:ext>
            </a:extLst>
          </p:cNvPr>
          <p:cNvSpPr>
            <a:spLocks noGrp="1" noChangeArrowheads="1"/>
          </p:cNvSpPr>
          <p:nvPr>
            <p:ph type="sldNum" sz="quarter" idx="12"/>
          </p:nvPr>
        </p:nvSpPr>
        <p:spPr/>
        <p:txBody>
          <a:bodyPr/>
          <a:lstStyle>
            <a:lvl1pPr>
              <a:defRPr/>
            </a:lvl1pPr>
          </a:lstStyle>
          <a:p>
            <a:pPr>
              <a:defRPr/>
            </a:pPr>
            <a:fld id="{549D0F2B-3F12-4553-869C-D20871F7B64A}" type="slidenum">
              <a:rPr lang="ar-SA" altLang="ar-IQ"/>
              <a:pPr>
                <a:defRPr/>
              </a:pPr>
              <a:t>‹#›</a:t>
            </a:fld>
            <a:endParaRPr lang="en-US" altLang="ar-IQ"/>
          </a:p>
        </p:txBody>
      </p:sp>
    </p:spTree>
    <p:extLst>
      <p:ext uri="{BB962C8B-B14F-4D97-AF65-F5344CB8AC3E}">
        <p14:creationId xmlns:p14="http://schemas.microsoft.com/office/powerpoint/2010/main" val="208458562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ECD6C981-E30F-0EEE-7B2D-9EDB2C4FE471}"/>
              </a:ext>
            </a:extLst>
          </p:cNvPr>
          <p:cNvSpPr>
            <a:spLocks noGrp="1" noChangeArrowheads="1"/>
          </p:cNvSpPr>
          <p:nvPr>
            <p:ph type="dt" sz="half" idx="10"/>
          </p:nvPr>
        </p:nvSpPr>
        <p:spPr/>
        <p:txBody>
          <a:bodyPr/>
          <a:lstStyle>
            <a:lvl1pPr>
              <a:defRPr/>
            </a:lvl1pPr>
          </a:lstStyle>
          <a:p>
            <a:pPr>
              <a:defRPr/>
            </a:pPr>
            <a:fld id="{7CD64991-4CAD-48C7-A401-FD7DB7E204F2}" type="datetime1">
              <a:rPr lang="hy-AM"/>
              <a:pPr>
                <a:defRPr/>
              </a:pPr>
              <a:t>21.10.2026</a:t>
            </a:fld>
            <a:endParaRPr lang="en-US"/>
          </a:p>
        </p:txBody>
      </p:sp>
      <p:sp>
        <p:nvSpPr>
          <p:cNvPr id="3" name="Rectangle 9">
            <a:extLst>
              <a:ext uri="{FF2B5EF4-FFF2-40B4-BE49-F238E27FC236}">
                <a16:creationId xmlns:a16="http://schemas.microsoft.com/office/drawing/2014/main" id="{63D662A9-8AC3-B40A-F289-31FDDD1F9926}"/>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08BA397F-5979-2585-D0F8-FE1E65E1F763}"/>
              </a:ext>
            </a:extLst>
          </p:cNvPr>
          <p:cNvSpPr>
            <a:spLocks noGrp="1" noChangeArrowheads="1"/>
          </p:cNvSpPr>
          <p:nvPr>
            <p:ph type="sldNum" sz="quarter" idx="12"/>
          </p:nvPr>
        </p:nvSpPr>
        <p:spPr/>
        <p:txBody>
          <a:bodyPr/>
          <a:lstStyle>
            <a:lvl1pPr>
              <a:defRPr/>
            </a:lvl1pPr>
          </a:lstStyle>
          <a:p>
            <a:pPr>
              <a:defRPr/>
            </a:pPr>
            <a:fld id="{467E080F-B58C-4213-A166-3E5219DECCAF}" type="slidenum">
              <a:rPr lang="ar-SA" altLang="ar-IQ"/>
              <a:pPr>
                <a:defRPr/>
              </a:pPr>
              <a:t>‹#›</a:t>
            </a:fld>
            <a:endParaRPr lang="en-US" altLang="ar-IQ"/>
          </a:p>
        </p:txBody>
      </p:sp>
    </p:spTree>
    <p:extLst>
      <p:ext uri="{BB962C8B-B14F-4D97-AF65-F5344CB8AC3E}">
        <p14:creationId xmlns:p14="http://schemas.microsoft.com/office/powerpoint/2010/main" val="3125594844"/>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9D18BABC-82B0-654A-F2A1-7C3E5D85C834}"/>
              </a:ext>
            </a:extLst>
          </p:cNvPr>
          <p:cNvSpPr>
            <a:spLocks noGrp="1" noChangeArrowheads="1"/>
          </p:cNvSpPr>
          <p:nvPr>
            <p:ph type="dt" sz="half" idx="10"/>
          </p:nvPr>
        </p:nvSpPr>
        <p:spPr/>
        <p:txBody>
          <a:bodyPr/>
          <a:lstStyle>
            <a:lvl1pPr>
              <a:defRPr/>
            </a:lvl1pPr>
          </a:lstStyle>
          <a:p>
            <a:pPr>
              <a:defRPr/>
            </a:pPr>
            <a:fld id="{FA43D249-A623-4A7C-B832-A658DA151E16}" type="datetime1">
              <a:rPr lang="hy-AM"/>
              <a:pPr>
                <a:defRPr/>
              </a:pPr>
              <a:t>21.10.2026</a:t>
            </a:fld>
            <a:endParaRPr lang="en-US"/>
          </a:p>
        </p:txBody>
      </p:sp>
      <p:sp>
        <p:nvSpPr>
          <p:cNvPr id="6" name="Rectangle 9">
            <a:extLst>
              <a:ext uri="{FF2B5EF4-FFF2-40B4-BE49-F238E27FC236}">
                <a16:creationId xmlns:a16="http://schemas.microsoft.com/office/drawing/2014/main" id="{D5D19EB9-06A6-349B-046B-7B468B72B47B}"/>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48D40525-2268-2CA1-D222-7F1B32FE4D50}"/>
              </a:ext>
            </a:extLst>
          </p:cNvPr>
          <p:cNvSpPr>
            <a:spLocks noGrp="1" noChangeArrowheads="1"/>
          </p:cNvSpPr>
          <p:nvPr>
            <p:ph type="sldNum" sz="quarter" idx="12"/>
          </p:nvPr>
        </p:nvSpPr>
        <p:spPr/>
        <p:txBody>
          <a:bodyPr/>
          <a:lstStyle>
            <a:lvl1pPr>
              <a:defRPr/>
            </a:lvl1pPr>
          </a:lstStyle>
          <a:p>
            <a:pPr>
              <a:defRPr/>
            </a:pPr>
            <a:fld id="{52EAE3BD-0147-4411-847F-B50F1F304D05}" type="slidenum">
              <a:rPr lang="ar-SA" altLang="ar-IQ"/>
              <a:pPr>
                <a:defRPr/>
              </a:pPr>
              <a:t>‹#›</a:t>
            </a:fld>
            <a:endParaRPr lang="en-US" altLang="ar-IQ"/>
          </a:p>
        </p:txBody>
      </p:sp>
    </p:spTree>
    <p:extLst>
      <p:ext uri="{BB962C8B-B14F-4D97-AF65-F5344CB8AC3E}">
        <p14:creationId xmlns:p14="http://schemas.microsoft.com/office/powerpoint/2010/main" val="325395837"/>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F6E2F201-A417-E1E9-7EC1-05C92F3D24E0}"/>
              </a:ext>
            </a:extLst>
          </p:cNvPr>
          <p:cNvSpPr>
            <a:spLocks noGrp="1" noChangeArrowheads="1"/>
          </p:cNvSpPr>
          <p:nvPr>
            <p:ph type="dt" sz="half" idx="10"/>
          </p:nvPr>
        </p:nvSpPr>
        <p:spPr/>
        <p:txBody>
          <a:bodyPr/>
          <a:lstStyle>
            <a:lvl1pPr>
              <a:defRPr/>
            </a:lvl1pPr>
          </a:lstStyle>
          <a:p>
            <a:pPr>
              <a:defRPr/>
            </a:pPr>
            <a:fld id="{E79318BC-243B-4210-A5CD-495620A5CA1B}" type="datetime1">
              <a:rPr lang="hy-AM"/>
              <a:pPr>
                <a:defRPr/>
              </a:pPr>
              <a:t>21.10.2026</a:t>
            </a:fld>
            <a:endParaRPr lang="en-US"/>
          </a:p>
        </p:txBody>
      </p:sp>
      <p:sp>
        <p:nvSpPr>
          <p:cNvPr id="6" name="Rectangle 9">
            <a:extLst>
              <a:ext uri="{FF2B5EF4-FFF2-40B4-BE49-F238E27FC236}">
                <a16:creationId xmlns:a16="http://schemas.microsoft.com/office/drawing/2014/main" id="{5B33859B-937B-824A-F530-0AF1ABEAC7C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DA326A7A-03E3-BB00-110D-273261960871}"/>
              </a:ext>
            </a:extLst>
          </p:cNvPr>
          <p:cNvSpPr>
            <a:spLocks noGrp="1" noChangeArrowheads="1"/>
          </p:cNvSpPr>
          <p:nvPr>
            <p:ph type="sldNum" sz="quarter" idx="12"/>
          </p:nvPr>
        </p:nvSpPr>
        <p:spPr/>
        <p:txBody>
          <a:bodyPr/>
          <a:lstStyle>
            <a:lvl1pPr>
              <a:defRPr/>
            </a:lvl1pPr>
          </a:lstStyle>
          <a:p>
            <a:pPr>
              <a:defRPr/>
            </a:pPr>
            <a:fld id="{B9CB0028-4984-49FD-86CC-7354562B4174}" type="slidenum">
              <a:rPr lang="ar-SA" altLang="ar-IQ"/>
              <a:pPr>
                <a:defRPr/>
              </a:pPr>
              <a:t>‹#›</a:t>
            </a:fld>
            <a:endParaRPr lang="en-US" altLang="ar-IQ"/>
          </a:p>
        </p:txBody>
      </p:sp>
    </p:spTree>
    <p:extLst>
      <p:ext uri="{BB962C8B-B14F-4D97-AF65-F5344CB8AC3E}">
        <p14:creationId xmlns:p14="http://schemas.microsoft.com/office/powerpoint/2010/main" val="2927642951"/>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A8B6F6A1-B941-B0F0-0643-B9E3365D993F}"/>
              </a:ext>
            </a:extLst>
          </p:cNvPr>
          <p:cNvSpPr>
            <a:spLocks noGrp="1" noChangeArrowheads="1"/>
          </p:cNvSpPr>
          <p:nvPr>
            <p:ph type="dt" sz="half" idx="10"/>
          </p:nvPr>
        </p:nvSpPr>
        <p:spPr/>
        <p:txBody>
          <a:bodyPr/>
          <a:lstStyle>
            <a:lvl1pPr>
              <a:defRPr/>
            </a:lvl1pPr>
          </a:lstStyle>
          <a:p>
            <a:pPr>
              <a:defRPr/>
            </a:pPr>
            <a:fld id="{F63B4C32-55A1-42F4-A916-8ADC39A47F9A}" type="datetime1">
              <a:rPr lang="hy-AM"/>
              <a:pPr>
                <a:defRPr/>
              </a:pPr>
              <a:t>21.10.2026</a:t>
            </a:fld>
            <a:endParaRPr lang="en-US"/>
          </a:p>
        </p:txBody>
      </p:sp>
      <p:sp>
        <p:nvSpPr>
          <p:cNvPr id="5" name="Rectangle 9">
            <a:extLst>
              <a:ext uri="{FF2B5EF4-FFF2-40B4-BE49-F238E27FC236}">
                <a16:creationId xmlns:a16="http://schemas.microsoft.com/office/drawing/2014/main" id="{B8FA7640-60D3-0F7F-9F3D-20F914F2D3F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1C0DDD80-BA07-23B9-F07A-E6581D949079}"/>
              </a:ext>
            </a:extLst>
          </p:cNvPr>
          <p:cNvSpPr>
            <a:spLocks noGrp="1" noChangeArrowheads="1"/>
          </p:cNvSpPr>
          <p:nvPr>
            <p:ph type="sldNum" sz="quarter" idx="12"/>
          </p:nvPr>
        </p:nvSpPr>
        <p:spPr/>
        <p:txBody>
          <a:bodyPr/>
          <a:lstStyle>
            <a:lvl1pPr>
              <a:defRPr/>
            </a:lvl1pPr>
          </a:lstStyle>
          <a:p>
            <a:pPr>
              <a:defRPr/>
            </a:pPr>
            <a:fld id="{5AA9DF48-3DC4-44F7-B717-2465B73303E2}" type="slidenum">
              <a:rPr lang="ar-SA" altLang="ar-IQ"/>
              <a:pPr>
                <a:defRPr/>
              </a:pPr>
              <a:t>‹#›</a:t>
            </a:fld>
            <a:endParaRPr lang="en-US" altLang="ar-IQ"/>
          </a:p>
        </p:txBody>
      </p:sp>
    </p:spTree>
    <p:extLst>
      <p:ext uri="{BB962C8B-B14F-4D97-AF65-F5344CB8AC3E}">
        <p14:creationId xmlns:p14="http://schemas.microsoft.com/office/powerpoint/2010/main" val="2804167326"/>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EF9E4CBC-DAD5-E6E4-C1C0-9B3CC95FD051}"/>
              </a:ext>
            </a:extLst>
          </p:cNvPr>
          <p:cNvSpPr>
            <a:spLocks noGrp="1" noChangeArrowheads="1"/>
          </p:cNvSpPr>
          <p:nvPr>
            <p:ph type="dt" sz="half" idx="10"/>
          </p:nvPr>
        </p:nvSpPr>
        <p:spPr/>
        <p:txBody>
          <a:bodyPr/>
          <a:lstStyle>
            <a:lvl1pPr>
              <a:defRPr/>
            </a:lvl1pPr>
          </a:lstStyle>
          <a:p>
            <a:pPr>
              <a:defRPr/>
            </a:pPr>
            <a:fld id="{DFAD390E-C351-45D1-98D1-8AABC49177C5}" type="datetime1">
              <a:rPr lang="hy-AM"/>
              <a:pPr>
                <a:defRPr/>
              </a:pPr>
              <a:t>21.10.2026</a:t>
            </a:fld>
            <a:endParaRPr lang="en-US"/>
          </a:p>
        </p:txBody>
      </p:sp>
      <p:sp>
        <p:nvSpPr>
          <p:cNvPr id="5" name="Rectangle 9">
            <a:extLst>
              <a:ext uri="{FF2B5EF4-FFF2-40B4-BE49-F238E27FC236}">
                <a16:creationId xmlns:a16="http://schemas.microsoft.com/office/drawing/2014/main" id="{12E9D744-9ED1-5D74-84FE-E3AD4C2D6ED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4B70CBED-309E-2160-E093-588D78AA0767}"/>
              </a:ext>
            </a:extLst>
          </p:cNvPr>
          <p:cNvSpPr>
            <a:spLocks noGrp="1" noChangeArrowheads="1"/>
          </p:cNvSpPr>
          <p:nvPr>
            <p:ph type="sldNum" sz="quarter" idx="12"/>
          </p:nvPr>
        </p:nvSpPr>
        <p:spPr/>
        <p:txBody>
          <a:bodyPr/>
          <a:lstStyle>
            <a:lvl1pPr>
              <a:defRPr/>
            </a:lvl1pPr>
          </a:lstStyle>
          <a:p>
            <a:pPr>
              <a:defRPr/>
            </a:pPr>
            <a:fld id="{9181C141-9EC6-46F3-8F37-5D2214B04507}" type="slidenum">
              <a:rPr lang="ar-SA" altLang="ar-IQ"/>
              <a:pPr>
                <a:defRPr/>
              </a:pPr>
              <a:t>‹#›</a:t>
            </a:fld>
            <a:endParaRPr lang="en-US" altLang="ar-IQ"/>
          </a:p>
        </p:txBody>
      </p:sp>
    </p:spTree>
    <p:extLst>
      <p:ext uri="{BB962C8B-B14F-4D97-AF65-F5344CB8AC3E}">
        <p14:creationId xmlns:p14="http://schemas.microsoft.com/office/powerpoint/2010/main" val="2520828778"/>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37E583EE-EA1A-DFB5-0DED-7EF2661A7D17}"/>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39E65212-0178-9F64-FFF4-78524680F7BB}"/>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E0E98DF2-7E12-935F-97E7-33A7FCD6528B}"/>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93F35AF2-2109-71E7-C3FE-ED2E17CF6A1B}"/>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C405F120-25A2-F4F5-A8D0-63DE019C0912}"/>
              </a:ext>
            </a:extLst>
          </p:cNvPr>
          <p:cNvSpPr>
            <a:spLocks noGrp="1" noChangeArrowheads="1"/>
          </p:cNvSpPr>
          <p:nvPr>
            <p:ph type="dt" sz="half" idx="10"/>
          </p:nvPr>
        </p:nvSpPr>
        <p:spPr/>
        <p:txBody>
          <a:bodyPr/>
          <a:lstStyle>
            <a:lvl1pPr>
              <a:defRPr/>
            </a:lvl1pPr>
          </a:lstStyle>
          <a:p>
            <a:pPr>
              <a:defRPr/>
            </a:pPr>
            <a:fld id="{DEFD98D9-1D29-49E2-A207-AB7CDAC3D655}" type="datetime1">
              <a:rPr lang="hy-AM"/>
              <a:pPr>
                <a:defRPr/>
              </a:pPr>
              <a:t>21.10.2026</a:t>
            </a:fld>
            <a:endParaRPr lang="en-US"/>
          </a:p>
        </p:txBody>
      </p:sp>
      <p:sp>
        <p:nvSpPr>
          <p:cNvPr id="7" name="Rectangle 9">
            <a:extLst>
              <a:ext uri="{FF2B5EF4-FFF2-40B4-BE49-F238E27FC236}">
                <a16:creationId xmlns:a16="http://schemas.microsoft.com/office/drawing/2014/main" id="{DC7CE315-1520-0A11-6002-D855CC30E4EB}"/>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A28EDD2A-6BB1-D717-85BC-72B92E57A94D}"/>
              </a:ext>
            </a:extLst>
          </p:cNvPr>
          <p:cNvSpPr>
            <a:spLocks noGrp="1" noChangeArrowheads="1"/>
          </p:cNvSpPr>
          <p:nvPr>
            <p:ph type="sldNum" sz="quarter" idx="12"/>
          </p:nvPr>
        </p:nvSpPr>
        <p:spPr/>
        <p:txBody>
          <a:bodyPr/>
          <a:lstStyle>
            <a:lvl1pPr>
              <a:defRPr/>
            </a:lvl1pPr>
          </a:lstStyle>
          <a:p>
            <a:pPr>
              <a:defRPr/>
            </a:pPr>
            <a:fld id="{78B5C8B7-439C-46DF-8C91-E66475CF56B8}" type="slidenum">
              <a:rPr lang="ar-SA" altLang="ar-IQ"/>
              <a:pPr>
                <a:defRPr/>
              </a:pPr>
              <a:t>‹#›</a:t>
            </a:fld>
            <a:endParaRPr lang="en-US" altLang="ar-IQ"/>
          </a:p>
        </p:txBody>
      </p:sp>
    </p:spTree>
    <p:extLst>
      <p:ext uri="{BB962C8B-B14F-4D97-AF65-F5344CB8AC3E}">
        <p14:creationId xmlns:p14="http://schemas.microsoft.com/office/powerpoint/2010/main" val="4031529496"/>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FC880AA1-0FF5-BE6D-0D0D-ED430B1DC650}"/>
              </a:ext>
            </a:extLst>
          </p:cNvPr>
          <p:cNvSpPr>
            <a:spLocks noGrp="1" noChangeArrowheads="1"/>
          </p:cNvSpPr>
          <p:nvPr>
            <p:ph type="dt" sz="half" idx="10"/>
          </p:nvPr>
        </p:nvSpPr>
        <p:spPr/>
        <p:txBody>
          <a:bodyPr/>
          <a:lstStyle>
            <a:lvl1pPr>
              <a:defRPr/>
            </a:lvl1pPr>
          </a:lstStyle>
          <a:p>
            <a:pPr>
              <a:defRPr/>
            </a:pPr>
            <a:fld id="{6A6A7A98-4F76-4E0F-AE3F-2D4F3A08041A}" type="datetime1">
              <a:rPr lang="hy-AM"/>
              <a:pPr>
                <a:defRPr/>
              </a:pPr>
              <a:t>21.10.2026</a:t>
            </a:fld>
            <a:endParaRPr lang="en-US"/>
          </a:p>
        </p:txBody>
      </p:sp>
      <p:sp>
        <p:nvSpPr>
          <p:cNvPr id="5" name="Rectangle 9">
            <a:extLst>
              <a:ext uri="{FF2B5EF4-FFF2-40B4-BE49-F238E27FC236}">
                <a16:creationId xmlns:a16="http://schemas.microsoft.com/office/drawing/2014/main" id="{F33FB419-1988-BEE2-7B30-F6A2C66882B6}"/>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CCDD8E23-1052-BC37-C8B8-E6974FA8413E}"/>
              </a:ext>
            </a:extLst>
          </p:cNvPr>
          <p:cNvSpPr>
            <a:spLocks noGrp="1" noChangeArrowheads="1"/>
          </p:cNvSpPr>
          <p:nvPr>
            <p:ph type="sldNum" sz="quarter" idx="12"/>
          </p:nvPr>
        </p:nvSpPr>
        <p:spPr/>
        <p:txBody>
          <a:bodyPr/>
          <a:lstStyle>
            <a:lvl1pPr>
              <a:defRPr/>
            </a:lvl1pPr>
          </a:lstStyle>
          <a:p>
            <a:pPr>
              <a:defRPr/>
            </a:pPr>
            <a:fld id="{41D358D9-BB49-4EC7-A554-02A9661F28C3}" type="slidenum">
              <a:rPr lang="ar-SA" altLang="ar-IQ"/>
              <a:pPr>
                <a:defRPr/>
              </a:pPr>
              <a:t>‹#›</a:t>
            </a:fld>
            <a:endParaRPr lang="en-US" altLang="ar-IQ"/>
          </a:p>
        </p:txBody>
      </p:sp>
    </p:spTree>
    <p:extLst>
      <p:ext uri="{BB962C8B-B14F-4D97-AF65-F5344CB8AC3E}">
        <p14:creationId xmlns:p14="http://schemas.microsoft.com/office/powerpoint/2010/main" val="592628977"/>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C797C28E-E0DB-48A8-AE73-E5ECD2EF9803}"/>
              </a:ext>
            </a:extLst>
          </p:cNvPr>
          <p:cNvSpPr>
            <a:spLocks noGrp="1" noChangeArrowheads="1"/>
          </p:cNvSpPr>
          <p:nvPr>
            <p:ph type="dt" sz="half" idx="10"/>
          </p:nvPr>
        </p:nvSpPr>
        <p:spPr/>
        <p:txBody>
          <a:bodyPr/>
          <a:lstStyle>
            <a:lvl1pPr>
              <a:defRPr/>
            </a:lvl1pPr>
          </a:lstStyle>
          <a:p>
            <a:pPr>
              <a:defRPr/>
            </a:pPr>
            <a:fld id="{383D4821-7D46-43EA-B11D-605E93FD2D27}" type="datetime1">
              <a:rPr lang="hy-AM"/>
              <a:pPr>
                <a:defRPr/>
              </a:pPr>
              <a:t>21.10.2026</a:t>
            </a:fld>
            <a:endParaRPr lang="en-US"/>
          </a:p>
        </p:txBody>
      </p:sp>
      <p:sp>
        <p:nvSpPr>
          <p:cNvPr id="5" name="Rectangle 9">
            <a:extLst>
              <a:ext uri="{FF2B5EF4-FFF2-40B4-BE49-F238E27FC236}">
                <a16:creationId xmlns:a16="http://schemas.microsoft.com/office/drawing/2014/main" id="{13FBAE25-200C-7A1A-C5E5-EA83F126CCF9}"/>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599F2A5C-58C1-62A8-9797-581D7A422AE1}"/>
              </a:ext>
            </a:extLst>
          </p:cNvPr>
          <p:cNvSpPr>
            <a:spLocks noGrp="1" noChangeArrowheads="1"/>
          </p:cNvSpPr>
          <p:nvPr>
            <p:ph type="sldNum" sz="quarter" idx="12"/>
          </p:nvPr>
        </p:nvSpPr>
        <p:spPr/>
        <p:txBody>
          <a:bodyPr/>
          <a:lstStyle>
            <a:lvl1pPr>
              <a:defRPr/>
            </a:lvl1pPr>
          </a:lstStyle>
          <a:p>
            <a:pPr>
              <a:defRPr/>
            </a:pPr>
            <a:fld id="{A9767DAE-6F6F-4931-831A-FA937C145977}" type="slidenum">
              <a:rPr lang="ar-SA" altLang="ar-IQ"/>
              <a:pPr>
                <a:defRPr/>
              </a:pPr>
              <a:t>‹#›</a:t>
            </a:fld>
            <a:endParaRPr lang="en-US" altLang="ar-IQ"/>
          </a:p>
        </p:txBody>
      </p:sp>
    </p:spTree>
    <p:extLst>
      <p:ext uri="{BB962C8B-B14F-4D97-AF65-F5344CB8AC3E}">
        <p14:creationId xmlns:p14="http://schemas.microsoft.com/office/powerpoint/2010/main" val="2309736110"/>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1C89F0EF-748D-6F5F-FBCC-557DB8615DFE}"/>
              </a:ext>
            </a:extLst>
          </p:cNvPr>
          <p:cNvSpPr>
            <a:spLocks noGrp="1" noChangeArrowheads="1"/>
          </p:cNvSpPr>
          <p:nvPr>
            <p:ph type="dt" sz="half" idx="10"/>
          </p:nvPr>
        </p:nvSpPr>
        <p:spPr/>
        <p:txBody>
          <a:bodyPr/>
          <a:lstStyle>
            <a:lvl1pPr>
              <a:defRPr/>
            </a:lvl1pPr>
          </a:lstStyle>
          <a:p>
            <a:pPr>
              <a:defRPr/>
            </a:pPr>
            <a:fld id="{B36F612B-AF51-46B6-B1DF-5B78854185FF}" type="datetime1">
              <a:rPr lang="hy-AM"/>
              <a:pPr>
                <a:defRPr/>
              </a:pPr>
              <a:t>21.10.2026</a:t>
            </a:fld>
            <a:endParaRPr lang="en-US"/>
          </a:p>
        </p:txBody>
      </p:sp>
      <p:sp>
        <p:nvSpPr>
          <p:cNvPr id="6" name="Rectangle 9">
            <a:extLst>
              <a:ext uri="{FF2B5EF4-FFF2-40B4-BE49-F238E27FC236}">
                <a16:creationId xmlns:a16="http://schemas.microsoft.com/office/drawing/2014/main" id="{49B5CDB6-287A-6829-CD8A-71897F0F813C}"/>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941AB4A3-2050-03FD-32C1-B6C771287DD5}"/>
              </a:ext>
            </a:extLst>
          </p:cNvPr>
          <p:cNvSpPr>
            <a:spLocks noGrp="1" noChangeArrowheads="1"/>
          </p:cNvSpPr>
          <p:nvPr>
            <p:ph type="sldNum" sz="quarter" idx="12"/>
          </p:nvPr>
        </p:nvSpPr>
        <p:spPr/>
        <p:txBody>
          <a:bodyPr/>
          <a:lstStyle>
            <a:lvl1pPr>
              <a:defRPr/>
            </a:lvl1pPr>
          </a:lstStyle>
          <a:p>
            <a:pPr>
              <a:defRPr/>
            </a:pPr>
            <a:fld id="{A9A98300-0FE6-437B-B7D2-33A9B0CBD472}" type="slidenum">
              <a:rPr lang="ar-SA" altLang="ar-IQ"/>
              <a:pPr>
                <a:defRPr/>
              </a:pPr>
              <a:t>‹#›</a:t>
            </a:fld>
            <a:endParaRPr lang="en-US" altLang="ar-IQ"/>
          </a:p>
        </p:txBody>
      </p:sp>
    </p:spTree>
    <p:extLst>
      <p:ext uri="{BB962C8B-B14F-4D97-AF65-F5344CB8AC3E}">
        <p14:creationId xmlns:p14="http://schemas.microsoft.com/office/powerpoint/2010/main" val="3484877943"/>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C2B244BC-9C72-16EA-E040-1E20B74D7E29}"/>
              </a:ext>
            </a:extLst>
          </p:cNvPr>
          <p:cNvSpPr>
            <a:spLocks noGrp="1" noChangeArrowheads="1"/>
          </p:cNvSpPr>
          <p:nvPr>
            <p:ph type="dt" sz="half" idx="10"/>
          </p:nvPr>
        </p:nvSpPr>
        <p:spPr/>
        <p:txBody>
          <a:bodyPr/>
          <a:lstStyle>
            <a:lvl1pPr>
              <a:defRPr/>
            </a:lvl1pPr>
          </a:lstStyle>
          <a:p>
            <a:pPr>
              <a:defRPr/>
            </a:pPr>
            <a:fld id="{82BBA797-28F9-478E-8FC5-52E41534FD8F}" type="datetime1">
              <a:rPr lang="hy-AM"/>
              <a:pPr>
                <a:defRPr/>
              </a:pPr>
              <a:t>21.10.2026</a:t>
            </a:fld>
            <a:endParaRPr lang="en-US"/>
          </a:p>
        </p:txBody>
      </p:sp>
      <p:sp>
        <p:nvSpPr>
          <p:cNvPr id="8" name="Rectangle 9">
            <a:extLst>
              <a:ext uri="{FF2B5EF4-FFF2-40B4-BE49-F238E27FC236}">
                <a16:creationId xmlns:a16="http://schemas.microsoft.com/office/drawing/2014/main" id="{03F3A000-15EF-2EC5-3E79-08447C862569}"/>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567D2715-EA21-B210-6719-F978C0E5623E}"/>
              </a:ext>
            </a:extLst>
          </p:cNvPr>
          <p:cNvSpPr>
            <a:spLocks noGrp="1" noChangeArrowheads="1"/>
          </p:cNvSpPr>
          <p:nvPr>
            <p:ph type="sldNum" sz="quarter" idx="12"/>
          </p:nvPr>
        </p:nvSpPr>
        <p:spPr/>
        <p:txBody>
          <a:bodyPr/>
          <a:lstStyle>
            <a:lvl1pPr>
              <a:defRPr/>
            </a:lvl1pPr>
          </a:lstStyle>
          <a:p>
            <a:pPr>
              <a:defRPr/>
            </a:pPr>
            <a:fld id="{9388B028-1434-4FD3-B987-1904D78BF41C}" type="slidenum">
              <a:rPr lang="ar-SA" altLang="ar-IQ"/>
              <a:pPr>
                <a:defRPr/>
              </a:pPr>
              <a:t>‹#›</a:t>
            </a:fld>
            <a:endParaRPr lang="en-US" altLang="ar-IQ"/>
          </a:p>
        </p:txBody>
      </p:sp>
    </p:spTree>
    <p:extLst>
      <p:ext uri="{BB962C8B-B14F-4D97-AF65-F5344CB8AC3E}">
        <p14:creationId xmlns:p14="http://schemas.microsoft.com/office/powerpoint/2010/main" val="1886552250"/>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D2A59661-84AD-28A7-D5D3-6E25E1BB3E3A}"/>
              </a:ext>
            </a:extLst>
          </p:cNvPr>
          <p:cNvSpPr>
            <a:spLocks noGrp="1" noChangeArrowheads="1"/>
          </p:cNvSpPr>
          <p:nvPr>
            <p:ph type="dt" sz="half" idx="10"/>
          </p:nvPr>
        </p:nvSpPr>
        <p:spPr/>
        <p:txBody>
          <a:bodyPr/>
          <a:lstStyle>
            <a:lvl1pPr>
              <a:defRPr/>
            </a:lvl1pPr>
          </a:lstStyle>
          <a:p>
            <a:pPr>
              <a:defRPr/>
            </a:pPr>
            <a:fld id="{0AD3C32F-1D11-412A-80F8-337FFA49D69C}" type="datetime1">
              <a:rPr lang="hy-AM"/>
              <a:pPr>
                <a:defRPr/>
              </a:pPr>
              <a:t>21.10.2026</a:t>
            </a:fld>
            <a:endParaRPr lang="en-US"/>
          </a:p>
        </p:txBody>
      </p:sp>
      <p:sp>
        <p:nvSpPr>
          <p:cNvPr id="4" name="Rectangle 9">
            <a:extLst>
              <a:ext uri="{FF2B5EF4-FFF2-40B4-BE49-F238E27FC236}">
                <a16:creationId xmlns:a16="http://schemas.microsoft.com/office/drawing/2014/main" id="{7C4BD307-9759-7C0C-DDC1-5DB00511B831}"/>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E2550837-DC7F-4535-2610-8ECD54B5C673}"/>
              </a:ext>
            </a:extLst>
          </p:cNvPr>
          <p:cNvSpPr>
            <a:spLocks noGrp="1" noChangeArrowheads="1"/>
          </p:cNvSpPr>
          <p:nvPr>
            <p:ph type="sldNum" sz="quarter" idx="12"/>
          </p:nvPr>
        </p:nvSpPr>
        <p:spPr/>
        <p:txBody>
          <a:bodyPr/>
          <a:lstStyle>
            <a:lvl1pPr>
              <a:defRPr/>
            </a:lvl1pPr>
          </a:lstStyle>
          <a:p>
            <a:pPr>
              <a:defRPr/>
            </a:pPr>
            <a:fld id="{24460738-6F71-4D44-BBD5-0D60A62C9B7D}" type="slidenum">
              <a:rPr lang="ar-SA" altLang="ar-IQ"/>
              <a:pPr>
                <a:defRPr/>
              </a:pPr>
              <a:t>‹#›</a:t>
            </a:fld>
            <a:endParaRPr lang="en-US" altLang="ar-IQ"/>
          </a:p>
        </p:txBody>
      </p:sp>
    </p:spTree>
    <p:extLst>
      <p:ext uri="{BB962C8B-B14F-4D97-AF65-F5344CB8AC3E}">
        <p14:creationId xmlns:p14="http://schemas.microsoft.com/office/powerpoint/2010/main" val="616153449"/>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FF2BCBBE-E355-F07E-046B-46168FE4591A}"/>
              </a:ext>
            </a:extLst>
          </p:cNvPr>
          <p:cNvSpPr>
            <a:spLocks noGrp="1" noChangeArrowheads="1"/>
          </p:cNvSpPr>
          <p:nvPr>
            <p:ph type="dt" sz="half" idx="10"/>
          </p:nvPr>
        </p:nvSpPr>
        <p:spPr/>
        <p:txBody>
          <a:bodyPr/>
          <a:lstStyle>
            <a:lvl1pPr>
              <a:defRPr/>
            </a:lvl1pPr>
          </a:lstStyle>
          <a:p>
            <a:pPr>
              <a:defRPr/>
            </a:pPr>
            <a:fld id="{7C122768-2F78-4FD7-AA3A-34D3A5B81BC5}" type="datetime1">
              <a:rPr lang="hy-AM"/>
              <a:pPr>
                <a:defRPr/>
              </a:pPr>
              <a:t>21.10.2026</a:t>
            </a:fld>
            <a:endParaRPr lang="en-US"/>
          </a:p>
        </p:txBody>
      </p:sp>
      <p:sp>
        <p:nvSpPr>
          <p:cNvPr id="3" name="Rectangle 9">
            <a:extLst>
              <a:ext uri="{FF2B5EF4-FFF2-40B4-BE49-F238E27FC236}">
                <a16:creationId xmlns:a16="http://schemas.microsoft.com/office/drawing/2014/main" id="{197EDBF9-0793-8BDF-6906-68C52F8C2A2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0E441BC3-3CD5-62C7-9225-285BDFBF6A5D}"/>
              </a:ext>
            </a:extLst>
          </p:cNvPr>
          <p:cNvSpPr>
            <a:spLocks noGrp="1" noChangeArrowheads="1"/>
          </p:cNvSpPr>
          <p:nvPr>
            <p:ph type="sldNum" sz="quarter" idx="12"/>
          </p:nvPr>
        </p:nvSpPr>
        <p:spPr/>
        <p:txBody>
          <a:bodyPr/>
          <a:lstStyle>
            <a:lvl1pPr>
              <a:defRPr/>
            </a:lvl1pPr>
          </a:lstStyle>
          <a:p>
            <a:pPr>
              <a:defRPr/>
            </a:pPr>
            <a:fld id="{20A0AD80-74CF-46AA-B64A-DFDE0727FC13}" type="slidenum">
              <a:rPr lang="ar-SA" altLang="ar-IQ"/>
              <a:pPr>
                <a:defRPr/>
              </a:pPr>
              <a:t>‹#›</a:t>
            </a:fld>
            <a:endParaRPr lang="en-US" altLang="ar-IQ"/>
          </a:p>
        </p:txBody>
      </p:sp>
    </p:spTree>
    <p:extLst>
      <p:ext uri="{BB962C8B-B14F-4D97-AF65-F5344CB8AC3E}">
        <p14:creationId xmlns:p14="http://schemas.microsoft.com/office/powerpoint/2010/main" val="1301881362"/>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923B2AD9-E8A1-AB2C-6DCB-3874C4E6952F}"/>
              </a:ext>
            </a:extLst>
          </p:cNvPr>
          <p:cNvSpPr>
            <a:spLocks noGrp="1" noChangeArrowheads="1"/>
          </p:cNvSpPr>
          <p:nvPr>
            <p:ph type="dt" sz="half" idx="10"/>
          </p:nvPr>
        </p:nvSpPr>
        <p:spPr/>
        <p:txBody>
          <a:bodyPr/>
          <a:lstStyle>
            <a:lvl1pPr>
              <a:defRPr/>
            </a:lvl1pPr>
          </a:lstStyle>
          <a:p>
            <a:pPr>
              <a:defRPr/>
            </a:pPr>
            <a:fld id="{E07507BE-20B1-4407-A172-3EB6D14D2960}" type="datetime1">
              <a:rPr lang="hy-AM"/>
              <a:pPr>
                <a:defRPr/>
              </a:pPr>
              <a:t>21.10.2026</a:t>
            </a:fld>
            <a:endParaRPr lang="en-US"/>
          </a:p>
        </p:txBody>
      </p:sp>
      <p:sp>
        <p:nvSpPr>
          <p:cNvPr id="6" name="Rectangle 9">
            <a:extLst>
              <a:ext uri="{FF2B5EF4-FFF2-40B4-BE49-F238E27FC236}">
                <a16:creationId xmlns:a16="http://schemas.microsoft.com/office/drawing/2014/main" id="{E3B25A26-B1BA-431A-6ADA-05CA45E1FB49}"/>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916990F7-CCBF-7725-EFC5-94D36E956B9F}"/>
              </a:ext>
            </a:extLst>
          </p:cNvPr>
          <p:cNvSpPr>
            <a:spLocks noGrp="1" noChangeArrowheads="1"/>
          </p:cNvSpPr>
          <p:nvPr>
            <p:ph type="sldNum" sz="quarter" idx="12"/>
          </p:nvPr>
        </p:nvSpPr>
        <p:spPr/>
        <p:txBody>
          <a:bodyPr/>
          <a:lstStyle>
            <a:lvl1pPr>
              <a:defRPr/>
            </a:lvl1pPr>
          </a:lstStyle>
          <a:p>
            <a:pPr>
              <a:defRPr/>
            </a:pPr>
            <a:fld id="{0989D42E-DC38-46D5-AA99-47B4FB54BBBF}" type="slidenum">
              <a:rPr lang="ar-SA" altLang="ar-IQ"/>
              <a:pPr>
                <a:defRPr/>
              </a:pPr>
              <a:t>‹#›</a:t>
            </a:fld>
            <a:endParaRPr lang="en-US" altLang="ar-IQ"/>
          </a:p>
        </p:txBody>
      </p:sp>
    </p:spTree>
    <p:extLst>
      <p:ext uri="{BB962C8B-B14F-4D97-AF65-F5344CB8AC3E}">
        <p14:creationId xmlns:p14="http://schemas.microsoft.com/office/powerpoint/2010/main" val="184279917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9B7E5569-ABAB-370B-051F-D713658BBA70}"/>
              </a:ext>
            </a:extLst>
          </p:cNvPr>
          <p:cNvSpPr>
            <a:spLocks noGrp="1" noChangeArrowheads="1"/>
          </p:cNvSpPr>
          <p:nvPr>
            <p:ph type="dt" sz="half" idx="10"/>
          </p:nvPr>
        </p:nvSpPr>
        <p:spPr/>
        <p:txBody>
          <a:bodyPr/>
          <a:lstStyle>
            <a:lvl1pPr>
              <a:defRPr/>
            </a:lvl1pPr>
          </a:lstStyle>
          <a:p>
            <a:pPr>
              <a:defRPr/>
            </a:pPr>
            <a:fld id="{05D1BC9F-554B-47CA-B406-37E7007473FA}" type="datetime1">
              <a:rPr lang="hy-AM"/>
              <a:pPr>
                <a:defRPr/>
              </a:pPr>
              <a:t>21.10.2026</a:t>
            </a:fld>
            <a:endParaRPr lang="en-US"/>
          </a:p>
        </p:txBody>
      </p:sp>
      <p:sp>
        <p:nvSpPr>
          <p:cNvPr id="6" name="Rectangle 9">
            <a:extLst>
              <a:ext uri="{FF2B5EF4-FFF2-40B4-BE49-F238E27FC236}">
                <a16:creationId xmlns:a16="http://schemas.microsoft.com/office/drawing/2014/main" id="{0E6038FF-FF34-4BFE-FCF0-4A010EC5108C}"/>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DBA93FCE-7576-FB12-E672-770C0C012AC2}"/>
              </a:ext>
            </a:extLst>
          </p:cNvPr>
          <p:cNvSpPr>
            <a:spLocks noGrp="1" noChangeArrowheads="1"/>
          </p:cNvSpPr>
          <p:nvPr>
            <p:ph type="sldNum" sz="quarter" idx="12"/>
          </p:nvPr>
        </p:nvSpPr>
        <p:spPr/>
        <p:txBody>
          <a:bodyPr/>
          <a:lstStyle>
            <a:lvl1pPr>
              <a:defRPr/>
            </a:lvl1pPr>
          </a:lstStyle>
          <a:p>
            <a:pPr>
              <a:defRPr/>
            </a:pPr>
            <a:fld id="{774153B4-6DF1-4836-B8C6-4ED0EC5AFB1A}" type="slidenum">
              <a:rPr lang="ar-SA" altLang="ar-IQ"/>
              <a:pPr>
                <a:defRPr/>
              </a:pPr>
              <a:t>‹#›</a:t>
            </a:fld>
            <a:endParaRPr lang="en-US" altLang="ar-IQ"/>
          </a:p>
        </p:txBody>
      </p:sp>
    </p:spTree>
    <p:extLst>
      <p:ext uri="{BB962C8B-B14F-4D97-AF65-F5344CB8AC3E}">
        <p14:creationId xmlns:p14="http://schemas.microsoft.com/office/powerpoint/2010/main" val="789052141"/>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ED9F5127-9F58-CE4B-E3E0-8987C3A61DB5}"/>
              </a:ext>
            </a:extLst>
          </p:cNvPr>
          <p:cNvSpPr>
            <a:spLocks noGrp="1" noChangeArrowheads="1"/>
          </p:cNvSpPr>
          <p:nvPr>
            <p:ph type="dt" sz="half" idx="10"/>
          </p:nvPr>
        </p:nvSpPr>
        <p:spPr/>
        <p:txBody>
          <a:bodyPr/>
          <a:lstStyle>
            <a:lvl1pPr>
              <a:defRPr/>
            </a:lvl1pPr>
          </a:lstStyle>
          <a:p>
            <a:pPr>
              <a:defRPr/>
            </a:pPr>
            <a:fld id="{30646FA3-DD56-4359-A35B-034364D7329C}" type="datetime1">
              <a:rPr lang="hy-AM"/>
              <a:pPr>
                <a:defRPr/>
              </a:pPr>
              <a:t>21.10.2026</a:t>
            </a:fld>
            <a:endParaRPr lang="en-US"/>
          </a:p>
        </p:txBody>
      </p:sp>
      <p:sp>
        <p:nvSpPr>
          <p:cNvPr id="5" name="Rectangle 9">
            <a:extLst>
              <a:ext uri="{FF2B5EF4-FFF2-40B4-BE49-F238E27FC236}">
                <a16:creationId xmlns:a16="http://schemas.microsoft.com/office/drawing/2014/main" id="{AEC2A66A-40C4-00FE-4B2A-9E0C71A75956}"/>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FCCEBA69-74C5-07AC-9EE0-553F6D83E55A}"/>
              </a:ext>
            </a:extLst>
          </p:cNvPr>
          <p:cNvSpPr>
            <a:spLocks noGrp="1" noChangeArrowheads="1"/>
          </p:cNvSpPr>
          <p:nvPr>
            <p:ph type="sldNum" sz="quarter" idx="12"/>
          </p:nvPr>
        </p:nvSpPr>
        <p:spPr/>
        <p:txBody>
          <a:bodyPr/>
          <a:lstStyle>
            <a:lvl1pPr>
              <a:defRPr/>
            </a:lvl1pPr>
          </a:lstStyle>
          <a:p>
            <a:pPr>
              <a:defRPr/>
            </a:pPr>
            <a:fld id="{477FDA7A-CAAF-4A7F-B96A-14CDD25AC0A1}" type="slidenum">
              <a:rPr lang="ar-SA" altLang="ar-IQ"/>
              <a:pPr>
                <a:defRPr/>
              </a:pPr>
              <a:t>‹#›</a:t>
            </a:fld>
            <a:endParaRPr lang="en-US" altLang="ar-IQ"/>
          </a:p>
        </p:txBody>
      </p:sp>
    </p:spTree>
    <p:extLst>
      <p:ext uri="{BB962C8B-B14F-4D97-AF65-F5344CB8AC3E}">
        <p14:creationId xmlns:p14="http://schemas.microsoft.com/office/powerpoint/2010/main" val="494894201"/>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E0B840AF-C393-170A-731B-8282885DAE80}"/>
              </a:ext>
            </a:extLst>
          </p:cNvPr>
          <p:cNvSpPr>
            <a:spLocks noGrp="1" noChangeArrowheads="1"/>
          </p:cNvSpPr>
          <p:nvPr>
            <p:ph type="dt" sz="half" idx="10"/>
          </p:nvPr>
        </p:nvSpPr>
        <p:spPr/>
        <p:txBody>
          <a:bodyPr/>
          <a:lstStyle>
            <a:lvl1pPr>
              <a:defRPr/>
            </a:lvl1pPr>
          </a:lstStyle>
          <a:p>
            <a:pPr>
              <a:defRPr/>
            </a:pPr>
            <a:fld id="{2DA7B4B6-2077-4E10-A864-5AAB84BF3240}" type="datetime1">
              <a:rPr lang="hy-AM"/>
              <a:pPr>
                <a:defRPr/>
              </a:pPr>
              <a:t>21.10.2026</a:t>
            </a:fld>
            <a:endParaRPr lang="en-US"/>
          </a:p>
        </p:txBody>
      </p:sp>
      <p:sp>
        <p:nvSpPr>
          <p:cNvPr id="5" name="Rectangle 9">
            <a:extLst>
              <a:ext uri="{FF2B5EF4-FFF2-40B4-BE49-F238E27FC236}">
                <a16:creationId xmlns:a16="http://schemas.microsoft.com/office/drawing/2014/main" id="{5560E6EC-BB8E-C52F-1A66-6E1D7B463487}"/>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26D5B674-7DB8-1535-865C-659523081D6E}"/>
              </a:ext>
            </a:extLst>
          </p:cNvPr>
          <p:cNvSpPr>
            <a:spLocks noGrp="1" noChangeArrowheads="1"/>
          </p:cNvSpPr>
          <p:nvPr>
            <p:ph type="sldNum" sz="quarter" idx="12"/>
          </p:nvPr>
        </p:nvSpPr>
        <p:spPr/>
        <p:txBody>
          <a:bodyPr/>
          <a:lstStyle>
            <a:lvl1pPr>
              <a:defRPr/>
            </a:lvl1pPr>
          </a:lstStyle>
          <a:p>
            <a:pPr>
              <a:defRPr/>
            </a:pPr>
            <a:fld id="{97D61B4E-0ECA-488F-BC07-B085D21B93EF}" type="slidenum">
              <a:rPr lang="ar-SA" altLang="ar-IQ"/>
              <a:pPr>
                <a:defRPr/>
              </a:pPr>
              <a:t>‹#›</a:t>
            </a:fld>
            <a:endParaRPr lang="en-US" altLang="ar-IQ"/>
          </a:p>
        </p:txBody>
      </p:sp>
    </p:spTree>
    <p:extLst>
      <p:ext uri="{BB962C8B-B14F-4D97-AF65-F5344CB8AC3E}">
        <p14:creationId xmlns:p14="http://schemas.microsoft.com/office/powerpoint/2010/main" val="1296643965"/>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92E2E6F8-9296-CCB0-9A3E-091E7AE313F1}"/>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73E529F6-4E3F-9379-368E-BDBFA5B5F25A}"/>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AC2F16B9-E324-53F8-13F6-A615A2D67404}"/>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27AF9613-2A32-740B-7FD5-5BD134B351AF}"/>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3F7A3298-8BFF-1E48-661F-E68F6DB31397}"/>
              </a:ext>
            </a:extLst>
          </p:cNvPr>
          <p:cNvSpPr>
            <a:spLocks noGrp="1" noChangeArrowheads="1"/>
          </p:cNvSpPr>
          <p:nvPr>
            <p:ph type="dt" sz="half" idx="10"/>
          </p:nvPr>
        </p:nvSpPr>
        <p:spPr/>
        <p:txBody>
          <a:bodyPr/>
          <a:lstStyle>
            <a:lvl1pPr>
              <a:defRPr/>
            </a:lvl1pPr>
          </a:lstStyle>
          <a:p>
            <a:pPr>
              <a:defRPr/>
            </a:pPr>
            <a:fld id="{941E141B-BB70-42B8-BF95-50FF547AD5A4}" type="datetime1">
              <a:rPr lang="hy-AM"/>
              <a:pPr>
                <a:defRPr/>
              </a:pPr>
              <a:t>21.10.2026</a:t>
            </a:fld>
            <a:endParaRPr lang="en-US"/>
          </a:p>
        </p:txBody>
      </p:sp>
      <p:sp>
        <p:nvSpPr>
          <p:cNvPr id="7" name="Rectangle 9">
            <a:extLst>
              <a:ext uri="{FF2B5EF4-FFF2-40B4-BE49-F238E27FC236}">
                <a16:creationId xmlns:a16="http://schemas.microsoft.com/office/drawing/2014/main" id="{15513C07-F5F6-6CE7-259C-C068995EF51D}"/>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5DFB3F64-DE5E-74BC-9E3D-86241423EBA0}"/>
              </a:ext>
            </a:extLst>
          </p:cNvPr>
          <p:cNvSpPr>
            <a:spLocks noGrp="1" noChangeArrowheads="1"/>
          </p:cNvSpPr>
          <p:nvPr>
            <p:ph type="sldNum" sz="quarter" idx="12"/>
          </p:nvPr>
        </p:nvSpPr>
        <p:spPr/>
        <p:txBody>
          <a:bodyPr/>
          <a:lstStyle>
            <a:lvl1pPr>
              <a:defRPr/>
            </a:lvl1pPr>
          </a:lstStyle>
          <a:p>
            <a:pPr>
              <a:defRPr/>
            </a:pPr>
            <a:fld id="{281A3A0E-8962-4873-A1E0-ED084704AF81}" type="slidenum">
              <a:rPr lang="ar-SA" altLang="ar-IQ"/>
              <a:pPr>
                <a:defRPr/>
              </a:pPr>
              <a:t>‹#›</a:t>
            </a:fld>
            <a:endParaRPr lang="en-US" altLang="ar-IQ"/>
          </a:p>
        </p:txBody>
      </p:sp>
    </p:spTree>
    <p:extLst>
      <p:ext uri="{BB962C8B-B14F-4D97-AF65-F5344CB8AC3E}">
        <p14:creationId xmlns:p14="http://schemas.microsoft.com/office/powerpoint/2010/main" val="978208494"/>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556E29C0-EFE6-BA6F-67BE-F718EDEA3720}"/>
              </a:ext>
            </a:extLst>
          </p:cNvPr>
          <p:cNvSpPr>
            <a:spLocks noGrp="1" noChangeArrowheads="1"/>
          </p:cNvSpPr>
          <p:nvPr>
            <p:ph type="dt" sz="half" idx="10"/>
          </p:nvPr>
        </p:nvSpPr>
        <p:spPr/>
        <p:txBody>
          <a:bodyPr/>
          <a:lstStyle>
            <a:lvl1pPr>
              <a:defRPr/>
            </a:lvl1pPr>
          </a:lstStyle>
          <a:p>
            <a:pPr>
              <a:defRPr/>
            </a:pPr>
            <a:fld id="{8C39D068-1EFC-4DDB-AAA1-DDB570AF34DC}" type="datetime1">
              <a:rPr lang="hy-AM"/>
              <a:pPr>
                <a:defRPr/>
              </a:pPr>
              <a:t>21.10.2026</a:t>
            </a:fld>
            <a:endParaRPr lang="en-US"/>
          </a:p>
        </p:txBody>
      </p:sp>
      <p:sp>
        <p:nvSpPr>
          <p:cNvPr id="5" name="Rectangle 9">
            <a:extLst>
              <a:ext uri="{FF2B5EF4-FFF2-40B4-BE49-F238E27FC236}">
                <a16:creationId xmlns:a16="http://schemas.microsoft.com/office/drawing/2014/main" id="{05E226D6-6690-F2D5-8BE2-B1EA6FDADC5C}"/>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091E3589-4EF9-3A7E-E160-5271F2ED1906}"/>
              </a:ext>
            </a:extLst>
          </p:cNvPr>
          <p:cNvSpPr>
            <a:spLocks noGrp="1" noChangeArrowheads="1"/>
          </p:cNvSpPr>
          <p:nvPr>
            <p:ph type="sldNum" sz="quarter" idx="12"/>
          </p:nvPr>
        </p:nvSpPr>
        <p:spPr/>
        <p:txBody>
          <a:bodyPr/>
          <a:lstStyle>
            <a:lvl1pPr>
              <a:defRPr/>
            </a:lvl1pPr>
          </a:lstStyle>
          <a:p>
            <a:pPr>
              <a:defRPr/>
            </a:pPr>
            <a:fld id="{5F158DCE-A3A1-4B38-8188-CEAB5098BBFA}" type="slidenum">
              <a:rPr lang="ar-SA" altLang="ar-IQ"/>
              <a:pPr>
                <a:defRPr/>
              </a:pPr>
              <a:t>‹#›</a:t>
            </a:fld>
            <a:endParaRPr lang="en-US" altLang="ar-IQ"/>
          </a:p>
        </p:txBody>
      </p:sp>
    </p:spTree>
    <p:extLst>
      <p:ext uri="{BB962C8B-B14F-4D97-AF65-F5344CB8AC3E}">
        <p14:creationId xmlns:p14="http://schemas.microsoft.com/office/powerpoint/2010/main" val="3705232756"/>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0246462E-D0D0-FB4D-99EA-E42FF5EDC8E6}"/>
              </a:ext>
            </a:extLst>
          </p:cNvPr>
          <p:cNvSpPr>
            <a:spLocks noGrp="1" noChangeArrowheads="1"/>
          </p:cNvSpPr>
          <p:nvPr>
            <p:ph type="dt" sz="half" idx="10"/>
          </p:nvPr>
        </p:nvSpPr>
        <p:spPr/>
        <p:txBody>
          <a:bodyPr/>
          <a:lstStyle>
            <a:lvl1pPr>
              <a:defRPr/>
            </a:lvl1pPr>
          </a:lstStyle>
          <a:p>
            <a:pPr>
              <a:defRPr/>
            </a:pPr>
            <a:fld id="{F647D6CC-CAC8-40CE-90E6-D11DCF4A095A}" type="datetime1">
              <a:rPr lang="hy-AM"/>
              <a:pPr>
                <a:defRPr/>
              </a:pPr>
              <a:t>21.10.2026</a:t>
            </a:fld>
            <a:endParaRPr lang="en-US"/>
          </a:p>
        </p:txBody>
      </p:sp>
      <p:sp>
        <p:nvSpPr>
          <p:cNvPr id="5" name="Rectangle 9">
            <a:extLst>
              <a:ext uri="{FF2B5EF4-FFF2-40B4-BE49-F238E27FC236}">
                <a16:creationId xmlns:a16="http://schemas.microsoft.com/office/drawing/2014/main" id="{84A21BE0-2A49-BD2D-30BF-68AFFC81925E}"/>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190FF021-F82B-AF4A-8750-C3FF53D71ED1}"/>
              </a:ext>
            </a:extLst>
          </p:cNvPr>
          <p:cNvSpPr>
            <a:spLocks noGrp="1" noChangeArrowheads="1"/>
          </p:cNvSpPr>
          <p:nvPr>
            <p:ph type="sldNum" sz="quarter" idx="12"/>
          </p:nvPr>
        </p:nvSpPr>
        <p:spPr/>
        <p:txBody>
          <a:bodyPr/>
          <a:lstStyle>
            <a:lvl1pPr>
              <a:defRPr/>
            </a:lvl1pPr>
          </a:lstStyle>
          <a:p>
            <a:pPr>
              <a:defRPr/>
            </a:pPr>
            <a:fld id="{ABD68471-8C71-47E4-879F-9B139542ADCC}" type="slidenum">
              <a:rPr lang="ar-SA" altLang="ar-IQ"/>
              <a:pPr>
                <a:defRPr/>
              </a:pPr>
              <a:t>‹#›</a:t>
            </a:fld>
            <a:endParaRPr lang="en-US" altLang="ar-IQ"/>
          </a:p>
        </p:txBody>
      </p:sp>
    </p:spTree>
    <p:extLst>
      <p:ext uri="{BB962C8B-B14F-4D97-AF65-F5344CB8AC3E}">
        <p14:creationId xmlns:p14="http://schemas.microsoft.com/office/powerpoint/2010/main" val="1033265500"/>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F15EB4D7-C03A-B637-F126-6AA1120CFD0F}"/>
              </a:ext>
            </a:extLst>
          </p:cNvPr>
          <p:cNvSpPr>
            <a:spLocks noGrp="1" noChangeArrowheads="1"/>
          </p:cNvSpPr>
          <p:nvPr>
            <p:ph type="dt" sz="half" idx="10"/>
          </p:nvPr>
        </p:nvSpPr>
        <p:spPr/>
        <p:txBody>
          <a:bodyPr/>
          <a:lstStyle>
            <a:lvl1pPr>
              <a:defRPr/>
            </a:lvl1pPr>
          </a:lstStyle>
          <a:p>
            <a:pPr>
              <a:defRPr/>
            </a:pPr>
            <a:fld id="{0BD07A43-33CF-4312-BBC8-E937871E9283}" type="datetime1">
              <a:rPr lang="hy-AM"/>
              <a:pPr>
                <a:defRPr/>
              </a:pPr>
              <a:t>21.10.2026</a:t>
            </a:fld>
            <a:endParaRPr lang="en-US"/>
          </a:p>
        </p:txBody>
      </p:sp>
      <p:sp>
        <p:nvSpPr>
          <p:cNvPr id="6" name="Rectangle 9">
            <a:extLst>
              <a:ext uri="{FF2B5EF4-FFF2-40B4-BE49-F238E27FC236}">
                <a16:creationId xmlns:a16="http://schemas.microsoft.com/office/drawing/2014/main" id="{8997948D-C321-C125-F915-CB27E19BC05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58EEFAF4-2525-07E5-EE7A-561B81C6712F}"/>
              </a:ext>
            </a:extLst>
          </p:cNvPr>
          <p:cNvSpPr>
            <a:spLocks noGrp="1" noChangeArrowheads="1"/>
          </p:cNvSpPr>
          <p:nvPr>
            <p:ph type="sldNum" sz="quarter" idx="12"/>
          </p:nvPr>
        </p:nvSpPr>
        <p:spPr/>
        <p:txBody>
          <a:bodyPr/>
          <a:lstStyle>
            <a:lvl1pPr>
              <a:defRPr/>
            </a:lvl1pPr>
          </a:lstStyle>
          <a:p>
            <a:pPr>
              <a:defRPr/>
            </a:pPr>
            <a:fld id="{62E72EF7-1747-4F99-B6A5-8047AD235A24}" type="slidenum">
              <a:rPr lang="ar-SA" altLang="ar-IQ"/>
              <a:pPr>
                <a:defRPr/>
              </a:pPr>
              <a:t>‹#›</a:t>
            </a:fld>
            <a:endParaRPr lang="en-US" altLang="ar-IQ"/>
          </a:p>
        </p:txBody>
      </p:sp>
    </p:spTree>
    <p:extLst>
      <p:ext uri="{BB962C8B-B14F-4D97-AF65-F5344CB8AC3E}">
        <p14:creationId xmlns:p14="http://schemas.microsoft.com/office/powerpoint/2010/main" val="343382340"/>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4EDD22A8-87AB-C8A6-18C4-DEE0D27033DA}"/>
              </a:ext>
            </a:extLst>
          </p:cNvPr>
          <p:cNvSpPr>
            <a:spLocks noGrp="1" noChangeArrowheads="1"/>
          </p:cNvSpPr>
          <p:nvPr>
            <p:ph type="dt" sz="half" idx="10"/>
          </p:nvPr>
        </p:nvSpPr>
        <p:spPr/>
        <p:txBody>
          <a:bodyPr/>
          <a:lstStyle>
            <a:lvl1pPr>
              <a:defRPr/>
            </a:lvl1pPr>
          </a:lstStyle>
          <a:p>
            <a:pPr>
              <a:defRPr/>
            </a:pPr>
            <a:fld id="{57498C7F-67A8-42C4-A0F6-BBA06D473AC2}" type="datetime1">
              <a:rPr lang="hy-AM"/>
              <a:pPr>
                <a:defRPr/>
              </a:pPr>
              <a:t>21.10.2026</a:t>
            </a:fld>
            <a:endParaRPr lang="en-US"/>
          </a:p>
        </p:txBody>
      </p:sp>
      <p:sp>
        <p:nvSpPr>
          <p:cNvPr id="8" name="Rectangle 9">
            <a:extLst>
              <a:ext uri="{FF2B5EF4-FFF2-40B4-BE49-F238E27FC236}">
                <a16:creationId xmlns:a16="http://schemas.microsoft.com/office/drawing/2014/main" id="{FC43ED08-8FF9-158C-2F04-B1BF0F26C7E9}"/>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D97A78A6-D092-FCED-6DB6-C6CBEAAEF8CB}"/>
              </a:ext>
            </a:extLst>
          </p:cNvPr>
          <p:cNvSpPr>
            <a:spLocks noGrp="1" noChangeArrowheads="1"/>
          </p:cNvSpPr>
          <p:nvPr>
            <p:ph type="sldNum" sz="quarter" idx="12"/>
          </p:nvPr>
        </p:nvSpPr>
        <p:spPr/>
        <p:txBody>
          <a:bodyPr/>
          <a:lstStyle>
            <a:lvl1pPr>
              <a:defRPr/>
            </a:lvl1pPr>
          </a:lstStyle>
          <a:p>
            <a:pPr>
              <a:defRPr/>
            </a:pPr>
            <a:fld id="{2D2188D8-F19A-47EF-835F-41C03AE20CEF}" type="slidenum">
              <a:rPr lang="ar-SA" altLang="ar-IQ"/>
              <a:pPr>
                <a:defRPr/>
              </a:pPr>
              <a:t>‹#›</a:t>
            </a:fld>
            <a:endParaRPr lang="en-US" altLang="ar-IQ"/>
          </a:p>
        </p:txBody>
      </p:sp>
    </p:spTree>
    <p:extLst>
      <p:ext uri="{BB962C8B-B14F-4D97-AF65-F5344CB8AC3E}">
        <p14:creationId xmlns:p14="http://schemas.microsoft.com/office/powerpoint/2010/main" val="2387150319"/>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6B0E2086-8DEC-3A05-0D22-826A1EFEF604}"/>
              </a:ext>
            </a:extLst>
          </p:cNvPr>
          <p:cNvSpPr>
            <a:spLocks noGrp="1" noChangeArrowheads="1"/>
          </p:cNvSpPr>
          <p:nvPr>
            <p:ph type="dt" sz="half" idx="10"/>
          </p:nvPr>
        </p:nvSpPr>
        <p:spPr/>
        <p:txBody>
          <a:bodyPr/>
          <a:lstStyle>
            <a:lvl1pPr>
              <a:defRPr/>
            </a:lvl1pPr>
          </a:lstStyle>
          <a:p>
            <a:pPr>
              <a:defRPr/>
            </a:pPr>
            <a:fld id="{070B87B2-F295-4C96-BF17-A2A75DB3CC0D}" type="datetime1">
              <a:rPr lang="hy-AM"/>
              <a:pPr>
                <a:defRPr/>
              </a:pPr>
              <a:t>21.10.2026</a:t>
            </a:fld>
            <a:endParaRPr lang="en-US"/>
          </a:p>
        </p:txBody>
      </p:sp>
      <p:sp>
        <p:nvSpPr>
          <p:cNvPr id="4" name="Rectangle 9">
            <a:extLst>
              <a:ext uri="{FF2B5EF4-FFF2-40B4-BE49-F238E27FC236}">
                <a16:creationId xmlns:a16="http://schemas.microsoft.com/office/drawing/2014/main" id="{B0A63C80-1AD3-A385-5B69-F85C319F749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345EC734-B1C0-91EF-ABC9-DFAC7C2AF9BA}"/>
              </a:ext>
            </a:extLst>
          </p:cNvPr>
          <p:cNvSpPr>
            <a:spLocks noGrp="1" noChangeArrowheads="1"/>
          </p:cNvSpPr>
          <p:nvPr>
            <p:ph type="sldNum" sz="quarter" idx="12"/>
          </p:nvPr>
        </p:nvSpPr>
        <p:spPr/>
        <p:txBody>
          <a:bodyPr/>
          <a:lstStyle>
            <a:lvl1pPr>
              <a:defRPr/>
            </a:lvl1pPr>
          </a:lstStyle>
          <a:p>
            <a:pPr>
              <a:defRPr/>
            </a:pPr>
            <a:fld id="{3BCACF6A-53EE-44A1-B016-4973811890EB}" type="slidenum">
              <a:rPr lang="ar-SA" altLang="ar-IQ"/>
              <a:pPr>
                <a:defRPr/>
              </a:pPr>
              <a:t>‹#›</a:t>
            </a:fld>
            <a:endParaRPr lang="en-US" altLang="ar-IQ"/>
          </a:p>
        </p:txBody>
      </p:sp>
    </p:spTree>
    <p:extLst>
      <p:ext uri="{BB962C8B-B14F-4D97-AF65-F5344CB8AC3E}">
        <p14:creationId xmlns:p14="http://schemas.microsoft.com/office/powerpoint/2010/main" val="1967517063"/>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BD584A38-732C-FE17-75EC-A1E83477F1F8}"/>
              </a:ext>
            </a:extLst>
          </p:cNvPr>
          <p:cNvSpPr>
            <a:spLocks noGrp="1" noChangeArrowheads="1"/>
          </p:cNvSpPr>
          <p:nvPr>
            <p:ph type="dt" sz="half" idx="10"/>
          </p:nvPr>
        </p:nvSpPr>
        <p:spPr/>
        <p:txBody>
          <a:bodyPr/>
          <a:lstStyle>
            <a:lvl1pPr>
              <a:defRPr/>
            </a:lvl1pPr>
          </a:lstStyle>
          <a:p>
            <a:pPr>
              <a:defRPr/>
            </a:pPr>
            <a:fld id="{D5640F4A-461B-4BAB-AC72-038FA4A1C324}" type="datetime1">
              <a:rPr lang="hy-AM"/>
              <a:pPr>
                <a:defRPr/>
              </a:pPr>
              <a:t>21.10.2026</a:t>
            </a:fld>
            <a:endParaRPr lang="en-US"/>
          </a:p>
        </p:txBody>
      </p:sp>
      <p:sp>
        <p:nvSpPr>
          <p:cNvPr id="3" name="Rectangle 9">
            <a:extLst>
              <a:ext uri="{FF2B5EF4-FFF2-40B4-BE49-F238E27FC236}">
                <a16:creationId xmlns:a16="http://schemas.microsoft.com/office/drawing/2014/main" id="{216BEA04-1F2D-72CF-4647-58238F7EB5B9}"/>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9D8B0078-CDA5-6327-1176-2F37929C8FFF}"/>
              </a:ext>
            </a:extLst>
          </p:cNvPr>
          <p:cNvSpPr>
            <a:spLocks noGrp="1" noChangeArrowheads="1"/>
          </p:cNvSpPr>
          <p:nvPr>
            <p:ph type="sldNum" sz="quarter" idx="12"/>
          </p:nvPr>
        </p:nvSpPr>
        <p:spPr/>
        <p:txBody>
          <a:bodyPr/>
          <a:lstStyle>
            <a:lvl1pPr>
              <a:defRPr/>
            </a:lvl1pPr>
          </a:lstStyle>
          <a:p>
            <a:pPr>
              <a:defRPr/>
            </a:pPr>
            <a:fld id="{8D437F1B-A30C-4CE2-A8B3-3F65A8F8FDA5}" type="slidenum">
              <a:rPr lang="ar-SA" altLang="ar-IQ"/>
              <a:pPr>
                <a:defRPr/>
              </a:pPr>
              <a:t>‹#›</a:t>
            </a:fld>
            <a:endParaRPr lang="en-US" altLang="ar-IQ"/>
          </a:p>
        </p:txBody>
      </p:sp>
    </p:spTree>
    <p:extLst>
      <p:ext uri="{BB962C8B-B14F-4D97-AF65-F5344CB8AC3E}">
        <p14:creationId xmlns:p14="http://schemas.microsoft.com/office/powerpoint/2010/main" val="81279401"/>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38E53194-A94A-E8B5-4381-B586D4CB0CE0}"/>
              </a:ext>
            </a:extLst>
          </p:cNvPr>
          <p:cNvSpPr>
            <a:spLocks noGrp="1" noChangeArrowheads="1"/>
          </p:cNvSpPr>
          <p:nvPr>
            <p:ph type="dt" sz="half" idx="10"/>
          </p:nvPr>
        </p:nvSpPr>
        <p:spPr/>
        <p:txBody>
          <a:bodyPr/>
          <a:lstStyle>
            <a:lvl1pPr>
              <a:defRPr/>
            </a:lvl1pPr>
          </a:lstStyle>
          <a:p>
            <a:pPr>
              <a:defRPr/>
            </a:pPr>
            <a:fld id="{16194C12-57D6-4956-B092-8E1CEC66A3FD}" type="datetime1">
              <a:rPr lang="hy-AM"/>
              <a:pPr>
                <a:defRPr/>
              </a:pPr>
              <a:t>21.10.2026</a:t>
            </a:fld>
            <a:endParaRPr lang="en-US"/>
          </a:p>
        </p:txBody>
      </p:sp>
      <p:sp>
        <p:nvSpPr>
          <p:cNvPr id="6" name="Rectangle 9">
            <a:extLst>
              <a:ext uri="{FF2B5EF4-FFF2-40B4-BE49-F238E27FC236}">
                <a16:creationId xmlns:a16="http://schemas.microsoft.com/office/drawing/2014/main" id="{3960C3C4-4EAD-5249-EF39-03A38E8B21D1}"/>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49E460ED-03E8-15A7-384D-FBCC51271756}"/>
              </a:ext>
            </a:extLst>
          </p:cNvPr>
          <p:cNvSpPr>
            <a:spLocks noGrp="1" noChangeArrowheads="1"/>
          </p:cNvSpPr>
          <p:nvPr>
            <p:ph type="sldNum" sz="quarter" idx="12"/>
          </p:nvPr>
        </p:nvSpPr>
        <p:spPr/>
        <p:txBody>
          <a:bodyPr/>
          <a:lstStyle>
            <a:lvl1pPr>
              <a:defRPr/>
            </a:lvl1pPr>
          </a:lstStyle>
          <a:p>
            <a:pPr>
              <a:defRPr/>
            </a:pPr>
            <a:fld id="{43F4A0DE-DEB8-4B25-981B-96BC2FE4652A}" type="slidenum">
              <a:rPr lang="ar-SA" altLang="ar-IQ"/>
              <a:pPr>
                <a:defRPr/>
              </a:pPr>
              <a:t>‹#›</a:t>
            </a:fld>
            <a:endParaRPr lang="en-US" altLang="ar-IQ"/>
          </a:p>
        </p:txBody>
      </p:sp>
    </p:spTree>
    <p:extLst>
      <p:ext uri="{BB962C8B-B14F-4D97-AF65-F5344CB8AC3E}">
        <p14:creationId xmlns:p14="http://schemas.microsoft.com/office/powerpoint/2010/main" val="2842835292"/>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3327FCBC-B790-3FF2-E29A-8B199F6100D9}"/>
              </a:ext>
            </a:extLst>
          </p:cNvPr>
          <p:cNvSpPr>
            <a:spLocks noGrp="1" noChangeArrowheads="1"/>
          </p:cNvSpPr>
          <p:nvPr>
            <p:ph type="dt" sz="half" idx="10"/>
          </p:nvPr>
        </p:nvSpPr>
        <p:spPr/>
        <p:txBody>
          <a:bodyPr/>
          <a:lstStyle>
            <a:lvl1pPr>
              <a:defRPr/>
            </a:lvl1pPr>
          </a:lstStyle>
          <a:p>
            <a:pPr>
              <a:defRPr/>
            </a:pPr>
            <a:fld id="{B76F3937-DF66-4F9E-8D46-2E142528D65E}" type="datetime1">
              <a:rPr lang="hy-AM"/>
              <a:pPr>
                <a:defRPr/>
              </a:pPr>
              <a:t>21.10.2026</a:t>
            </a:fld>
            <a:endParaRPr lang="en-US"/>
          </a:p>
        </p:txBody>
      </p:sp>
      <p:sp>
        <p:nvSpPr>
          <p:cNvPr id="6" name="Rectangle 9">
            <a:extLst>
              <a:ext uri="{FF2B5EF4-FFF2-40B4-BE49-F238E27FC236}">
                <a16:creationId xmlns:a16="http://schemas.microsoft.com/office/drawing/2014/main" id="{7E7B28B6-D99A-D968-07DF-C3E6408B1D6F}"/>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0B8412AB-417D-6BA7-9076-3FCAEC549ACB}"/>
              </a:ext>
            </a:extLst>
          </p:cNvPr>
          <p:cNvSpPr>
            <a:spLocks noGrp="1" noChangeArrowheads="1"/>
          </p:cNvSpPr>
          <p:nvPr>
            <p:ph type="sldNum" sz="quarter" idx="12"/>
          </p:nvPr>
        </p:nvSpPr>
        <p:spPr/>
        <p:txBody>
          <a:bodyPr/>
          <a:lstStyle>
            <a:lvl1pPr>
              <a:defRPr/>
            </a:lvl1pPr>
          </a:lstStyle>
          <a:p>
            <a:pPr>
              <a:defRPr/>
            </a:pPr>
            <a:fld id="{0C948E0B-F0D4-4527-BF95-47E2FA8B2FD1}" type="slidenum">
              <a:rPr lang="ar-SA" altLang="ar-IQ"/>
              <a:pPr>
                <a:defRPr/>
              </a:pPr>
              <a:t>‹#›</a:t>
            </a:fld>
            <a:endParaRPr lang="en-US" altLang="ar-IQ"/>
          </a:p>
        </p:txBody>
      </p:sp>
    </p:spTree>
    <p:extLst>
      <p:ext uri="{BB962C8B-B14F-4D97-AF65-F5344CB8AC3E}">
        <p14:creationId xmlns:p14="http://schemas.microsoft.com/office/powerpoint/2010/main" val="2904724921"/>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7891D49C-35AC-D03F-B667-E9C4A707FCE7}"/>
              </a:ext>
            </a:extLst>
          </p:cNvPr>
          <p:cNvSpPr>
            <a:spLocks noGrp="1" noChangeArrowheads="1"/>
          </p:cNvSpPr>
          <p:nvPr>
            <p:ph type="dt" sz="half" idx="10"/>
          </p:nvPr>
        </p:nvSpPr>
        <p:spPr/>
        <p:txBody>
          <a:bodyPr/>
          <a:lstStyle>
            <a:lvl1pPr>
              <a:defRPr/>
            </a:lvl1pPr>
          </a:lstStyle>
          <a:p>
            <a:pPr>
              <a:defRPr/>
            </a:pPr>
            <a:fld id="{24D8081A-18A2-41A7-BCE5-35C01F881126}" type="datetime1">
              <a:rPr lang="hy-AM"/>
              <a:pPr>
                <a:defRPr/>
              </a:pPr>
              <a:t>21.10.2026</a:t>
            </a:fld>
            <a:endParaRPr lang="en-US"/>
          </a:p>
        </p:txBody>
      </p:sp>
      <p:sp>
        <p:nvSpPr>
          <p:cNvPr id="5" name="Rectangle 9">
            <a:extLst>
              <a:ext uri="{FF2B5EF4-FFF2-40B4-BE49-F238E27FC236}">
                <a16:creationId xmlns:a16="http://schemas.microsoft.com/office/drawing/2014/main" id="{83B50C76-5E53-D5CF-0E44-EB0F8043F2AD}"/>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CF2BDA27-28A0-DA72-2026-1439098A4D02}"/>
              </a:ext>
            </a:extLst>
          </p:cNvPr>
          <p:cNvSpPr>
            <a:spLocks noGrp="1" noChangeArrowheads="1"/>
          </p:cNvSpPr>
          <p:nvPr>
            <p:ph type="sldNum" sz="quarter" idx="12"/>
          </p:nvPr>
        </p:nvSpPr>
        <p:spPr/>
        <p:txBody>
          <a:bodyPr/>
          <a:lstStyle>
            <a:lvl1pPr>
              <a:defRPr/>
            </a:lvl1pPr>
          </a:lstStyle>
          <a:p>
            <a:pPr>
              <a:defRPr/>
            </a:pPr>
            <a:fld id="{D7F9A7B7-FB62-4F3A-993E-FCAC89264EE8}" type="slidenum">
              <a:rPr lang="ar-SA" altLang="ar-IQ"/>
              <a:pPr>
                <a:defRPr/>
              </a:pPr>
              <a:t>‹#›</a:t>
            </a:fld>
            <a:endParaRPr lang="en-US" altLang="ar-IQ"/>
          </a:p>
        </p:txBody>
      </p:sp>
    </p:spTree>
    <p:extLst>
      <p:ext uri="{BB962C8B-B14F-4D97-AF65-F5344CB8AC3E}">
        <p14:creationId xmlns:p14="http://schemas.microsoft.com/office/powerpoint/2010/main" val="3627611690"/>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D5007F3A-206F-A63B-DB02-89C366AA5DBE}"/>
              </a:ext>
            </a:extLst>
          </p:cNvPr>
          <p:cNvSpPr>
            <a:spLocks noGrp="1" noChangeArrowheads="1"/>
          </p:cNvSpPr>
          <p:nvPr>
            <p:ph type="dt" sz="half" idx="10"/>
          </p:nvPr>
        </p:nvSpPr>
        <p:spPr/>
        <p:txBody>
          <a:bodyPr/>
          <a:lstStyle>
            <a:lvl1pPr>
              <a:defRPr/>
            </a:lvl1pPr>
          </a:lstStyle>
          <a:p>
            <a:pPr>
              <a:defRPr/>
            </a:pPr>
            <a:fld id="{0F370E71-F35A-4D9A-BB60-C9E1FEDEB179}" type="datetime1">
              <a:rPr lang="hy-AM"/>
              <a:pPr>
                <a:defRPr/>
              </a:pPr>
              <a:t>21.10.2026</a:t>
            </a:fld>
            <a:endParaRPr lang="en-US"/>
          </a:p>
        </p:txBody>
      </p:sp>
      <p:sp>
        <p:nvSpPr>
          <p:cNvPr id="5" name="Rectangle 9">
            <a:extLst>
              <a:ext uri="{FF2B5EF4-FFF2-40B4-BE49-F238E27FC236}">
                <a16:creationId xmlns:a16="http://schemas.microsoft.com/office/drawing/2014/main" id="{C21A95AF-F797-84DB-4DA3-328B148D77B2}"/>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EE8B9D55-B450-938F-25FE-11DFACB7E04E}"/>
              </a:ext>
            </a:extLst>
          </p:cNvPr>
          <p:cNvSpPr>
            <a:spLocks noGrp="1" noChangeArrowheads="1"/>
          </p:cNvSpPr>
          <p:nvPr>
            <p:ph type="sldNum" sz="quarter" idx="12"/>
          </p:nvPr>
        </p:nvSpPr>
        <p:spPr/>
        <p:txBody>
          <a:bodyPr/>
          <a:lstStyle>
            <a:lvl1pPr>
              <a:defRPr/>
            </a:lvl1pPr>
          </a:lstStyle>
          <a:p>
            <a:pPr>
              <a:defRPr/>
            </a:pPr>
            <a:fld id="{8A511142-4278-43A2-AAEC-DC11E2C83EAE}" type="slidenum">
              <a:rPr lang="ar-SA" altLang="ar-IQ"/>
              <a:pPr>
                <a:defRPr/>
              </a:pPr>
              <a:t>‹#›</a:t>
            </a:fld>
            <a:endParaRPr lang="en-US" altLang="ar-IQ"/>
          </a:p>
        </p:txBody>
      </p:sp>
    </p:spTree>
    <p:extLst>
      <p:ext uri="{BB962C8B-B14F-4D97-AF65-F5344CB8AC3E}">
        <p14:creationId xmlns:p14="http://schemas.microsoft.com/office/powerpoint/2010/main" val="1860096769"/>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1436437-8AD2-9679-8762-B127864CDE01}"/>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68E01D68-BB7E-41CD-5E42-7F10EAA18614}"/>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7FA17B07-18B4-CF66-4187-2867E5FC7B98}"/>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610048BA-973F-D0CA-9EF5-CA9FD6FB9841}"/>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75649484-C85E-46EB-3053-71442DE3E9CA}"/>
              </a:ext>
            </a:extLst>
          </p:cNvPr>
          <p:cNvSpPr>
            <a:spLocks noGrp="1" noChangeArrowheads="1"/>
          </p:cNvSpPr>
          <p:nvPr>
            <p:ph type="dt" sz="half" idx="10"/>
          </p:nvPr>
        </p:nvSpPr>
        <p:spPr/>
        <p:txBody>
          <a:bodyPr/>
          <a:lstStyle>
            <a:lvl1pPr>
              <a:defRPr/>
            </a:lvl1pPr>
          </a:lstStyle>
          <a:p>
            <a:pPr>
              <a:defRPr/>
            </a:pPr>
            <a:fld id="{3FCF0BF5-A0B8-47CC-900A-6ED8953D562C}" type="datetime1">
              <a:rPr lang="hy-AM"/>
              <a:pPr>
                <a:defRPr/>
              </a:pPr>
              <a:t>21.10.2026</a:t>
            </a:fld>
            <a:endParaRPr lang="en-US"/>
          </a:p>
        </p:txBody>
      </p:sp>
      <p:sp>
        <p:nvSpPr>
          <p:cNvPr id="7" name="Rectangle 9">
            <a:extLst>
              <a:ext uri="{FF2B5EF4-FFF2-40B4-BE49-F238E27FC236}">
                <a16:creationId xmlns:a16="http://schemas.microsoft.com/office/drawing/2014/main" id="{846508FD-DE10-E3B0-2A72-4F8406A1FAB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131BFD3B-2A73-A64F-5DB5-DD0BDA6F88B0}"/>
              </a:ext>
            </a:extLst>
          </p:cNvPr>
          <p:cNvSpPr>
            <a:spLocks noGrp="1" noChangeArrowheads="1"/>
          </p:cNvSpPr>
          <p:nvPr>
            <p:ph type="sldNum" sz="quarter" idx="12"/>
          </p:nvPr>
        </p:nvSpPr>
        <p:spPr/>
        <p:txBody>
          <a:bodyPr/>
          <a:lstStyle>
            <a:lvl1pPr>
              <a:defRPr/>
            </a:lvl1pPr>
          </a:lstStyle>
          <a:p>
            <a:pPr>
              <a:defRPr/>
            </a:pPr>
            <a:fld id="{C42A18C2-E291-4D5D-99F6-D7B23E41812E}" type="slidenum">
              <a:rPr lang="ar-SA" altLang="ar-IQ"/>
              <a:pPr>
                <a:defRPr/>
              </a:pPr>
              <a:t>‹#›</a:t>
            </a:fld>
            <a:endParaRPr lang="en-US" altLang="ar-IQ"/>
          </a:p>
        </p:txBody>
      </p:sp>
    </p:spTree>
    <p:extLst>
      <p:ext uri="{BB962C8B-B14F-4D97-AF65-F5344CB8AC3E}">
        <p14:creationId xmlns:p14="http://schemas.microsoft.com/office/powerpoint/2010/main" val="440940557"/>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BDBA106A-16E8-C9D8-1BE9-1E7A40E1A084}"/>
              </a:ext>
            </a:extLst>
          </p:cNvPr>
          <p:cNvSpPr>
            <a:spLocks noGrp="1" noChangeArrowheads="1"/>
          </p:cNvSpPr>
          <p:nvPr>
            <p:ph type="dt" sz="half" idx="10"/>
          </p:nvPr>
        </p:nvSpPr>
        <p:spPr/>
        <p:txBody>
          <a:bodyPr/>
          <a:lstStyle>
            <a:lvl1pPr>
              <a:defRPr/>
            </a:lvl1pPr>
          </a:lstStyle>
          <a:p>
            <a:pPr>
              <a:defRPr/>
            </a:pPr>
            <a:fld id="{459BA529-3D11-43E1-8753-2BD0D9A89C04}" type="datetime1">
              <a:rPr lang="hy-AM"/>
              <a:pPr>
                <a:defRPr/>
              </a:pPr>
              <a:t>21.10.2026</a:t>
            </a:fld>
            <a:endParaRPr lang="en-US"/>
          </a:p>
        </p:txBody>
      </p:sp>
      <p:sp>
        <p:nvSpPr>
          <p:cNvPr id="5" name="Rectangle 9">
            <a:extLst>
              <a:ext uri="{FF2B5EF4-FFF2-40B4-BE49-F238E27FC236}">
                <a16:creationId xmlns:a16="http://schemas.microsoft.com/office/drawing/2014/main" id="{AF307458-098B-56C8-2D75-80AFDC7C3FA1}"/>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46CAA6F6-AB06-A297-3318-11F55E698991}"/>
              </a:ext>
            </a:extLst>
          </p:cNvPr>
          <p:cNvSpPr>
            <a:spLocks noGrp="1" noChangeArrowheads="1"/>
          </p:cNvSpPr>
          <p:nvPr>
            <p:ph type="sldNum" sz="quarter" idx="12"/>
          </p:nvPr>
        </p:nvSpPr>
        <p:spPr/>
        <p:txBody>
          <a:bodyPr/>
          <a:lstStyle>
            <a:lvl1pPr>
              <a:defRPr/>
            </a:lvl1pPr>
          </a:lstStyle>
          <a:p>
            <a:pPr>
              <a:defRPr/>
            </a:pPr>
            <a:fld id="{D1BDE181-0981-4217-9729-02DD2ED1F9FA}" type="slidenum">
              <a:rPr lang="ar-SA" altLang="ar-IQ"/>
              <a:pPr>
                <a:defRPr/>
              </a:pPr>
              <a:t>‹#›</a:t>
            </a:fld>
            <a:endParaRPr lang="en-US" altLang="ar-IQ"/>
          </a:p>
        </p:txBody>
      </p:sp>
    </p:spTree>
    <p:extLst>
      <p:ext uri="{BB962C8B-B14F-4D97-AF65-F5344CB8AC3E}">
        <p14:creationId xmlns:p14="http://schemas.microsoft.com/office/powerpoint/2010/main" val="3415917292"/>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83B65B64-6A01-73DE-69D7-36049735FD4B}"/>
              </a:ext>
            </a:extLst>
          </p:cNvPr>
          <p:cNvSpPr>
            <a:spLocks noGrp="1" noChangeArrowheads="1"/>
          </p:cNvSpPr>
          <p:nvPr>
            <p:ph type="dt" sz="half" idx="10"/>
          </p:nvPr>
        </p:nvSpPr>
        <p:spPr/>
        <p:txBody>
          <a:bodyPr/>
          <a:lstStyle>
            <a:lvl1pPr>
              <a:defRPr/>
            </a:lvl1pPr>
          </a:lstStyle>
          <a:p>
            <a:pPr>
              <a:defRPr/>
            </a:pPr>
            <a:fld id="{1894CA95-9B0E-4C17-8A86-4052BF67C136}" type="datetime1">
              <a:rPr lang="hy-AM"/>
              <a:pPr>
                <a:defRPr/>
              </a:pPr>
              <a:t>21.10.2026</a:t>
            </a:fld>
            <a:endParaRPr lang="en-US"/>
          </a:p>
        </p:txBody>
      </p:sp>
      <p:sp>
        <p:nvSpPr>
          <p:cNvPr id="5" name="Rectangle 9">
            <a:extLst>
              <a:ext uri="{FF2B5EF4-FFF2-40B4-BE49-F238E27FC236}">
                <a16:creationId xmlns:a16="http://schemas.microsoft.com/office/drawing/2014/main" id="{8EB76D22-D512-72F3-EA44-CF655556183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37B7C9FA-7B90-99D1-6397-A9B897D80248}"/>
              </a:ext>
            </a:extLst>
          </p:cNvPr>
          <p:cNvSpPr>
            <a:spLocks noGrp="1" noChangeArrowheads="1"/>
          </p:cNvSpPr>
          <p:nvPr>
            <p:ph type="sldNum" sz="quarter" idx="12"/>
          </p:nvPr>
        </p:nvSpPr>
        <p:spPr/>
        <p:txBody>
          <a:bodyPr/>
          <a:lstStyle>
            <a:lvl1pPr>
              <a:defRPr/>
            </a:lvl1pPr>
          </a:lstStyle>
          <a:p>
            <a:pPr>
              <a:defRPr/>
            </a:pPr>
            <a:fld id="{9C35B8D5-018C-480F-9636-2232A53F3459}" type="slidenum">
              <a:rPr lang="ar-SA" altLang="ar-IQ"/>
              <a:pPr>
                <a:defRPr/>
              </a:pPr>
              <a:t>‹#›</a:t>
            </a:fld>
            <a:endParaRPr lang="en-US" altLang="ar-IQ"/>
          </a:p>
        </p:txBody>
      </p:sp>
    </p:spTree>
    <p:extLst>
      <p:ext uri="{BB962C8B-B14F-4D97-AF65-F5344CB8AC3E}">
        <p14:creationId xmlns:p14="http://schemas.microsoft.com/office/powerpoint/2010/main" val="1829097645"/>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2A09017A-6EF4-CAD2-FC20-EB03D23201D0}"/>
              </a:ext>
            </a:extLst>
          </p:cNvPr>
          <p:cNvSpPr>
            <a:spLocks noGrp="1" noChangeArrowheads="1"/>
          </p:cNvSpPr>
          <p:nvPr>
            <p:ph type="dt" sz="half" idx="10"/>
          </p:nvPr>
        </p:nvSpPr>
        <p:spPr/>
        <p:txBody>
          <a:bodyPr/>
          <a:lstStyle>
            <a:lvl1pPr>
              <a:defRPr/>
            </a:lvl1pPr>
          </a:lstStyle>
          <a:p>
            <a:pPr>
              <a:defRPr/>
            </a:pPr>
            <a:fld id="{0050F855-4298-4BBF-861D-6534E5E220E1}" type="datetime1">
              <a:rPr lang="hy-AM"/>
              <a:pPr>
                <a:defRPr/>
              </a:pPr>
              <a:t>21.10.2026</a:t>
            </a:fld>
            <a:endParaRPr lang="en-US"/>
          </a:p>
        </p:txBody>
      </p:sp>
      <p:sp>
        <p:nvSpPr>
          <p:cNvPr id="6" name="Rectangle 9">
            <a:extLst>
              <a:ext uri="{FF2B5EF4-FFF2-40B4-BE49-F238E27FC236}">
                <a16:creationId xmlns:a16="http://schemas.microsoft.com/office/drawing/2014/main" id="{BC0D9E7B-7955-C144-DCE4-04BE05B69E4D}"/>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8A42F43E-126B-045D-1075-5774A726AFE0}"/>
              </a:ext>
            </a:extLst>
          </p:cNvPr>
          <p:cNvSpPr>
            <a:spLocks noGrp="1" noChangeArrowheads="1"/>
          </p:cNvSpPr>
          <p:nvPr>
            <p:ph type="sldNum" sz="quarter" idx="12"/>
          </p:nvPr>
        </p:nvSpPr>
        <p:spPr/>
        <p:txBody>
          <a:bodyPr/>
          <a:lstStyle>
            <a:lvl1pPr>
              <a:defRPr/>
            </a:lvl1pPr>
          </a:lstStyle>
          <a:p>
            <a:pPr>
              <a:defRPr/>
            </a:pPr>
            <a:fld id="{92026875-0A22-4144-905A-CCD4BAEBD1BF}" type="slidenum">
              <a:rPr lang="ar-SA" altLang="ar-IQ"/>
              <a:pPr>
                <a:defRPr/>
              </a:pPr>
              <a:t>‹#›</a:t>
            </a:fld>
            <a:endParaRPr lang="en-US" altLang="ar-IQ"/>
          </a:p>
        </p:txBody>
      </p:sp>
    </p:spTree>
    <p:extLst>
      <p:ext uri="{BB962C8B-B14F-4D97-AF65-F5344CB8AC3E}">
        <p14:creationId xmlns:p14="http://schemas.microsoft.com/office/powerpoint/2010/main" val="574327113"/>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5531A6B6-D312-2513-0162-7B918E5B7E7E}"/>
              </a:ext>
            </a:extLst>
          </p:cNvPr>
          <p:cNvSpPr>
            <a:spLocks noGrp="1" noChangeArrowheads="1"/>
          </p:cNvSpPr>
          <p:nvPr>
            <p:ph type="dt" sz="half" idx="10"/>
          </p:nvPr>
        </p:nvSpPr>
        <p:spPr/>
        <p:txBody>
          <a:bodyPr/>
          <a:lstStyle>
            <a:lvl1pPr>
              <a:defRPr/>
            </a:lvl1pPr>
          </a:lstStyle>
          <a:p>
            <a:pPr>
              <a:defRPr/>
            </a:pPr>
            <a:fld id="{D0934BAB-708F-4239-BE4B-70206EE8EB50}" type="datetime1">
              <a:rPr lang="hy-AM"/>
              <a:pPr>
                <a:defRPr/>
              </a:pPr>
              <a:t>21.10.2026</a:t>
            </a:fld>
            <a:endParaRPr lang="en-US"/>
          </a:p>
        </p:txBody>
      </p:sp>
      <p:sp>
        <p:nvSpPr>
          <p:cNvPr id="8" name="Rectangle 9">
            <a:extLst>
              <a:ext uri="{FF2B5EF4-FFF2-40B4-BE49-F238E27FC236}">
                <a16:creationId xmlns:a16="http://schemas.microsoft.com/office/drawing/2014/main" id="{0863AF0C-B61B-9BDD-2C88-DFF6C51A66A9}"/>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FB2FB969-0DB4-CD70-2179-6E1A0E432F99}"/>
              </a:ext>
            </a:extLst>
          </p:cNvPr>
          <p:cNvSpPr>
            <a:spLocks noGrp="1" noChangeArrowheads="1"/>
          </p:cNvSpPr>
          <p:nvPr>
            <p:ph type="sldNum" sz="quarter" idx="12"/>
          </p:nvPr>
        </p:nvSpPr>
        <p:spPr/>
        <p:txBody>
          <a:bodyPr/>
          <a:lstStyle>
            <a:lvl1pPr>
              <a:defRPr/>
            </a:lvl1pPr>
          </a:lstStyle>
          <a:p>
            <a:pPr>
              <a:defRPr/>
            </a:pPr>
            <a:fld id="{01D385E7-6A15-4A80-80FD-B4A2D9B6FA6F}" type="slidenum">
              <a:rPr lang="ar-SA" altLang="ar-IQ"/>
              <a:pPr>
                <a:defRPr/>
              </a:pPr>
              <a:t>‹#›</a:t>
            </a:fld>
            <a:endParaRPr lang="en-US" altLang="ar-IQ"/>
          </a:p>
        </p:txBody>
      </p:sp>
    </p:spTree>
    <p:extLst>
      <p:ext uri="{BB962C8B-B14F-4D97-AF65-F5344CB8AC3E}">
        <p14:creationId xmlns:p14="http://schemas.microsoft.com/office/powerpoint/2010/main" val="2438166614"/>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1C9BA6FB-8A70-FAB2-773B-8502B25F59BF}"/>
              </a:ext>
            </a:extLst>
          </p:cNvPr>
          <p:cNvSpPr>
            <a:spLocks noGrp="1" noChangeArrowheads="1"/>
          </p:cNvSpPr>
          <p:nvPr>
            <p:ph type="dt" sz="half" idx="10"/>
          </p:nvPr>
        </p:nvSpPr>
        <p:spPr/>
        <p:txBody>
          <a:bodyPr/>
          <a:lstStyle>
            <a:lvl1pPr>
              <a:defRPr/>
            </a:lvl1pPr>
          </a:lstStyle>
          <a:p>
            <a:pPr>
              <a:defRPr/>
            </a:pPr>
            <a:fld id="{F390E56D-F3F0-4937-A108-857CE7BC81B8}" type="datetime1">
              <a:rPr lang="hy-AM"/>
              <a:pPr>
                <a:defRPr/>
              </a:pPr>
              <a:t>21.10.2026</a:t>
            </a:fld>
            <a:endParaRPr lang="en-US"/>
          </a:p>
        </p:txBody>
      </p:sp>
      <p:sp>
        <p:nvSpPr>
          <p:cNvPr id="4" name="Rectangle 9">
            <a:extLst>
              <a:ext uri="{FF2B5EF4-FFF2-40B4-BE49-F238E27FC236}">
                <a16:creationId xmlns:a16="http://schemas.microsoft.com/office/drawing/2014/main" id="{C70770F3-8A1F-3FA5-81D4-56B0CB1981D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55E67030-3610-047C-685B-B063E849E3F6}"/>
              </a:ext>
            </a:extLst>
          </p:cNvPr>
          <p:cNvSpPr>
            <a:spLocks noGrp="1" noChangeArrowheads="1"/>
          </p:cNvSpPr>
          <p:nvPr>
            <p:ph type="sldNum" sz="quarter" idx="12"/>
          </p:nvPr>
        </p:nvSpPr>
        <p:spPr/>
        <p:txBody>
          <a:bodyPr/>
          <a:lstStyle>
            <a:lvl1pPr>
              <a:defRPr/>
            </a:lvl1pPr>
          </a:lstStyle>
          <a:p>
            <a:pPr>
              <a:defRPr/>
            </a:pPr>
            <a:fld id="{8F04A60D-C1C7-4F5D-9305-9CE996AF882B}" type="slidenum">
              <a:rPr lang="ar-SA" altLang="ar-IQ"/>
              <a:pPr>
                <a:defRPr/>
              </a:pPr>
              <a:t>‹#›</a:t>
            </a:fld>
            <a:endParaRPr lang="en-US" altLang="ar-IQ"/>
          </a:p>
        </p:txBody>
      </p:sp>
    </p:spTree>
    <p:extLst>
      <p:ext uri="{BB962C8B-B14F-4D97-AF65-F5344CB8AC3E}">
        <p14:creationId xmlns:p14="http://schemas.microsoft.com/office/powerpoint/2010/main" val="2264728073"/>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25392AD0-20CA-B732-B4AA-5B58E09F2F87}"/>
              </a:ext>
            </a:extLst>
          </p:cNvPr>
          <p:cNvSpPr>
            <a:spLocks noGrp="1" noChangeArrowheads="1"/>
          </p:cNvSpPr>
          <p:nvPr>
            <p:ph type="dt" sz="half" idx="10"/>
          </p:nvPr>
        </p:nvSpPr>
        <p:spPr/>
        <p:txBody>
          <a:bodyPr/>
          <a:lstStyle>
            <a:lvl1pPr>
              <a:defRPr/>
            </a:lvl1pPr>
          </a:lstStyle>
          <a:p>
            <a:pPr>
              <a:defRPr/>
            </a:pPr>
            <a:fld id="{1F9C33B5-639D-4F67-B820-118CE805C95D}" type="datetime1">
              <a:rPr lang="hy-AM"/>
              <a:pPr>
                <a:defRPr/>
              </a:pPr>
              <a:t>21.10.2026</a:t>
            </a:fld>
            <a:endParaRPr lang="en-US"/>
          </a:p>
        </p:txBody>
      </p:sp>
      <p:sp>
        <p:nvSpPr>
          <p:cNvPr id="3" name="Rectangle 9">
            <a:extLst>
              <a:ext uri="{FF2B5EF4-FFF2-40B4-BE49-F238E27FC236}">
                <a16:creationId xmlns:a16="http://schemas.microsoft.com/office/drawing/2014/main" id="{17D8B01C-59D1-45A7-E15D-83B1A456E008}"/>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EDDCF808-9CB3-ECB9-1847-64EAF031F0B4}"/>
              </a:ext>
            </a:extLst>
          </p:cNvPr>
          <p:cNvSpPr>
            <a:spLocks noGrp="1" noChangeArrowheads="1"/>
          </p:cNvSpPr>
          <p:nvPr>
            <p:ph type="sldNum" sz="quarter" idx="12"/>
          </p:nvPr>
        </p:nvSpPr>
        <p:spPr/>
        <p:txBody>
          <a:bodyPr/>
          <a:lstStyle>
            <a:lvl1pPr>
              <a:defRPr/>
            </a:lvl1pPr>
          </a:lstStyle>
          <a:p>
            <a:pPr>
              <a:defRPr/>
            </a:pPr>
            <a:fld id="{9081BB4F-0C8B-44AD-AF9C-C07922CF8811}" type="slidenum">
              <a:rPr lang="ar-SA" altLang="ar-IQ"/>
              <a:pPr>
                <a:defRPr/>
              </a:pPr>
              <a:t>‹#›</a:t>
            </a:fld>
            <a:endParaRPr lang="en-US" altLang="ar-IQ"/>
          </a:p>
        </p:txBody>
      </p:sp>
    </p:spTree>
    <p:extLst>
      <p:ext uri="{BB962C8B-B14F-4D97-AF65-F5344CB8AC3E}">
        <p14:creationId xmlns:p14="http://schemas.microsoft.com/office/powerpoint/2010/main" val="3291807735"/>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11E7E04F-D3BD-4D65-0180-22D058F5E435}"/>
              </a:ext>
            </a:extLst>
          </p:cNvPr>
          <p:cNvSpPr>
            <a:spLocks noGrp="1" noChangeArrowheads="1"/>
          </p:cNvSpPr>
          <p:nvPr>
            <p:ph type="dt" sz="half" idx="10"/>
          </p:nvPr>
        </p:nvSpPr>
        <p:spPr/>
        <p:txBody>
          <a:bodyPr/>
          <a:lstStyle>
            <a:lvl1pPr>
              <a:defRPr/>
            </a:lvl1pPr>
          </a:lstStyle>
          <a:p>
            <a:pPr>
              <a:defRPr/>
            </a:pPr>
            <a:fld id="{86ADE3F2-6CE1-43FA-95D3-C6E53E87EE93}" type="datetime1">
              <a:rPr lang="hy-AM"/>
              <a:pPr>
                <a:defRPr/>
              </a:pPr>
              <a:t>21.10.2026</a:t>
            </a:fld>
            <a:endParaRPr lang="en-US"/>
          </a:p>
        </p:txBody>
      </p:sp>
      <p:sp>
        <p:nvSpPr>
          <p:cNvPr id="6" name="Rectangle 9">
            <a:extLst>
              <a:ext uri="{FF2B5EF4-FFF2-40B4-BE49-F238E27FC236}">
                <a16:creationId xmlns:a16="http://schemas.microsoft.com/office/drawing/2014/main" id="{0D389FFA-F580-A35D-DF52-0D21A1ABB568}"/>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768D56ED-CA1C-374F-BDF7-58CE88050C76}"/>
              </a:ext>
            </a:extLst>
          </p:cNvPr>
          <p:cNvSpPr>
            <a:spLocks noGrp="1" noChangeArrowheads="1"/>
          </p:cNvSpPr>
          <p:nvPr>
            <p:ph type="sldNum" sz="quarter" idx="12"/>
          </p:nvPr>
        </p:nvSpPr>
        <p:spPr/>
        <p:txBody>
          <a:bodyPr/>
          <a:lstStyle>
            <a:lvl1pPr>
              <a:defRPr/>
            </a:lvl1pPr>
          </a:lstStyle>
          <a:p>
            <a:pPr>
              <a:defRPr/>
            </a:pPr>
            <a:fld id="{62A72F99-FF83-44F6-9D6B-60623D3EAE17}" type="slidenum">
              <a:rPr lang="ar-SA" altLang="ar-IQ"/>
              <a:pPr>
                <a:defRPr/>
              </a:pPr>
              <a:t>‹#›</a:t>
            </a:fld>
            <a:endParaRPr lang="en-US" altLang="ar-IQ"/>
          </a:p>
        </p:txBody>
      </p:sp>
    </p:spTree>
    <p:extLst>
      <p:ext uri="{BB962C8B-B14F-4D97-AF65-F5344CB8AC3E}">
        <p14:creationId xmlns:p14="http://schemas.microsoft.com/office/powerpoint/2010/main" val="2599076031"/>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7F59CD49-4AA4-B9DD-DE21-92D956B87A65}"/>
              </a:ext>
            </a:extLst>
          </p:cNvPr>
          <p:cNvSpPr>
            <a:spLocks noGrp="1" noChangeArrowheads="1"/>
          </p:cNvSpPr>
          <p:nvPr>
            <p:ph type="dt" sz="half" idx="10"/>
          </p:nvPr>
        </p:nvSpPr>
        <p:spPr/>
        <p:txBody>
          <a:bodyPr/>
          <a:lstStyle>
            <a:lvl1pPr>
              <a:defRPr/>
            </a:lvl1pPr>
          </a:lstStyle>
          <a:p>
            <a:pPr>
              <a:defRPr/>
            </a:pPr>
            <a:fld id="{332C4613-F3E5-439B-8018-84B4DF0AF8DD}" type="datetime1">
              <a:rPr lang="hy-AM"/>
              <a:pPr>
                <a:defRPr/>
              </a:pPr>
              <a:t>21.10.2026</a:t>
            </a:fld>
            <a:endParaRPr lang="en-US"/>
          </a:p>
        </p:txBody>
      </p:sp>
      <p:sp>
        <p:nvSpPr>
          <p:cNvPr id="6" name="Rectangle 9">
            <a:extLst>
              <a:ext uri="{FF2B5EF4-FFF2-40B4-BE49-F238E27FC236}">
                <a16:creationId xmlns:a16="http://schemas.microsoft.com/office/drawing/2014/main" id="{6B02C49E-D140-D45C-56A4-D093F3AFE698}"/>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3992A553-6264-55FA-63C5-009EFCB603F7}"/>
              </a:ext>
            </a:extLst>
          </p:cNvPr>
          <p:cNvSpPr>
            <a:spLocks noGrp="1" noChangeArrowheads="1"/>
          </p:cNvSpPr>
          <p:nvPr>
            <p:ph type="sldNum" sz="quarter" idx="12"/>
          </p:nvPr>
        </p:nvSpPr>
        <p:spPr/>
        <p:txBody>
          <a:bodyPr/>
          <a:lstStyle>
            <a:lvl1pPr>
              <a:defRPr/>
            </a:lvl1pPr>
          </a:lstStyle>
          <a:p>
            <a:pPr>
              <a:defRPr/>
            </a:pPr>
            <a:fld id="{1140F743-DB23-4D94-856C-D0B34B1D1E7C}" type="slidenum">
              <a:rPr lang="ar-SA" altLang="ar-IQ"/>
              <a:pPr>
                <a:defRPr/>
              </a:pPr>
              <a:t>‹#›</a:t>
            </a:fld>
            <a:endParaRPr lang="en-US" altLang="ar-IQ"/>
          </a:p>
        </p:txBody>
      </p:sp>
    </p:spTree>
    <p:extLst>
      <p:ext uri="{BB962C8B-B14F-4D97-AF65-F5344CB8AC3E}">
        <p14:creationId xmlns:p14="http://schemas.microsoft.com/office/powerpoint/2010/main" val="4105490170"/>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B03E386C-5A91-EAE4-32A3-E65F5C53A6B7}"/>
              </a:ext>
            </a:extLst>
          </p:cNvPr>
          <p:cNvSpPr>
            <a:spLocks noGrp="1" noChangeArrowheads="1"/>
          </p:cNvSpPr>
          <p:nvPr>
            <p:ph type="dt" sz="half" idx="10"/>
          </p:nvPr>
        </p:nvSpPr>
        <p:spPr/>
        <p:txBody>
          <a:bodyPr/>
          <a:lstStyle>
            <a:lvl1pPr>
              <a:defRPr/>
            </a:lvl1pPr>
          </a:lstStyle>
          <a:p>
            <a:pPr>
              <a:defRPr/>
            </a:pPr>
            <a:fld id="{3CDA3D0C-7FFB-40E8-A140-440EA6F8FEF9}" type="datetime1">
              <a:rPr lang="hy-AM"/>
              <a:pPr>
                <a:defRPr/>
              </a:pPr>
              <a:t>21.10.2026</a:t>
            </a:fld>
            <a:endParaRPr lang="en-US"/>
          </a:p>
        </p:txBody>
      </p:sp>
      <p:sp>
        <p:nvSpPr>
          <p:cNvPr id="5" name="Rectangle 9">
            <a:extLst>
              <a:ext uri="{FF2B5EF4-FFF2-40B4-BE49-F238E27FC236}">
                <a16:creationId xmlns:a16="http://schemas.microsoft.com/office/drawing/2014/main" id="{86753C5F-555C-A873-90A4-1CC4B61E7163}"/>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D7A0996D-CCD1-5C99-53D0-A49927F26ED2}"/>
              </a:ext>
            </a:extLst>
          </p:cNvPr>
          <p:cNvSpPr>
            <a:spLocks noGrp="1" noChangeArrowheads="1"/>
          </p:cNvSpPr>
          <p:nvPr>
            <p:ph type="sldNum" sz="quarter" idx="12"/>
          </p:nvPr>
        </p:nvSpPr>
        <p:spPr/>
        <p:txBody>
          <a:bodyPr/>
          <a:lstStyle>
            <a:lvl1pPr>
              <a:defRPr/>
            </a:lvl1pPr>
          </a:lstStyle>
          <a:p>
            <a:pPr>
              <a:defRPr/>
            </a:pPr>
            <a:fld id="{496621D1-BD76-41CE-9C87-958B92F7C7DE}" type="slidenum">
              <a:rPr lang="ar-SA" altLang="ar-IQ"/>
              <a:pPr>
                <a:defRPr/>
              </a:pPr>
              <a:t>‹#›</a:t>
            </a:fld>
            <a:endParaRPr lang="en-US" altLang="ar-IQ"/>
          </a:p>
        </p:txBody>
      </p:sp>
    </p:spTree>
    <p:extLst>
      <p:ext uri="{BB962C8B-B14F-4D97-AF65-F5344CB8AC3E}">
        <p14:creationId xmlns:p14="http://schemas.microsoft.com/office/powerpoint/2010/main" val="1546203944"/>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B61A05AF-0236-8F99-77EC-E457BB5BFCD8}"/>
              </a:ext>
            </a:extLst>
          </p:cNvPr>
          <p:cNvSpPr>
            <a:spLocks noGrp="1" noChangeArrowheads="1"/>
          </p:cNvSpPr>
          <p:nvPr>
            <p:ph type="dt" sz="half" idx="10"/>
          </p:nvPr>
        </p:nvSpPr>
        <p:spPr/>
        <p:txBody>
          <a:bodyPr/>
          <a:lstStyle>
            <a:lvl1pPr>
              <a:defRPr/>
            </a:lvl1pPr>
          </a:lstStyle>
          <a:p>
            <a:pPr>
              <a:defRPr/>
            </a:pPr>
            <a:fld id="{9B5671BB-BC68-4DE1-B709-BB2800E61620}" type="datetime1">
              <a:rPr lang="hy-AM"/>
              <a:pPr>
                <a:defRPr/>
              </a:pPr>
              <a:t>21.10.2026</a:t>
            </a:fld>
            <a:endParaRPr lang="en-US"/>
          </a:p>
        </p:txBody>
      </p:sp>
      <p:sp>
        <p:nvSpPr>
          <p:cNvPr id="5" name="Rectangle 9">
            <a:extLst>
              <a:ext uri="{FF2B5EF4-FFF2-40B4-BE49-F238E27FC236}">
                <a16:creationId xmlns:a16="http://schemas.microsoft.com/office/drawing/2014/main" id="{C556068E-C255-9860-5E5E-A62580BA06B7}"/>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9A40E2AD-7EDA-DF4C-3234-5123B40339B0}"/>
              </a:ext>
            </a:extLst>
          </p:cNvPr>
          <p:cNvSpPr>
            <a:spLocks noGrp="1" noChangeArrowheads="1"/>
          </p:cNvSpPr>
          <p:nvPr>
            <p:ph type="sldNum" sz="quarter" idx="12"/>
          </p:nvPr>
        </p:nvSpPr>
        <p:spPr/>
        <p:txBody>
          <a:bodyPr/>
          <a:lstStyle>
            <a:lvl1pPr>
              <a:defRPr/>
            </a:lvl1pPr>
          </a:lstStyle>
          <a:p>
            <a:pPr>
              <a:defRPr/>
            </a:pPr>
            <a:fld id="{8594CAE4-47E2-436B-98BB-F1F00A88DEA1}" type="slidenum">
              <a:rPr lang="ar-SA" altLang="ar-IQ"/>
              <a:pPr>
                <a:defRPr/>
              </a:pPr>
              <a:t>‹#›</a:t>
            </a:fld>
            <a:endParaRPr lang="en-US" altLang="ar-IQ"/>
          </a:p>
        </p:txBody>
      </p:sp>
    </p:spTree>
    <p:extLst>
      <p:ext uri="{BB962C8B-B14F-4D97-AF65-F5344CB8AC3E}">
        <p14:creationId xmlns:p14="http://schemas.microsoft.com/office/powerpoint/2010/main" val="3586709823"/>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9A56BF9C-4365-A072-B800-9D156515E64C}"/>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519BFB1C-1D00-23F6-30C3-8B46972FB1E5}"/>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B3330121-A392-4F28-CBE1-896F0EFE7842}"/>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28A4FCF6-DA88-976B-D220-09A2F412B1AD}"/>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D0072C5C-80EC-99FC-3517-ADE137499FAB}"/>
              </a:ext>
            </a:extLst>
          </p:cNvPr>
          <p:cNvSpPr>
            <a:spLocks noGrp="1" noChangeArrowheads="1"/>
          </p:cNvSpPr>
          <p:nvPr>
            <p:ph type="dt" sz="half" idx="10"/>
          </p:nvPr>
        </p:nvSpPr>
        <p:spPr/>
        <p:txBody>
          <a:bodyPr/>
          <a:lstStyle>
            <a:lvl1pPr>
              <a:defRPr/>
            </a:lvl1pPr>
          </a:lstStyle>
          <a:p>
            <a:pPr>
              <a:defRPr/>
            </a:pPr>
            <a:fld id="{942AE702-9255-49FE-95DD-1E2599315B2A}" type="datetime1">
              <a:rPr lang="hy-AM"/>
              <a:pPr>
                <a:defRPr/>
              </a:pPr>
              <a:t>21.10.2026</a:t>
            </a:fld>
            <a:endParaRPr lang="en-US"/>
          </a:p>
        </p:txBody>
      </p:sp>
      <p:sp>
        <p:nvSpPr>
          <p:cNvPr id="7" name="Rectangle 9">
            <a:extLst>
              <a:ext uri="{FF2B5EF4-FFF2-40B4-BE49-F238E27FC236}">
                <a16:creationId xmlns:a16="http://schemas.microsoft.com/office/drawing/2014/main" id="{E6CCB218-7DE4-31DA-46A7-8EAD1D70BBA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FD2ABE41-D662-2F61-5E92-2EF1282C8A03}"/>
              </a:ext>
            </a:extLst>
          </p:cNvPr>
          <p:cNvSpPr>
            <a:spLocks noGrp="1" noChangeArrowheads="1"/>
          </p:cNvSpPr>
          <p:nvPr>
            <p:ph type="sldNum" sz="quarter" idx="12"/>
          </p:nvPr>
        </p:nvSpPr>
        <p:spPr/>
        <p:txBody>
          <a:bodyPr/>
          <a:lstStyle>
            <a:lvl1pPr>
              <a:defRPr/>
            </a:lvl1pPr>
          </a:lstStyle>
          <a:p>
            <a:pPr>
              <a:defRPr/>
            </a:pPr>
            <a:fld id="{CABB45EC-A4E8-455F-8828-90ED406BF63E}" type="slidenum">
              <a:rPr lang="ar-SA" altLang="ar-IQ"/>
              <a:pPr>
                <a:defRPr/>
              </a:pPr>
              <a:t>‹#›</a:t>
            </a:fld>
            <a:endParaRPr lang="en-US" altLang="ar-IQ"/>
          </a:p>
        </p:txBody>
      </p:sp>
    </p:spTree>
    <p:extLst>
      <p:ext uri="{BB962C8B-B14F-4D97-AF65-F5344CB8AC3E}">
        <p14:creationId xmlns:p14="http://schemas.microsoft.com/office/powerpoint/2010/main" val="176157348"/>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C5BBECA7-DEF9-BA6C-895E-D5D820F4E358}"/>
              </a:ext>
            </a:extLst>
          </p:cNvPr>
          <p:cNvSpPr>
            <a:spLocks noGrp="1" noChangeArrowheads="1"/>
          </p:cNvSpPr>
          <p:nvPr>
            <p:ph type="dt" sz="half" idx="10"/>
          </p:nvPr>
        </p:nvSpPr>
        <p:spPr/>
        <p:txBody>
          <a:bodyPr/>
          <a:lstStyle>
            <a:lvl1pPr>
              <a:defRPr/>
            </a:lvl1pPr>
          </a:lstStyle>
          <a:p>
            <a:pPr>
              <a:defRPr/>
            </a:pPr>
            <a:fld id="{5285C64F-6CF2-4FA8-8806-19C8D84A13A8}" type="datetime1">
              <a:rPr lang="hy-AM"/>
              <a:pPr>
                <a:defRPr/>
              </a:pPr>
              <a:t>21.10.2026</a:t>
            </a:fld>
            <a:endParaRPr lang="en-US"/>
          </a:p>
        </p:txBody>
      </p:sp>
      <p:sp>
        <p:nvSpPr>
          <p:cNvPr id="5" name="Rectangle 9">
            <a:extLst>
              <a:ext uri="{FF2B5EF4-FFF2-40B4-BE49-F238E27FC236}">
                <a16:creationId xmlns:a16="http://schemas.microsoft.com/office/drawing/2014/main" id="{39F16B44-52CE-EDC6-351C-88A2BDCE45DC}"/>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AEB01AA6-CDF2-05B6-C4F6-02C9F81BF875}"/>
              </a:ext>
            </a:extLst>
          </p:cNvPr>
          <p:cNvSpPr>
            <a:spLocks noGrp="1" noChangeArrowheads="1"/>
          </p:cNvSpPr>
          <p:nvPr>
            <p:ph type="sldNum" sz="quarter" idx="12"/>
          </p:nvPr>
        </p:nvSpPr>
        <p:spPr/>
        <p:txBody>
          <a:bodyPr/>
          <a:lstStyle>
            <a:lvl1pPr>
              <a:defRPr/>
            </a:lvl1pPr>
          </a:lstStyle>
          <a:p>
            <a:pPr>
              <a:defRPr/>
            </a:pPr>
            <a:fld id="{11CA1C8F-8526-47E2-AB0E-EE15F92C7052}" type="slidenum">
              <a:rPr lang="ar-SA" altLang="ar-IQ"/>
              <a:pPr>
                <a:defRPr/>
              </a:pPr>
              <a:t>‹#›</a:t>
            </a:fld>
            <a:endParaRPr lang="en-US" altLang="ar-IQ"/>
          </a:p>
        </p:txBody>
      </p:sp>
    </p:spTree>
    <p:extLst>
      <p:ext uri="{BB962C8B-B14F-4D97-AF65-F5344CB8AC3E}">
        <p14:creationId xmlns:p14="http://schemas.microsoft.com/office/powerpoint/2010/main" val="3270909869"/>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712A29A5-00A3-7277-F045-BF2854E92926}"/>
              </a:ext>
            </a:extLst>
          </p:cNvPr>
          <p:cNvSpPr>
            <a:spLocks noGrp="1" noChangeArrowheads="1"/>
          </p:cNvSpPr>
          <p:nvPr>
            <p:ph type="dt" sz="half" idx="10"/>
          </p:nvPr>
        </p:nvSpPr>
        <p:spPr/>
        <p:txBody>
          <a:bodyPr/>
          <a:lstStyle>
            <a:lvl1pPr>
              <a:defRPr/>
            </a:lvl1pPr>
          </a:lstStyle>
          <a:p>
            <a:pPr>
              <a:defRPr/>
            </a:pPr>
            <a:fld id="{1D3ACC10-4C3D-41B2-A081-C05FF269ED08}" type="datetime1">
              <a:rPr lang="hy-AM"/>
              <a:pPr>
                <a:defRPr/>
              </a:pPr>
              <a:t>21.10.2026</a:t>
            </a:fld>
            <a:endParaRPr lang="en-US"/>
          </a:p>
        </p:txBody>
      </p:sp>
      <p:sp>
        <p:nvSpPr>
          <p:cNvPr id="5" name="Rectangle 9">
            <a:extLst>
              <a:ext uri="{FF2B5EF4-FFF2-40B4-BE49-F238E27FC236}">
                <a16:creationId xmlns:a16="http://schemas.microsoft.com/office/drawing/2014/main" id="{BC64BDB4-FACC-343A-D3CA-A50B6900B52F}"/>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295F2C10-2316-57DF-821A-092F1FDC950D}"/>
              </a:ext>
            </a:extLst>
          </p:cNvPr>
          <p:cNvSpPr>
            <a:spLocks noGrp="1" noChangeArrowheads="1"/>
          </p:cNvSpPr>
          <p:nvPr>
            <p:ph type="sldNum" sz="quarter" idx="12"/>
          </p:nvPr>
        </p:nvSpPr>
        <p:spPr/>
        <p:txBody>
          <a:bodyPr/>
          <a:lstStyle>
            <a:lvl1pPr>
              <a:defRPr/>
            </a:lvl1pPr>
          </a:lstStyle>
          <a:p>
            <a:pPr>
              <a:defRPr/>
            </a:pPr>
            <a:fld id="{92F67EB6-4AF0-472C-86D1-70999D184CF4}" type="slidenum">
              <a:rPr lang="ar-SA" altLang="ar-IQ"/>
              <a:pPr>
                <a:defRPr/>
              </a:pPr>
              <a:t>‹#›</a:t>
            </a:fld>
            <a:endParaRPr lang="en-US" altLang="ar-IQ"/>
          </a:p>
        </p:txBody>
      </p:sp>
    </p:spTree>
    <p:extLst>
      <p:ext uri="{BB962C8B-B14F-4D97-AF65-F5344CB8AC3E}">
        <p14:creationId xmlns:p14="http://schemas.microsoft.com/office/powerpoint/2010/main" val="597655681"/>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C3CEC5CE-69A8-DB84-5B02-507FF3A4AD12}"/>
              </a:ext>
            </a:extLst>
          </p:cNvPr>
          <p:cNvSpPr>
            <a:spLocks noGrp="1" noChangeArrowheads="1"/>
          </p:cNvSpPr>
          <p:nvPr>
            <p:ph type="dt" sz="half" idx="10"/>
          </p:nvPr>
        </p:nvSpPr>
        <p:spPr/>
        <p:txBody>
          <a:bodyPr/>
          <a:lstStyle>
            <a:lvl1pPr>
              <a:defRPr/>
            </a:lvl1pPr>
          </a:lstStyle>
          <a:p>
            <a:pPr>
              <a:defRPr/>
            </a:pPr>
            <a:fld id="{DED5CF6A-9A9A-49D5-B060-731D44FC2933}" type="datetime1">
              <a:rPr lang="hy-AM"/>
              <a:pPr>
                <a:defRPr/>
              </a:pPr>
              <a:t>21.10.2026</a:t>
            </a:fld>
            <a:endParaRPr lang="en-US"/>
          </a:p>
        </p:txBody>
      </p:sp>
      <p:sp>
        <p:nvSpPr>
          <p:cNvPr id="6" name="Rectangle 9">
            <a:extLst>
              <a:ext uri="{FF2B5EF4-FFF2-40B4-BE49-F238E27FC236}">
                <a16:creationId xmlns:a16="http://schemas.microsoft.com/office/drawing/2014/main" id="{62F1B008-90AC-6C96-5020-DC537E2B2A9E}"/>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F50C1409-DF57-BAA1-7EE3-B6065D7FCB2F}"/>
              </a:ext>
            </a:extLst>
          </p:cNvPr>
          <p:cNvSpPr>
            <a:spLocks noGrp="1" noChangeArrowheads="1"/>
          </p:cNvSpPr>
          <p:nvPr>
            <p:ph type="sldNum" sz="quarter" idx="12"/>
          </p:nvPr>
        </p:nvSpPr>
        <p:spPr/>
        <p:txBody>
          <a:bodyPr/>
          <a:lstStyle>
            <a:lvl1pPr>
              <a:defRPr/>
            </a:lvl1pPr>
          </a:lstStyle>
          <a:p>
            <a:pPr>
              <a:defRPr/>
            </a:pPr>
            <a:fld id="{10953650-9A0E-4134-B553-A49EB826C9B0}" type="slidenum">
              <a:rPr lang="ar-SA" altLang="ar-IQ"/>
              <a:pPr>
                <a:defRPr/>
              </a:pPr>
              <a:t>‹#›</a:t>
            </a:fld>
            <a:endParaRPr lang="en-US" altLang="ar-IQ"/>
          </a:p>
        </p:txBody>
      </p:sp>
    </p:spTree>
    <p:extLst>
      <p:ext uri="{BB962C8B-B14F-4D97-AF65-F5344CB8AC3E}">
        <p14:creationId xmlns:p14="http://schemas.microsoft.com/office/powerpoint/2010/main" val="1473680095"/>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627EE460-ED3C-C334-1DD5-BB9A7EF56B68}"/>
              </a:ext>
            </a:extLst>
          </p:cNvPr>
          <p:cNvSpPr>
            <a:spLocks noGrp="1" noChangeArrowheads="1"/>
          </p:cNvSpPr>
          <p:nvPr>
            <p:ph type="dt" sz="half" idx="10"/>
          </p:nvPr>
        </p:nvSpPr>
        <p:spPr/>
        <p:txBody>
          <a:bodyPr/>
          <a:lstStyle>
            <a:lvl1pPr>
              <a:defRPr/>
            </a:lvl1pPr>
          </a:lstStyle>
          <a:p>
            <a:pPr>
              <a:defRPr/>
            </a:pPr>
            <a:fld id="{9AC4E96A-15F0-4BA2-9B49-7A6FAB5D07F9}" type="datetime1">
              <a:rPr lang="hy-AM"/>
              <a:pPr>
                <a:defRPr/>
              </a:pPr>
              <a:t>21.10.2026</a:t>
            </a:fld>
            <a:endParaRPr lang="en-US"/>
          </a:p>
        </p:txBody>
      </p:sp>
      <p:sp>
        <p:nvSpPr>
          <p:cNvPr id="8" name="Rectangle 9">
            <a:extLst>
              <a:ext uri="{FF2B5EF4-FFF2-40B4-BE49-F238E27FC236}">
                <a16:creationId xmlns:a16="http://schemas.microsoft.com/office/drawing/2014/main" id="{EF8FE020-F9B8-1CA7-D763-CF19EC00453E}"/>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96C04066-9427-564F-4BD7-86084CF0B6C2}"/>
              </a:ext>
            </a:extLst>
          </p:cNvPr>
          <p:cNvSpPr>
            <a:spLocks noGrp="1" noChangeArrowheads="1"/>
          </p:cNvSpPr>
          <p:nvPr>
            <p:ph type="sldNum" sz="quarter" idx="12"/>
          </p:nvPr>
        </p:nvSpPr>
        <p:spPr/>
        <p:txBody>
          <a:bodyPr/>
          <a:lstStyle>
            <a:lvl1pPr>
              <a:defRPr/>
            </a:lvl1pPr>
          </a:lstStyle>
          <a:p>
            <a:pPr>
              <a:defRPr/>
            </a:pPr>
            <a:fld id="{377FF5D2-BC3F-4274-8862-FCD152710C83}" type="slidenum">
              <a:rPr lang="ar-SA" altLang="ar-IQ"/>
              <a:pPr>
                <a:defRPr/>
              </a:pPr>
              <a:t>‹#›</a:t>
            </a:fld>
            <a:endParaRPr lang="en-US" altLang="ar-IQ"/>
          </a:p>
        </p:txBody>
      </p:sp>
    </p:spTree>
    <p:extLst>
      <p:ext uri="{BB962C8B-B14F-4D97-AF65-F5344CB8AC3E}">
        <p14:creationId xmlns:p14="http://schemas.microsoft.com/office/powerpoint/2010/main" val="1990387633"/>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4F47F255-30A8-A40E-95E1-D37124E50FB6}"/>
              </a:ext>
            </a:extLst>
          </p:cNvPr>
          <p:cNvSpPr>
            <a:spLocks noGrp="1" noChangeArrowheads="1"/>
          </p:cNvSpPr>
          <p:nvPr>
            <p:ph type="dt" sz="half" idx="10"/>
          </p:nvPr>
        </p:nvSpPr>
        <p:spPr/>
        <p:txBody>
          <a:bodyPr/>
          <a:lstStyle>
            <a:lvl1pPr>
              <a:defRPr/>
            </a:lvl1pPr>
          </a:lstStyle>
          <a:p>
            <a:pPr>
              <a:defRPr/>
            </a:pPr>
            <a:fld id="{4FF9BB31-C796-4707-9850-AF028402FDC4}" type="datetime1">
              <a:rPr lang="hy-AM"/>
              <a:pPr>
                <a:defRPr/>
              </a:pPr>
              <a:t>21.10.2026</a:t>
            </a:fld>
            <a:endParaRPr lang="en-US"/>
          </a:p>
        </p:txBody>
      </p:sp>
      <p:sp>
        <p:nvSpPr>
          <p:cNvPr id="4" name="Rectangle 9">
            <a:extLst>
              <a:ext uri="{FF2B5EF4-FFF2-40B4-BE49-F238E27FC236}">
                <a16:creationId xmlns:a16="http://schemas.microsoft.com/office/drawing/2014/main" id="{2211C983-B346-3719-1DEB-C2191964CE59}"/>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0A803318-C1A6-7904-09DB-9FD26AC178E7}"/>
              </a:ext>
            </a:extLst>
          </p:cNvPr>
          <p:cNvSpPr>
            <a:spLocks noGrp="1" noChangeArrowheads="1"/>
          </p:cNvSpPr>
          <p:nvPr>
            <p:ph type="sldNum" sz="quarter" idx="12"/>
          </p:nvPr>
        </p:nvSpPr>
        <p:spPr/>
        <p:txBody>
          <a:bodyPr/>
          <a:lstStyle>
            <a:lvl1pPr>
              <a:defRPr/>
            </a:lvl1pPr>
          </a:lstStyle>
          <a:p>
            <a:pPr>
              <a:defRPr/>
            </a:pPr>
            <a:fld id="{BFA7EEDD-A3B1-467F-B563-E6A270CB822E}" type="slidenum">
              <a:rPr lang="ar-SA" altLang="ar-IQ"/>
              <a:pPr>
                <a:defRPr/>
              </a:pPr>
              <a:t>‹#›</a:t>
            </a:fld>
            <a:endParaRPr lang="en-US" altLang="ar-IQ"/>
          </a:p>
        </p:txBody>
      </p:sp>
    </p:spTree>
    <p:extLst>
      <p:ext uri="{BB962C8B-B14F-4D97-AF65-F5344CB8AC3E}">
        <p14:creationId xmlns:p14="http://schemas.microsoft.com/office/powerpoint/2010/main" val="3820515748"/>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919D485A-0E22-55EF-AB4E-120B729180FF}"/>
              </a:ext>
            </a:extLst>
          </p:cNvPr>
          <p:cNvSpPr>
            <a:spLocks noGrp="1" noChangeArrowheads="1"/>
          </p:cNvSpPr>
          <p:nvPr>
            <p:ph type="dt" sz="half" idx="10"/>
          </p:nvPr>
        </p:nvSpPr>
        <p:spPr/>
        <p:txBody>
          <a:bodyPr/>
          <a:lstStyle>
            <a:lvl1pPr>
              <a:defRPr/>
            </a:lvl1pPr>
          </a:lstStyle>
          <a:p>
            <a:pPr>
              <a:defRPr/>
            </a:pPr>
            <a:fld id="{C8FC25CB-DA6D-4ADB-AED4-C9D6542111F3}" type="datetime1">
              <a:rPr lang="hy-AM"/>
              <a:pPr>
                <a:defRPr/>
              </a:pPr>
              <a:t>21.10.2026</a:t>
            </a:fld>
            <a:endParaRPr lang="en-US"/>
          </a:p>
        </p:txBody>
      </p:sp>
      <p:sp>
        <p:nvSpPr>
          <p:cNvPr id="3" name="Rectangle 9">
            <a:extLst>
              <a:ext uri="{FF2B5EF4-FFF2-40B4-BE49-F238E27FC236}">
                <a16:creationId xmlns:a16="http://schemas.microsoft.com/office/drawing/2014/main" id="{175CBE1D-9B77-E6CC-7017-E6821755788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812FC2AE-E77F-52A9-65E6-4B2618C38213}"/>
              </a:ext>
            </a:extLst>
          </p:cNvPr>
          <p:cNvSpPr>
            <a:spLocks noGrp="1" noChangeArrowheads="1"/>
          </p:cNvSpPr>
          <p:nvPr>
            <p:ph type="sldNum" sz="quarter" idx="12"/>
          </p:nvPr>
        </p:nvSpPr>
        <p:spPr/>
        <p:txBody>
          <a:bodyPr/>
          <a:lstStyle>
            <a:lvl1pPr>
              <a:defRPr/>
            </a:lvl1pPr>
          </a:lstStyle>
          <a:p>
            <a:pPr>
              <a:defRPr/>
            </a:pPr>
            <a:fld id="{A80F891E-4A02-4593-B9E4-78C69C9D03EC}" type="slidenum">
              <a:rPr lang="ar-SA" altLang="ar-IQ"/>
              <a:pPr>
                <a:defRPr/>
              </a:pPr>
              <a:t>‹#›</a:t>
            </a:fld>
            <a:endParaRPr lang="en-US" altLang="ar-IQ"/>
          </a:p>
        </p:txBody>
      </p:sp>
    </p:spTree>
    <p:extLst>
      <p:ext uri="{BB962C8B-B14F-4D97-AF65-F5344CB8AC3E}">
        <p14:creationId xmlns:p14="http://schemas.microsoft.com/office/powerpoint/2010/main" val="2058995080"/>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514D4FA5-6210-C3D2-5EE2-8C9A5E54EF25}"/>
              </a:ext>
            </a:extLst>
          </p:cNvPr>
          <p:cNvSpPr>
            <a:spLocks noGrp="1" noChangeArrowheads="1"/>
          </p:cNvSpPr>
          <p:nvPr>
            <p:ph type="dt" sz="half" idx="10"/>
          </p:nvPr>
        </p:nvSpPr>
        <p:spPr/>
        <p:txBody>
          <a:bodyPr/>
          <a:lstStyle>
            <a:lvl1pPr>
              <a:defRPr/>
            </a:lvl1pPr>
          </a:lstStyle>
          <a:p>
            <a:pPr>
              <a:defRPr/>
            </a:pPr>
            <a:fld id="{07502536-21EF-4528-B7FE-60D6E773FEBA}" type="datetime1">
              <a:rPr lang="hy-AM"/>
              <a:pPr>
                <a:defRPr/>
              </a:pPr>
              <a:t>21.10.2026</a:t>
            </a:fld>
            <a:endParaRPr lang="en-US"/>
          </a:p>
        </p:txBody>
      </p:sp>
      <p:sp>
        <p:nvSpPr>
          <p:cNvPr id="6" name="Rectangle 9">
            <a:extLst>
              <a:ext uri="{FF2B5EF4-FFF2-40B4-BE49-F238E27FC236}">
                <a16:creationId xmlns:a16="http://schemas.microsoft.com/office/drawing/2014/main" id="{D2844A90-318C-A930-2E11-65A8B1A8195D}"/>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3400E920-9A1D-21D3-D03F-E555258BDBE1}"/>
              </a:ext>
            </a:extLst>
          </p:cNvPr>
          <p:cNvSpPr>
            <a:spLocks noGrp="1" noChangeArrowheads="1"/>
          </p:cNvSpPr>
          <p:nvPr>
            <p:ph type="sldNum" sz="quarter" idx="12"/>
          </p:nvPr>
        </p:nvSpPr>
        <p:spPr/>
        <p:txBody>
          <a:bodyPr/>
          <a:lstStyle>
            <a:lvl1pPr>
              <a:defRPr/>
            </a:lvl1pPr>
          </a:lstStyle>
          <a:p>
            <a:pPr>
              <a:defRPr/>
            </a:pPr>
            <a:fld id="{9408A5A0-3B6D-4597-AC7E-4918D5029E92}" type="slidenum">
              <a:rPr lang="ar-SA" altLang="ar-IQ"/>
              <a:pPr>
                <a:defRPr/>
              </a:pPr>
              <a:t>‹#›</a:t>
            </a:fld>
            <a:endParaRPr lang="en-US" altLang="ar-IQ"/>
          </a:p>
        </p:txBody>
      </p:sp>
    </p:spTree>
    <p:extLst>
      <p:ext uri="{BB962C8B-B14F-4D97-AF65-F5344CB8AC3E}">
        <p14:creationId xmlns:p14="http://schemas.microsoft.com/office/powerpoint/2010/main" val="3050041955"/>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BEA82837-CB9B-7F93-504C-A031B51AFC95}"/>
              </a:ext>
            </a:extLst>
          </p:cNvPr>
          <p:cNvSpPr>
            <a:spLocks noGrp="1" noChangeArrowheads="1"/>
          </p:cNvSpPr>
          <p:nvPr>
            <p:ph type="dt" sz="half" idx="10"/>
          </p:nvPr>
        </p:nvSpPr>
        <p:spPr/>
        <p:txBody>
          <a:bodyPr/>
          <a:lstStyle>
            <a:lvl1pPr>
              <a:defRPr/>
            </a:lvl1pPr>
          </a:lstStyle>
          <a:p>
            <a:pPr>
              <a:defRPr/>
            </a:pPr>
            <a:fld id="{E47F5376-3815-45E6-A313-D4DB65532203}" type="datetime1">
              <a:rPr lang="hy-AM"/>
              <a:pPr>
                <a:defRPr/>
              </a:pPr>
              <a:t>21.10.2026</a:t>
            </a:fld>
            <a:endParaRPr lang="en-US"/>
          </a:p>
        </p:txBody>
      </p:sp>
      <p:sp>
        <p:nvSpPr>
          <p:cNvPr id="6" name="Rectangle 9">
            <a:extLst>
              <a:ext uri="{FF2B5EF4-FFF2-40B4-BE49-F238E27FC236}">
                <a16:creationId xmlns:a16="http://schemas.microsoft.com/office/drawing/2014/main" id="{7CF427AD-7EC3-99DC-673E-2E7CB9C1174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D0B978E2-2706-0C7C-40A4-C6291747BB7D}"/>
              </a:ext>
            </a:extLst>
          </p:cNvPr>
          <p:cNvSpPr>
            <a:spLocks noGrp="1" noChangeArrowheads="1"/>
          </p:cNvSpPr>
          <p:nvPr>
            <p:ph type="sldNum" sz="quarter" idx="12"/>
          </p:nvPr>
        </p:nvSpPr>
        <p:spPr/>
        <p:txBody>
          <a:bodyPr/>
          <a:lstStyle>
            <a:lvl1pPr>
              <a:defRPr/>
            </a:lvl1pPr>
          </a:lstStyle>
          <a:p>
            <a:pPr>
              <a:defRPr/>
            </a:pPr>
            <a:fld id="{4E5F2EEA-6501-46F4-931F-3F0092C45C9E}" type="slidenum">
              <a:rPr lang="ar-SA" altLang="ar-IQ"/>
              <a:pPr>
                <a:defRPr/>
              </a:pPr>
              <a:t>‹#›</a:t>
            </a:fld>
            <a:endParaRPr lang="en-US" altLang="ar-IQ"/>
          </a:p>
        </p:txBody>
      </p:sp>
    </p:spTree>
    <p:extLst>
      <p:ext uri="{BB962C8B-B14F-4D97-AF65-F5344CB8AC3E}">
        <p14:creationId xmlns:p14="http://schemas.microsoft.com/office/powerpoint/2010/main" val="1298382029"/>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BD456FAE-9E93-1BDF-8136-A581CDDA83DB}"/>
              </a:ext>
            </a:extLst>
          </p:cNvPr>
          <p:cNvSpPr>
            <a:spLocks noGrp="1" noChangeArrowheads="1"/>
          </p:cNvSpPr>
          <p:nvPr>
            <p:ph type="dt" sz="half" idx="10"/>
          </p:nvPr>
        </p:nvSpPr>
        <p:spPr/>
        <p:txBody>
          <a:bodyPr/>
          <a:lstStyle>
            <a:lvl1pPr>
              <a:defRPr/>
            </a:lvl1pPr>
          </a:lstStyle>
          <a:p>
            <a:pPr>
              <a:defRPr/>
            </a:pPr>
            <a:fld id="{4C3D7D67-9CB4-4B32-A295-608A91761734}" type="datetime1">
              <a:rPr lang="hy-AM"/>
              <a:pPr>
                <a:defRPr/>
              </a:pPr>
              <a:t>21.10.2026</a:t>
            </a:fld>
            <a:endParaRPr lang="en-US"/>
          </a:p>
        </p:txBody>
      </p:sp>
      <p:sp>
        <p:nvSpPr>
          <p:cNvPr id="5" name="Rectangle 9">
            <a:extLst>
              <a:ext uri="{FF2B5EF4-FFF2-40B4-BE49-F238E27FC236}">
                <a16:creationId xmlns:a16="http://schemas.microsoft.com/office/drawing/2014/main" id="{96C50322-9A31-5DE2-9ECF-8E2A483B3A3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699C482C-3965-DEE7-A326-298E04B96B79}"/>
              </a:ext>
            </a:extLst>
          </p:cNvPr>
          <p:cNvSpPr>
            <a:spLocks noGrp="1" noChangeArrowheads="1"/>
          </p:cNvSpPr>
          <p:nvPr>
            <p:ph type="sldNum" sz="quarter" idx="12"/>
          </p:nvPr>
        </p:nvSpPr>
        <p:spPr/>
        <p:txBody>
          <a:bodyPr/>
          <a:lstStyle>
            <a:lvl1pPr>
              <a:defRPr/>
            </a:lvl1pPr>
          </a:lstStyle>
          <a:p>
            <a:pPr>
              <a:defRPr/>
            </a:pPr>
            <a:fld id="{C5DAFF3B-C432-4822-B559-2ADAA96401C0}" type="slidenum">
              <a:rPr lang="ar-SA" altLang="ar-IQ"/>
              <a:pPr>
                <a:defRPr/>
              </a:pPr>
              <a:t>‹#›</a:t>
            </a:fld>
            <a:endParaRPr lang="en-US" altLang="ar-IQ"/>
          </a:p>
        </p:txBody>
      </p:sp>
    </p:spTree>
    <p:extLst>
      <p:ext uri="{BB962C8B-B14F-4D97-AF65-F5344CB8AC3E}">
        <p14:creationId xmlns:p14="http://schemas.microsoft.com/office/powerpoint/2010/main" val="714797413"/>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BA272189-CD8E-1F5C-CAB7-E300D8BC1866}"/>
              </a:ext>
            </a:extLst>
          </p:cNvPr>
          <p:cNvSpPr>
            <a:spLocks noGrp="1" noChangeArrowheads="1"/>
          </p:cNvSpPr>
          <p:nvPr>
            <p:ph type="dt" sz="half" idx="10"/>
          </p:nvPr>
        </p:nvSpPr>
        <p:spPr/>
        <p:txBody>
          <a:bodyPr/>
          <a:lstStyle>
            <a:lvl1pPr>
              <a:defRPr/>
            </a:lvl1pPr>
          </a:lstStyle>
          <a:p>
            <a:pPr>
              <a:defRPr/>
            </a:pPr>
            <a:fld id="{03C18F8D-CC61-4B57-82A6-636E5484D553}" type="datetime1">
              <a:rPr lang="hy-AM"/>
              <a:pPr>
                <a:defRPr/>
              </a:pPr>
              <a:t>21.10.2026</a:t>
            </a:fld>
            <a:endParaRPr lang="en-US"/>
          </a:p>
        </p:txBody>
      </p:sp>
      <p:sp>
        <p:nvSpPr>
          <p:cNvPr id="5" name="Rectangle 9">
            <a:extLst>
              <a:ext uri="{FF2B5EF4-FFF2-40B4-BE49-F238E27FC236}">
                <a16:creationId xmlns:a16="http://schemas.microsoft.com/office/drawing/2014/main" id="{BD674130-CCB9-46D8-1E8C-F25EE851CC5F}"/>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AD7AC0FE-5C52-24A1-2A4C-93B5446A9341}"/>
              </a:ext>
            </a:extLst>
          </p:cNvPr>
          <p:cNvSpPr>
            <a:spLocks noGrp="1" noChangeArrowheads="1"/>
          </p:cNvSpPr>
          <p:nvPr>
            <p:ph type="sldNum" sz="quarter" idx="12"/>
          </p:nvPr>
        </p:nvSpPr>
        <p:spPr/>
        <p:txBody>
          <a:bodyPr/>
          <a:lstStyle>
            <a:lvl1pPr>
              <a:defRPr/>
            </a:lvl1pPr>
          </a:lstStyle>
          <a:p>
            <a:pPr>
              <a:defRPr/>
            </a:pPr>
            <a:fld id="{CBD77FB3-018D-42B2-A6B5-FDEC573F70CB}" type="slidenum">
              <a:rPr lang="ar-SA" altLang="ar-IQ"/>
              <a:pPr>
                <a:defRPr/>
              </a:pPr>
              <a:t>‹#›</a:t>
            </a:fld>
            <a:endParaRPr lang="en-US" altLang="ar-IQ"/>
          </a:p>
        </p:txBody>
      </p:sp>
    </p:spTree>
    <p:extLst>
      <p:ext uri="{BB962C8B-B14F-4D97-AF65-F5344CB8AC3E}">
        <p14:creationId xmlns:p14="http://schemas.microsoft.com/office/powerpoint/2010/main" val="1985253333"/>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EE02D99F-F5E2-7A38-E92D-DF29CFDBF1C0}"/>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D031ADDD-F4A8-553F-5429-F9FDD834B326}"/>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FEB2DB7D-16DE-2B33-CD48-A10060C37BF5}"/>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4A3C2AAA-8995-6DA1-01C9-1479DC9061D3}"/>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DAB047BB-1E5C-5C37-0F79-197F99E1785A}"/>
              </a:ext>
            </a:extLst>
          </p:cNvPr>
          <p:cNvSpPr>
            <a:spLocks noGrp="1" noChangeArrowheads="1"/>
          </p:cNvSpPr>
          <p:nvPr>
            <p:ph type="dt" sz="half" idx="10"/>
          </p:nvPr>
        </p:nvSpPr>
        <p:spPr/>
        <p:txBody>
          <a:bodyPr/>
          <a:lstStyle>
            <a:lvl1pPr>
              <a:defRPr/>
            </a:lvl1pPr>
          </a:lstStyle>
          <a:p>
            <a:pPr>
              <a:defRPr/>
            </a:pPr>
            <a:fld id="{F7F81466-22A5-4307-BC61-3C56F83233F9}" type="datetime1">
              <a:rPr lang="hy-AM"/>
              <a:pPr>
                <a:defRPr/>
              </a:pPr>
              <a:t>21.10.2026</a:t>
            </a:fld>
            <a:endParaRPr lang="en-US"/>
          </a:p>
        </p:txBody>
      </p:sp>
      <p:sp>
        <p:nvSpPr>
          <p:cNvPr id="7" name="Rectangle 9">
            <a:extLst>
              <a:ext uri="{FF2B5EF4-FFF2-40B4-BE49-F238E27FC236}">
                <a16:creationId xmlns:a16="http://schemas.microsoft.com/office/drawing/2014/main" id="{2A306862-5A15-3D8D-4945-A16613D7AC0B}"/>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AEFA4DC3-1106-A1EA-6E76-0FC9DB621FE0}"/>
              </a:ext>
            </a:extLst>
          </p:cNvPr>
          <p:cNvSpPr>
            <a:spLocks noGrp="1" noChangeArrowheads="1"/>
          </p:cNvSpPr>
          <p:nvPr>
            <p:ph type="sldNum" sz="quarter" idx="12"/>
          </p:nvPr>
        </p:nvSpPr>
        <p:spPr/>
        <p:txBody>
          <a:bodyPr/>
          <a:lstStyle>
            <a:lvl1pPr>
              <a:defRPr/>
            </a:lvl1pPr>
          </a:lstStyle>
          <a:p>
            <a:pPr>
              <a:defRPr/>
            </a:pPr>
            <a:fld id="{38B06CBD-9A79-4DFD-B5E2-A3A0D14B8418}" type="slidenum">
              <a:rPr lang="ar-SA" altLang="ar-IQ"/>
              <a:pPr>
                <a:defRPr/>
              </a:pPr>
              <a:t>‹#›</a:t>
            </a:fld>
            <a:endParaRPr lang="en-US" altLang="ar-IQ"/>
          </a:p>
        </p:txBody>
      </p:sp>
    </p:spTree>
    <p:extLst>
      <p:ext uri="{BB962C8B-B14F-4D97-AF65-F5344CB8AC3E}">
        <p14:creationId xmlns:p14="http://schemas.microsoft.com/office/powerpoint/2010/main" val="1164528673"/>
      </p:ext>
    </p:extLst>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5C4A25A9-4214-6056-8436-D03237D20285}"/>
              </a:ext>
            </a:extLst>
          </p:cNvPr>
          <p:cNvSpPr>
            <a:spLocks noGrp="1" noChangeArrowheads="1"/>
          </p:cNvSpPr>
          <p:nvPr>
            <p:ph type="dt" sz="half" idx="10"/>
          </p:nvPr>
        </p:nvSpPr>
        <p:spPr/>
        <p:txBody>
          <a:bodyPr/>
          <a:lstStyle>
            <a:lvl1pPr>
              <a:defRPr/>
            </a:lvl1pPr>
          </a:lstStyle>
          <a:p>
            <a:pPr>
              <a:defRPr/>
            </a:pPr>
            <a:fld id="{14C44274-86AE-4DEA-96A8-188B6E767036}" type="datetime1">
              <a:rPr lang="hy-AM"/>
              <a:pPr>
                <a:defRPr/>
              </a:pPr>
              <a:t>21.10.2026</a:t>
            </a:fld>
            <a:endParaRPr lang="en-US"/>
          </a:p>
        </p:txBody>
      </p:sp>
      <p:sp>
        <p:nvSpPr>
          <p:cNvPr id="5" name="Rectangle 9">
            <a:extLst>
              <a:ext uri="{FF2B5EF4-FFF2-40B4-BE49-F238E27FC236}">
                <a16:creationId xmlns:a16="http://schemas.microsoft.com/office/drawing/2014/main" id="{7D7B3791-C925-FB52-9BD0-2A5AB2961E99}"/>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BF070A48-9A73-10B7-A280-8E7F67742B1F}"/>
              </a:ext>
            </a:extLst>
          </p:cNvPr>
          <p:cNvSpPr>
            <a:spLocks noGrp="1" noChangeArrowheads="1"/>
          </p:cNvSpPr>
          <p:nvPr>
            <p:ph type="sldNum" sz="quarter" idx="12"/>
          </p:nvPr>
        </p:nvSpPr>
        <p:spPr/>
        <p:txBody>
          <a:bodyPr/>
          <a:lstStyle>
            <a:lvl1pPr>
              <a:defRPr/>
            </a:lvl1pPr>
          </a:lstStyle>
          <a:p>
            <a:pPr>
              <a:defRPr/>
            </a:pPr>
            <a:fld id="{6000E259-9D66-4245-8A6A-7320373CD178}" type="slidenum">
              <a:rPr lang="ar-SA" altLang="ar-IQ"/>
              <a:pPr>
                <a:defRPr/>
              </a:pPr>
              <a:t>‹#›</a:t>
            </a:fld>
            <a:endParaRPr lang="en-US" altLang="ar-IQ"/>
          </a:p>
        </p:txBody>
      </p:sp>
    </p:spTree>
    <p:extLst>
      <p:ext uri="{BB962C8B-B14F-4D97-AF65-F5344CB8AC3E}">
        <p14:creationId xmlns:p14="http://schemas.microsoft.com/office/powerpoint/2010/main" val="2772357863"/>
      </p:ext>
    </p:extLst>
  </p:cSld>
  <p:clrMapOvr>
    <a:masterClrMapping/>
  </p:clrMapOvr>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1DCD3A94-48F0-A212-44EA-7AB2104265AC}"/>
              </a:ext>
            </a:extLst>
          </p:cNvPr>
          <p:cNvSpPr>
            <a:spLocks noGrp="1" noChangeArrowheads="1"/>
          </p:cNvSpPr>
          <p:nvPr>
            <p:ph type="dt" sz="half" idx="10"/>
          </p:nvPr>
        </p:nvSpPr>
        <p:spPr/>
        <p:txBody>
          <a:bodyPr/>
          <a:lstStyle>
            <a:lvl1pPr>
              <a:defRPr/>
            </a:lvl1pPr>
          </a:lstStyle>
          <a:p>
            <a:pPr>
              <a:defRPr/>
            </a:pPr>
            <a:fld id="{276627EF-184C-47C6-802B-26E10A66D3DD}" type="datetime1">
              <a:rPr lang="hy-AM"/>
              <a:pPr>
                <a:defRPr/>
              </a:pPr>
              <a:t>21.10.2026</a:t>
            </a:fld>
            <a:endParaRPr lang="en-US"/>
          </a:p>
        </p:txBody>
      </p:sp>
      <p:sp>
        <p:nvSpPr>
          <p:cNvPr id="5" name="Rectangle 9">
            <a:extLst>
              <a:ext uri="{FF2B5EF4-FFF2-40B4-BE49-F238E27FC236}">
                <a16:creationId xmlns:a16="http://schemas.microsoft.com/office/drawing/2014/main" id="{5271A243-DFC1-E178-BA94-C2CF8625003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8EAC77D0-1478-411A-2730-3244EF15CC2A}"/>
              </a:ext>
            </a:extLst>
          </p:cNvPr>
          <p:cNvSpPr>
            <a:spLocks noGrp="1" noChangeArrowheads="1"/>
          </p:cNvSpPr>
          <p:nvPr>
            <p:ph type="sldNum" sz="quarter" idx="12"/>
          </p:nvPr>
        </p:nvSpPr>
        <p:spPr/>
        <p:txBody>
          <a:bodyPr/>
          <a:lstStyle>
            <a:lvl1pPr>
              <a:defRPr/>
            </a:lvl1pPr>
          </a:lstStyle>
          <a:p>
            <a:pPr>
              <a:defRPr/>
            </a:pPr>
            <a:fld id="{C021EE3B-88A7-487F-B53D-474E98967587}" type="slidenum">
              <a:rPr lang="ar-SA" altLang="ar-IQ"/>
              <a:pPr>
                <a:defRPr/>
              </a:pPr>
              <a:t>‹#›</a:t>
            </a:fld>
            <a:endParaRPr lang="en-US" altLang="ar-IQ"/>
          </a:p>
        </p:txBody>
      </p:sp>
    </p:spTree>
    <p:extLst>
      <p:ext uri="{BB962C8B-B14F-4D97-AF65-F5344CB8AC3E}">
        <p14:creationId xmlns:p14="http://schemas.microsoft.com/office/powerpoint/2010/main" val="4026907033"/>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5FB166C1-C7EA-A644-82D7-98E12A6D573D}"/>
              </a:ext>
            </a:extLst>
          </p:cNvPr>
          <p:cNvSpPr>
            <a:spLocks noGrp="1" noChangeArrowheads="1"/>
          </p:cNvSpPr>
          <p:nvPr>
            <p:ph type="dt" sz="half" idx="10"/>
          </p:nvPr>
        </p:nvSpPr>
        <p:spPr/>
        <p:txBody>
          <a:bodyPr/>
          <a:lstStyle>
            <a:lvl1pPr>
              <a:defRPr/>
            </a:lvl1pPr>
          </a:lstStyle>
          <a:p>
            <a:pPr>
              <a:defRPr/>
            </a:pPr>
            <a:fld id="{217D63A7-12F5-4840-8E1D-9D3AD57875A5}" type="datetime1">
              <a:rPr lang="hy-AM"/>
              <a:pPr>
                <a:defRPr/>
              </a:pPr>
              <a:t>21.10.2026</a:t>
            </a:fld>
            <a:endParaRPr lang="en-US"/>
          </a:p>
        </p:txBody>
      </p:sp>
      <p:sp>
        <p:nvSpPr>
          <p:cNvPr id="6" name="Rectangle 9">
            <a:extLst>
              <a:ext uri="{FF2B5EF4-FFF2-40B4-BE49-F238E27FC236}">
                <a16:creationId xmlns:a16="http://schemas.microsoft.com/office/drawing/2014/main" id="{EB8BFDE0-088A-C981-5314-2FE119913C42}"/>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C459B4B9-3553-5CDA-FFE7-B8F2F12C93A2}"/>
              </a:ext>
            </a:extLst>
          </p:cNvPr>
          <p:cNvSpPr>
            <a:spLocks noGrp="1" noChangeArrowheads="1"/>
          </p:cNvSpPr>
          <p:nvPr>
            <p:ph type="sldNum" sz="quarter" idx="12"/>
          </p:nvPr>
        </p:nvSpPr>
        <p:spPr/>
        <p:txBody>
          <a:bodyPr/>
          <a:lstStyle>
            <a:lvl1pPr>
              <a:defRPr/>
            </a:lvl1pPr>
          </a:lstStyle>
          <a:p>
            <a:pPr>
              <a:defRPr/>
            </a:pPr>
            <a:fld id="{BB5EABBA-8269-4B8E-BE30-0C4213BA706C}" type="slidenum">
              <a:rPr lang="ar-SA" altLang="ar-IQ"/>
              <a:pPr>
                <a:defRPr/>
              </a:pPr>
              <a:t>‹#›</a:t>
            </a:fld>
            <a:endParaRPr lang="en-US" altLang="ar-IQ"/>
          </a:p>
        </p:txBody>
      </p:sp>
    </p:spTree>
    <p:extLst>
      <p:ext uri="{BB962C8B-B14F-4D97-AF65-F5344CB8AC3E}">
        <p14:creationId xmlns:p14="http://schemas.microsoft.com/office/powerpoint/2010/main" val="2036397380"/>
      </p:ext>
    </p:extLst>
  </p:cSld>
  <p:clrMapOvr>
    <a:masterClrMapping/>
  </p:clrMapOvr>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1D172F7C-3962-8300-F447-5C43991EB196}"/>
              </a:ext>
            </a:extLst>
          </p:cNvPr>
          <p:cNvSpPr>
            <a:spLocks noGrp="1" noChangeArrowheads="1"/>
          </p:cNvSpPr>
          <p:nvPr>
            <p:ph type="dt" sz="half" idx="10"/>
          </p:nvPr>
        </p:nvSpPr>
        <p:spPr/>
        <p:txBody>
          <a:bodyPr/>
          <a:lstStyle>
            <a:lvl1pPr>
              <a:defRPr/>
            </a:lvl1pPr>
          </a:lstStyle>
          <a:p>
            <a:pPr>
              <a:defRPr/>
            </a:pPr>
            <a:fld id="{2456CA73-F0B7-4557-BBB7-900E098D12B8}" type="datetime1">
              <a:rPr lang="hy-AM"/>
              <a:pPr>
                <a:defRPr/>
              </a:pPr>
              <a:t>21.10.2026</a:t>
            </a:fld>
            <a:endParaRPr lang="en-US"/>
          </a:p>
        </p:txBody>
      </p:sp>
      <p:sp>
        <p:nvSpPr>
          <p:cNvPr id="8" name="Rectangle 9">
            <a:extLst>
              <a:ext uri="{FF2B5EF4-FFF2-40B4-BE49-F238E27FC236}">
                <a16:creationId xmlns:a16="http://schemas.microsoft.com/office/drawing/2014/main" id="{43F8137C-A616-9DD3-6EB2-C5FE92D65606}"/>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AB8AF43E-7A26-6517-0FA5-F120D4E96088}"/>
              </a:ext>
            </a:extLst>
          </p:cNvPr>
          <p:cNvSpPr>
            <a:spLocks noGrp="1" noChangeArrowheads="1"/>
          </p:cNvSpPr>
          <p:nvPr>
            <p:ph type="sldNum" sz="quarter" idx="12"/>
          </p:nvPr>
        </p:nvSpPr>
        <p:spPr/>
        <p:txBody>
          <a:bodyPr/>
          <a:lstStyle>
            <a:lvl1pPr>
              <a:defRPr/>
            </a:lvl1pPr>
          </a:lstStyle>
          <a:p>
            <a:pPr>
              <a:defRPr/>
            </a:pPr>
            <a:fld id="{49D2C364-1BB7-4B00-9BC9-16ED670AA9EF}" type="slidenum">
              <a:rPr lang="ar-SA" altLang="ar-IQ"/>
              <a:pPr>
                <a:defRPr/>
              </a:pPr>
              <a:t>‹#›</a:t>
            </a:fld>
            <a:endParaRPr lang="en-US" altLang="ar-IQ"/>
          </a:p>
        </p:txBody>
      </p:sp>
    </p:spTree>
    <p:extLst>
      <p:ext uri="{BB962C8B-B14F-4D97-AF65-F5344CB8AC3E}">
        <p14:creationId xmlns:p14="http://schemas.microsoft.com/office/powerpoint/2010/main" val="2944937597"/>
      </p:ext>
    </p:extLst>
  </p:cSld>
  <p:clrMapOvr>
    <a:masterClrMapping/>
  </p:clrMapOvr>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8BDFE9BE-82E1-9DB7-7537-5C388765D185}"/>
              </a:ext>
            </a:extLst>
          </p:cNvPr>
          <p:cNvSpPr>
            <a:spLocks noGrp="1" noChangeArrowheads="1"/>
          </p:cNvSpPr>
          <p:nvPr>
            <p:ph type="dt" sz="half" idx="10"/>
          </p:nvPr>
        </p:nvSpPr>
        <p:spPr/>
        <p:txBody>
          <a:bodyPr/>
          <a:lstStyle>
            <a:lvl1pPr>
              <a:defRPr/>
            </a:lvl1pPr>
          </a:lstStyle>
          <a:p>
            <a:pPr>
              <a:defRPr/>
            </a:pPr>
            <a:fld id="{D786F71D-490E-4995-8B58-042F1FFAE024}" type="datetime1">
              <a:rPr lang="hy-AM"/>
              <a:pPr>
                <a:defRPr/>
              </a:pPr>
              <a:t>21.10.2026</a:t>
            </a:fld>
            <a:endParaRPr lang="en-US"/>
          </a:p>
        </p:txBody>
      </p:sp>
      <p:sp>
        <p:nvSpPr>
          <p:cNvPr id="4" name="Rectangle 9">
            <a:extLst>
              <a:ext uri="{FF2B5EF4-FFF2-40B4-BE49-F238E27FC236}">
                <a16:creationId xmlns:a16="http://schemas.microsoft.com/office/drawing/2014/main" id="{03FD1E26-756B-E1AF-7E35-84BA832B852B}"/>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516088FD-3F8F-62B7-5172-27B17700F553}"/>
              </a:ext>
            </a:extLst>
          </p:cNvPr>
          <p:cNvSpPr>
            <a:spLocks noGrp="1" noChangeArrowheads="1"/>
          </p:cNvSpPr>
          <p:nvPr>
            <p:ph type="sldNum" sz="quarter" idx="12"/>
          </p:nvPr>
        </p:nvSpPr>
        <p:spPr/>
        <p:txBody>
          <a:bodyPr/>
          <a:lstStyle>
            <a:lvl1pPr>
              <a:defRPr/>
            </a:lvl1pPr>
          </a:lstStyle>
          <a:p>
            <a:pPr>
              <a:defRPr/>
            </a:pPr>
            <a:fld id="{B8499586-B0E7-4B4B-B083-24D808426320}" type="slidenum">
              <a:rPr lang="ar-SA" altLang="ar-IQ"/>
              <a:pPr>
                <a:defRPr/>
              </a:pPr>
              <a:t>‹#›</a:t>
            </a:fld>
            <a:endParaRPr lang="en-US" altLang="ar-IQ"/>
          </a:p>
        </p:txBody>
      </p:sp>
    </p:spTree>
    <p:extLst>
      <p:ext uri="{BB962C8B-B14F-4D97-AF65-F5344CB8AC3E}">
        <p14:creationId xmlns:p14="http://schemas.microsoft.com/office/powerpoint/2010/main" val="4182361525"/>
      </p:ext>
    </p:extLst>
  </p:cSld>
  <p:clrMapOvr>
    <a:masterClrMapping/>
  </p:clrMapOvr>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76395501-8A45-122D-E574-AA46BC114323}"/>
              </a:ext>
            </a:extLst>
          </p:cNvPr>
          <p:cNvSpPr>
            <a:spLocks noGrp="1" noChangeArrowheads="1"/>
          </p:cNvSpPr>
          <p:nvPr>
            <p:ph type="dt" sz="half" idx="10"/>
          </p:nvPr>
        </p:nvSpPr>
        <p:spPr/>
        <p:txBody>
          <a:bodyPr/>
          <a:lstStyle>
            <a:lvl1pPr>
              <a:defRPr/>
            </a:lvl1pPr>
          </a:lstStyle>
          <a:p>
            <a:pPr>
              <a:defRPr/>
            </a:pPr>
            <a:fld id="{533941B6-8D7A-4B18-9C34-7A3B416A119B}" type="datetime1">
              <a:rPr lang="hy-AM"/>
              <a:pPr>
                <a:defRPr/>
              </a:pPr>
              <a:t>21.10.2026</a:t>
            </a:fld>
            <a:endParaRPr lang="en-US"/>
          </a:p>
        </p:txBody>
      </p:sp>
      <p:sp>
        <p:nvSpPr>
          <p:cNvPr id="3" name="Rectangle 9">
            <a:extLst>
              <a:ext uri="{FF2B5EF4-FFF2-40B4-BE49-F238E27FC236}">
                <a16:creationId xmlns:a16="http://schemas.microsoft.com/office/drawing/2014/main" id="{7080029F-907A-2640-66AA-A45B1A50F0E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F5E8300F-BA34-C5C7-221C-417CD1E16DB8}"/>
              </a:ext>
            </a:extLst>
          </p:cNvPr>
          <p:cNvSpPr>
            <a:spLocks noGrp="1" noChangeArrowheads="1"/>
          </p:cNvSpPr>
          <p:nvPr>
            <p:ph type="sldNum" sz="quarter" idx="12"/>
          </p:nvPr>
        </p:nvSpPr>
        <p:spPr/>
        <p:txBody>
          <a:bodyPr/>
          <a:lstStyle>
            <a:lvl1pPr>
              <a:defRPr/>
            </a:lvl1pPr>
          </a:lstStyle>
          <a:p>
            <a:pPr>
              <a:defRPr/>
            </a:pPr>
            <a:fld id="{0258BB88-4E5C-4E61-81C6-5DFD30EC68FA}" type="slidenum">
              <a:rPr lang="ar-SA" altLang="ar-IQ"/>
              <a:pPr>
                <a:defRPr/>
              </a:pPr>
              <a:t>‹#›</a:t>
            </a:fld>
            <a:endParaRPr lang="en-US" altLang="ar-IQ"/>
          </a:p>
        </p:txBody>
      </p:sp>
    </p:spTree>
    <p:extLst>
      <p:ext uri="{BB962C8B-B14F-4D97-AF65-F5344CB8AC3E}">
        <p14:creationId xmlns:p14="http://schemas.microsoft.com/office/powerpoint/2010/main" val="1476560691"/>
      </p:ext>
    </p:extLst>
  </p:cSld>
  <p:clrMapOvr>
    <a:masterClrMapping/>
  </p:clrMapOvr>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E92B033E-F39C-2729-9185-2E39498D26FA}"/>
              </a:ext>
            </a:extLst>
          </p:cNvPr>
          <p:cNvSpPr>
            <a:spLocks noGrp="1" noChangeArrowheads="1"/>
          </p:cNvSpPr>
          <p:nvPr>
            <p:ph type="dt" sz="half" idx="10"/>
          </p:nvPr>
        </p:nvSpPr>
        <p:spPr/>
        <p:txBody>
          <a:bodyPr/>
          <a:lstStyle>
            <a:lvl1pPr>
              <a:defRPr/>
            </a:lvl1pPr>
          </a:lstStyle>
          <a:p>
            <a:pPr>
              <a:defRPr/>
            </a:pPr>
            <a:fld id="{D7856762-C87A-499F-B98C-4E1B39B028D1}" type="datetime1">
              <a:rPr lang="hy-AM"/>
              <a:pPr>
                <a:defRPr/>
              </a:pPr>
              <a:t>21.10.2026</a:t>
            </a:fld>
            <a:endParaRPr lang="en-US"/>
          </a:p>
        </p:txBody>
      </p:sp>
      <p:sp>
        <p:nvSpPr>
          <p:cNvPr id="6" name="Rectangle 9">
            <a:extLst>
              <a:ext uri="{FF2B5EF4-FFF2-40B4-BE49-F238E27FC236}">
                <a16:creationId xmlns:a16="http://schemas.microsoft.com/office/drawing/2014/main" id="{AA5A679B-13F8-426C-E346-05B2B808AA23}"/>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F506580E-B7A3-ABAD-B503-5B3183E6D137}"/>
              </a:ext>
            </a:extLst>
          </p:cNvPr>
          <p:cNvSpPr>
            <a:spLocks noGrp="1" noChangeArrowheads="1"/>
          </p:cNvSpPr>
          <p:nvPr>
            <p:ph type="sldNum" sz="quarter" idx="12"/>
          </p:nvPr>
        </p:nvSpPr>
        <p:spPr/>
        <p:txBody>
          <a:bodyPr/>
          <a:lstStyle>
            <a:lvl1pPr>
              <a:defRPr/>
            </a:lvl1pPr>
          </a:lstStyle>
          <a:p>
            <a:pPr>
              <a:defRPr/>
            </a:pPr>
            <a:fld id="{9D77DF0E-A76E-4E2A-8FD5-65EBEBC1C88E}" type="slidenum">
              <a:rPr lang="ar-SA" altLang="ar-IQ"/>
              <a:pPr>
                <a:defRPr/>
              </a:pPr>
              <a:t>‹#›</a:t>
            </a:fld>
            <a:endParaRPr lang="en-US" altLang="ar-IQ"/>
          </a:p>
        </p:txBody>
      </p:sp>
    </p:spTree>
    <p:extLst>
      <p:ext uri="{BB962C8B-B14F-4D97-AF65-F5344CB8AC3E}">
        <p14:creationId xmlns:p14="http://schemas.microsoft.com/office/powerpoint/2010/main" val="1647862454"/>
      </p:ext>
    </p:extLst>
  </p:cSld>
  <p:clrMapOvr>
    <a:masterClrMapping/>
  </p:clrMapOvr>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32A2C445-DB80-CDAD-A777-22C5E6232F67}"/>
              </a:ext>
            </a:extLst>
          </p:cNvPr>
          <p:cNvSpPr>
            <a:spLocks noGrp="1" noChangeArrowheads="1"/>
          </p:cNvSpPr>
          <p:nvPr>
            <p:ph type="dt" sz="half" idx="10"/>
          </p:nvPr>
        </p:nvSpPr>
        <p:spPr/>
        <p:txBody>
          <a:bodyPr/>
          <a:lstStyle>
            <a:lvl1pPr>
              <a:defRPr/>
            </a:lvl1pPr>
          </a:lstStyle>
          <a:p>
            <a:pPr>
              <a:defRPr/>
            </a:pPr>
            <a:fld id="{6E9F94E3-53C1-40A6-89CA-0E5F4E1DDFD3}" type="datetime1">
              <a:rPr lang="hy-AM"/>
              <a:pPr>
                <a:defRPr/>
              </a:pPr>
              <a:t>21.10.2026</a:t>
            </a:fld>
            <a:endParaRPr lang="en-US"/>
          </a:p>
        </p:txBody>
      </p:sp>
      <p:sp>
        <p:nvSpPr>
          <p:cNvPr id="6" name="Rectangle 9">
            <a:extLst>
              <a:ext uri="{FF2B5EF4-FFF2-40B4-BE49-F238E27FC236}">
                <a16:creationId xmlns:a16="http://schemas.microsoft.com/office/drawing/2014/main" id="{EA719412-E7FC-F117-C6E4-34F4D9643FBC}"/>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F086CF28-DA31-A19D-920C-DA7378047DEA}"/>
              </a:ext>
            </a:extLst>
          </p:cNvPr>
          <p:cNvSpPr>
            <a:spLocks noGrp="1" noChangeArrowheads="1"/>
          </p:cNvSpPr>
          <p:nvPr>
            <p:ph type="sldNum" sz="quarter" idx="12"/>
          </p:nvPr>
        </p:nvSpPr>
        <p:spPr/>
        <p:txBody>
          <a:bodyPr/>
          <a:lstStyle>
            <a:lvl1pPr>
              <a:defRPr/>
            </a:lvl1pPr>
          </a:lstStyle>
          <a:p>
            <a:pPr>
              <a:defRPr/>
            </a:pPr>
            <a:fld id="{C706B677-A03E-48F0-8706-379A24487DA9}" type="slidenum">
              <a:rPr lang="ar-SA" altLang="ar-IQ"/>
              <a:pPr>
                <a:defRPr/>
              </a:pPr>
              <a:t>‹#›</a:t>
            </a:fld>
            <a:endParaRPr lang="en-US" altLang="ar-IQ"/>
          </a:p>
        </p:txBody>
      </p:sp>
    </p:spTree>
    <p:extLst>
      <p:ext uri="{BB962C8B-B14F-4D97-AF65-F5344CB8AC3E}">
        <p14:creationId xmlns:p14="http://schemas.microsoft.com/office/powerpoint/2010/main" val="2711029086"/>
      </p:ext>
    </p:extLst>
  </p:cSld>
  <p:clrMapOvr>
    <a:masterClrMapping/>
  </p:clrMapOvr>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A33E274F-C685-C4B2-5632-5243DD92964C}"/>
              </a:ext>
            </a:extLst>
          </p:cNvPr>
          <p:cNvSpPr>
            <a:spLocks noGrp="1" noChangeArrowheads="1"/>
          </p:cNvSpPr>
          <p:nvPr>
            <p:ph type="dt" sz="half" idx="10"/>
          </p:nvPr>
        </p:nvSpPr>
        <p:spPr/>
        <p:txBody>
          <a:bodyPr/>
          <a:lstStyle>
            <a:lvl1pPr>
              <a:defRPr/>
            </a:lvl1pPr>
          </a:lstStyle>
          <a:p>
            <a:pPr>
              <a:defRPr/>
            </a:pPr>
            <a:fld id="{4CB35F6B-DC03-4B70-A5FF-BE4D0D8A8A29}" type="datetime1">
              <a:rPr lang="hy-AM"/>
              <a:pPr>
                <a:defRPr/>
              </a:pPr>
              <a:t>21.10.2026</a:t>
            </a:fld>
            <a:endParaRPr lang="en-US"/>
          </a:p>
        </p:txBody>
      </p:sp>
      <p:sp>
        <p:nvSpPr>
          <p:cNvPr id="5" name="Rectangle 9">
            <a:extLst>
              <a:ext uri="{FF2B5EF4-FFF2-40B4-BE49-F238E27FC236}">
                <a16:creationId xmlns:a16="http://schemas.microsoft.com/office/drawing/2014/main" id="{9C7A91ED-0859-AF2B-FEBC-104E601022C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EBCC0C40-822D-80C6-F6B2-1D5B1BAD48E6}"/>
              </a:ext>
            </a:extLst>
          </p:cNvPr>
          <p:cNvSpPr>
            <a:spLocks noGrp="1" noChangeArrowheads="1"/>
          </p:cNvSpPr>
          <p:nvPr>
            <p:ph type="sldNum" sz="quarter" idx="12"/>
          </p:nvPr>
        </p:nvSpPr>
        <p:spPr/>
        <p:txBody>
          <a:bodyPr/>
          <a:lstStyle>
            <a:lvl1pPr>
              <a:defRPr/>
            </a:lvl1pPr>
          </a:lstStyle>
          <a:p>
            <a:pPr>
              <a:defRPr/>
            </a:pPr>
            <a:fld id="{581E0A29-CFFE-4D5B-88B2-9B8B514F354E}" type="slidenum">
              <a:rPr lang="ar-SA" altLang="ar-IQ"/>
              <a:pPr>
                <a:defRPr/>
              </a:pPr>
              <a:t>‹#›</a:t>
            </a:fld>
            <a:endParaRPr lang="en-US" altLang="ar-IQ"/>
          </a:p>
        </p:txBody>
      </p:sp>
    </p:spTree>
    <p:extLst>
      <p:ext uri="{BB962C8B-B14F-4D97-AF65-F5344CB8AC3E}">
        <p14:creationId xmlns:p14="http://schemas.microsoft.com/office/powerpoint/2010/main" val="2354714736"/>
      </p:ext>
    </p:extLst>
  </p:cSld>
  <p:clrMapOvr>
    <a:masterClrMapping/>
  </p:clrMapOvr>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8CB96A4A-C8CA-BFFD-D0F8-DDEEFFA86760}"/>
              </a:ext>
            </a:extLst>
          </p:cNvPr>
          <p:cNvSpPr>
            <a:spLocks noGrp="1" noChangeArrowheads="1"/>
          </p:cNvSpPr>
          <p:nvPr>
            <p:ph type="dt" sz="half" idx="10"/>
          </p:nvPr>
        </p:nvSpPr>
        <p:spPr/>
        <p:txBody>
          <a:bodyPr/>
          <a:lstStyle>
            <a:lvl1pPr>
              <a:defRPr/>
            </a:lvl1pPr>
          </a:lstStyle>
          <a:p>
            <a:pPr>
              <a:defRPr/>
            </a:pPr>
            <a:fld id="{E4DB8ACD-F421-4266-8B96-FE157C9A8FA7}" type="datetime1">
              <a:rPr lang="hy-AM"/>
              <a:pPr>
                <a:defRPr/>
              </a:pPr>
              <a:t>21.10.2026</a:t>
            </a:fld>
            <a:endParaRPr lang="en-US"/>
          </a:p>
        </p:txBody>
      </p:sp>
      <p:sp>
        <p:nvSpPr>
          <p:cNvPr id="5" name="Rectangle 9">
            <a:extLst>
              <a:ext uri="{FF2B5EF4-FFF2-40B4-BE49-F238E27FC236}">
                <a16:creationId xmlns:a16="http://schemas.microsoft.com/office/drawing/2014/main" id="{B60742FF-3F71-A08D-7DC9-46B34DE2C19F}"/>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5DC29356-19D1-02F4-CF6C-EF7B8A8DE7E3}"/>
              </a:ext>
            </a:extLst>
          </p:cNvPr>
          <p:cNvSpPr>
            <a:spLocks noGrp="1" noChangeArrowheads="1"/>
          </p:cNvSpPr>
          <p:nvPr>
            <p:ph type="sldNum" sz="quarter" idx="12"/>
          </p:nvPr>
        </p:nvSpPr>
        <p:spPr/>
        <p:txBody>
          <a:bodyPr/>
          <a:lstStyle>
            <a:lvl1pPr>
              <a:defRPr/>
            </a:lvl1pPr>
          </a:lstStyle>
          <a:p>
            <a:pPr>
              <a:defRPr/>
            </a:pPr>
            <a:fld id="{B999542C-513B-406E-8EB4-B20856F3CE90}" type="slidenum">
              <a:rPr lang="ar-SA" altLang="ar-IQ"/>
              <a:pPr>
                <a:defRPr/>
              </a:pPr>
              <a:t>‹#›</a:t>
            </a:fld>
            <a:endParaRPr lang="en-US" altLang="ar-IQ"/>
          </a:p>
        </p:txBody>
      </p:sp>
    </p:spTree>
    <p:extLst>
      <p:ext uri="{BB962C8B-B14F-4D97-AF65-F5344CB8AC3E}">
        <p14:creationId xmlns:p14="http://schemas.microsoft.com/office/powerpoint/2010/main" val="908979069"/>
      </p:ext>
    </p:extLst>
  </p:cSld>
  <p:clrMapOvr>
    <a:masterClrMapping/>
  </p:clrMapOvr>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249B118-7880-3310-E2A6-BF1374935F52}"/>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B93D7284-1518-EC9F-C43B-9AF3117A7A6A}"/>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A8E0221C-4F3A-0046-A4A7-4331968FB7D5}"/>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6BCFD0AC-B6CF-5054-84DD-B6FEB283CD73}"/>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DCFC0E78-AFBC-DB3F-125E-F7375D97D5D8}"/>
              </a:ext>
            </a:extLst>
          </p:cNvPr>
          <p:cNvSpPr>
            <a:spLocks noGrp="1" noChangeArrowheads="1"/>
          </p:cNvSpPr>
          <p:nvPr>
            <p:ph type="dt" sz="half" idx="10"/>
          </p:nvPr>
        </p:nvSpPr>
        <p:spPr/>
        <p:txBody>
          <a:bodyPr/>
          <a:lstStyle>
            <a:lvl1pPr>
              <a:defRPr/>
            </a:lvl1pPr>
          </a:lstStyle>
          <a:p>
            <a:pPr>
              <a:defRPr/>
            </a:pPr>
            <a:fld id="{94CCD3F0-D831-4766-B1FF-1420A891123A}" type="datetime1">
              <a:rPr lang="hy-AM"/>
              <a:pPr>
                <a:defRPr/>
              </a:pPr>
              <a:t>21.10.2026</a:t>
            </a:fld>
            <a:endParaRPr lang="en-US"/>
          </a:p>
        </p:txBody>
      </p:sp>
      <p:sp>
        <p:nvSpPr>
          <p:cNvPr id="7" name="Rectangle 9">
            <a:extLst>
              <a:ext uri="{FF2B5EF4-FFF2-40B4-BE49-F238E27FC236}">
                <a16:creationId xmlns:a16="http://schemas.microsoft.com/office/drawing/2014/main" id="{7857EABC-CFA6-C438-A32A-B0746EFA2B0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ED0FCA47-5569-403D-FB92-55182B98CEC7}"/>
              </a:ext>
            </a:extLst>
          </p:cNvPr>
          <p:cNvSpPr>
            <a:spLocks noGrp="1" noChangeArrowheads="1"/>
          </p:cNvSpPr>
          <p:nvPr>
            <p:ph type="sldNum" sz="quarter" idx="12"/>
          </p:nvPr>
        </p:nvSpPr>
        <p:spPr/>
        <p:txBody>
          <a:bodyPr/>
          <a:lstStyle>
            <a:lvl1pPr>
              <a:defRPr/>
            </a:lvl1pPr>
          </a:lstStyle>
          <a:p>
            <a:pPr>
              <a:defRPr/>
            </a:pPr>
            <a:fld id="{D38A29A8-6B8C-424F-BE61-D3F1E535C4D2}" type="slidenum">
              <a:rPr lang="ar-SA" altLang="ar-IQ"/>
              <a:pPr>
                <a:defRPr/>
              </a:pPr>
              <a:t>‹#›</a:t>
            </a:fld>
            <a:endParaRPr lang="en-US" altLang="ar-IQ"/>
          </a:p>
        </p:txBody>
      </p:sp>
    </p:spTree>
    <p:extLst>
      <p:ext uri="{BB962C8B-B14F-4D97-AF65-F5344CB8AC3E}">
        <p14:creationId xmlns:p14="http://schemas.microsoft.com/office/powerpoint/2010/main" val="435455378"/>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30B9F601-E421-682A-FFFB-9DBD6CCA5A37}"/>
              </a:ext>
            </a:extLst>
          </p:cNvPr>
          <p:cNvSpPr>
            <a:spLocks noGrp="1" noChangeArrowheads="1"/>
          </p:cNvSpPr>
          <p:nvPr>
            <p:ph type="dt" sz="half" idx="10"/>
          </p:nvPr>
        </p:nvSpPr>
        <p:spPr/>
        <p:txBody>
          <a:bodyPr/>
          <a:lstStyle>
            <a:lvl1pPr>
              <a:defRPr/>
            </a:lvl1pPr>
          </a:lstStyle>
          <a:p>
            <a:pPr>
              <a:defRPr/>
            </a:pPr>
            <a:fld id="{86451E16-0B41-4825-9F2A-CA7B3E95276F}" type="datetime1">
              <a:rPr lang="hy-AM"/>
              <a:pPr>
                <a:defRPr/>
              </a:pPr>
              <a:t>21.10.2026</a:t>
            </a:fld>
            <a:endParaRPr lang="en-US"/>
          </a:p>
        </p:txBody>
      </p:sp>
      <p:sp>
        <p:nvSpPr>
          <p:cNvPr id="5" name="Rectangle 9">
            <a:extLst>
              <a:ext uri="{FF2B5EF4-FFF2-40B4-BE49-F238E27FC236}">
                <a16:creationId xmlns:a16="http://schemas.microsoft.com/office/drawing/2014/main" id="{BB70ACE0-4339-1305-D3F0-1CB122E69D6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5DC027EE-BA84-C831-E5E2-26F14F7D9B7C}"/>
              </a:ext>
            </a:extLst>
          </p:cNvPr>
          <p:cNvSpPr>
            <a:spLocks noGrp="1" noChangeArrowheads="1"/>
          </p:cNvSpPr>
          <p:nvPr>
            <p:ph type="sldNum" sz="quarter" idx="12"/>
          </p:nvPr>
        </p:nvSpPr>
        <p:spPr/>
        <p:txBody>
          <a:bodyPr/>
          <a:lstStyle>
            <a:lvl1pPr>
              <a:defRPr/>
            </a:lvl1pPr>
          </a:lstStyle>
          <a:p>
            <a:pPr>
              <a:defRPr/>
            </a:pPr>
            <a:fld id="{CCC6FC0C-8A9A-4374-BE23-27795FBB58AE}" type="slidenum">
              <a:rPr lang="ar-SA" altLang="ar-IQ"/>
              <a:pPr>
                <a:defRPr/>
              </a:pPr>
              <a:t>‹#›</a:t>
            </a:fld>
            <a:endParaRPr lang="en-US" altLang="ar-IQ"/>
          </a:p>
        </p:txBody>
      </p:sp>
    </p:spTree>
    <p:extLst>
      <p:ext uri="{BB962C8B-B14F-4D97-AF65-F5344CB8AC3E}">
        <p14:creationId xmlns:p14="http://schemas.microsoft.com/office/powerpoint/2010/main" val="1681671121"/>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8D15732C-57A8-47A5-2A0D-7A34A6DA784A}"/>
              </a:ext>
            </a:extLst>
          </p:cNvPr>
          <p:cNvSpPr>
            <a:spLocks noGrp="1" noChangeArrowheads="1"/>
          </p:cNvSpPr>
          <p:nvPr>
            <p:ph type="dt" sz="half" idx="10"/>
          </p:nvPr>
        </p:nvSpPr>
        <p:spPr/>
        <p:txBody>
          <a:bodyPr/>
          <a:lstStyle>
            <a:lvl1pPr>
              <a:defRPr/>
            </a:lvl1pPr>
          </a:lstStyle>
          <a:p>
            <a:pPr>
              <a:defRPr/>
            </a:pPr>
            <a:fld id="{5DEF7EDE-11F3-48D8-B8F9-52BEEF7D9C7E}" type="datetime1">
              <a:rPr lang="hy-AM"/>
              <a:pPr>
                <a:defRPr/>
              </a:pPr>
              <a:t>21.10.2026</a:t>
            </a:fld>
            <a:endParaRPr lang="en-US"/>
          </a:p>
        </p:txBody>
      </p:sp>
      <p:sp>
        <p:nvSpPr>
          <p:cNvPr id="5" name="Rectangle 9">
            <a:extLst>
              <a:ext uri="{FF2B5EF4-FFF2-40B4-BE49-F238E27FC236}">
                <a16:creationId xmlns:a16="http://schemas.microsoft.com/office/drawing/2014/main" id="{1728A460-3CCF-5CD7-B659-8DC3C5CF3F43}"/>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ED192CE1-A5F1-D687-27BC-45A18C8E4F0D}"/>
              </a:ext>
            </a:extLst>
          </p:cNvPr>
          <p:cNvSpPr>
            <a:spLocks noGrp="1" noChangeArrowheads="1"/>
          </p:cNvSpPr>
          <p:nvPr>
            <p:ph type="sldNum" sz="quarter" idx="12"/>
          </p:nvPr>
        </p:nvSpPr>
        <p:spPr/>
        <p:txBody>
          <a:bodyPr/>
          <a:lstStyle>
            <a:lvl1pPr>
              <a:defRPr/>
            </a:lvl1pPr>
          </a:lstStyle>
          <a:p>
            <a:pPr>
              <a:defRPr/>
            </a:pPr>
            <a:fld id="{CDFE6825-02A1-4B2B-ACD6-438D17F91887}" type="slidenum">
              <a:rPr lang="ar-SA" altLang="ar-IQ"/>
              <a:pPr>
                <a:defRPr/>
              </a:pPr>
              <a:t>‹#›</a:t>
            </a:fld>
            <a:endParaRPr lang="en-US" altLang="ar-IQ"/>
          </a:p>
        </p:txBody>
      </p:sp>
    </p:spTree>
    <p:extLst>
      <p:ext uri="{BB962C8B-B14F-4D97-AF65-F5344CB8AC3E}">
        <p14:creationId xmlns:p14="http://schemas.microsoft.com/office/powerpoint/2010/main" val="3600648297"/>
      </p:ext>
    </p:extLst>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9987A89E-ECA4-ADDB-4C64-0F89B55B829E}"/>
              </a:ext>
            </a:extLst>
          </p:cNvPr>
          <p:cNvSpPr>
            <a:spLocks noGrp="1" noChangeArrowheads="1"/>
          </p:cNvSpPr>
          <p:nvPr>
            <p:ph type="dt" sz="half" idx="10"/>
          </p:nvPr>
        </p:nvSpPr>
        <p:spPr/>
        <p:txBody>
          <a:bodyPr/>
          <a:lstStyle>
            <a:lvl1pPr>
              <a:defRPr/>
            </a:lvl1pPr>
          </a:lstStyle>
          <a:p>
            <a:pPr>
              <a:defRPr/>
            </a:pPr>
            <a:fld id="{49E2E11E-E124-436F-AC51-6D63AD1FB134}" type="datetime1">
              <a:rPr lang="hy-AM"/>
              <a:pPr>
                <a:defRPr/>
              </a:pPr>
              <a:t>21.10.2026</a:t>
            </a:fld>
            <a:endParaRPr lang="en-US"/>
          </a:p>
        </p:txBody>
      </p:sp>
      <p:sp>
        <p:nvSpPr>
          <p:cNvPr id="6" name="Rectangle 9">
            <a:extLst>
              <a:ext uri="{FF2B5EF4-FFF2-40B4-BE49-F238E27FC236}">
                <a16:creationId xmlns:a16="http://schemas.microsoft.com/office/drawing/2014/main" id="{3156BDB7-E6B9-1F5D-8912-19E84410F7F3}"/>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C27BF23B-5877-1AB2-E54D-B9AB33448CB5}"/>
              </a:ext>
            </a:extLst>
          </p:cNvPr>
          <p:cNvSpPr>
            <a:spLocks noGrp="1" noChangeArrowheads="1"/>
          </p:cNvSpPr>
          <p:nvPr>
            <p:ph type="sldNum" sz="quarter" idx="12"/>
          </p:nvPr>
        </p:nvSpPr>
        <p:spPr/>
        <p:txBody>
          <a:bodyPr/>
          <a:lstStyle>
            <a:lvl1pPr>
              <a:defRPr/>
            </a:lvl1pPr>
          </a:lstStyle>
          <a:p>
            <a:pPr>
              <a:defRPr/>
            </a:pPr>
            <a:fld id="{DC3FBEF5-1C84-4E80-9EB1-7B406EAECF5D}" type="slidenum">
              <a:rPr lang="ar-SA" altLang="ar-IQ"/>
              <a:pPr>
                <a:defRPr/>
              </a:pPr>
              <a:t>‹#›</a:t>
            </a:fld>
            <a:endParaRPr lang="en-US" altLang="ar-IQ"/>
          </a:p>
        </p:txBody>
      </p:sp>
    </p:spTree>
    <p:extLst>
      <p:ext uri="{BB962C8B-B14F-4D97-AF65-F5344CB8AC3E}">
        <p14:creationId xmlns:p14="http://schemas.microsoft.com/office/powerpoint/2010/main" val="2386508243"/>
      </p:ext>
    </p:extLst>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67137006-EB48-EAAB-84E7-A5A236092433}"/>
              </a:ext>
            </a:extLst>
          </p:cNvPr>
          <p:cNvSpPr>
            <a:spLocks noGrp="1" noChangeArrowheads="1"/>
          </p:cNvSpPr>
          <p:nvPr>
            <p:ph type="dt" sz="half" idx="10"/>
          </p:nvPr>
        </p:nvSpPr>
        <p:spPr/>
        <p:txBody>
          <a:bodyPr/>
          <a:lstStyle>
            <a:lvl1pPr>
              <a:defRPr/>
            </a:lvl1pPr>
          </a:lstStyle>
          <a:p>
            <a:pPr>
              <a:defRPr/>
            </a:pPr>
            <a:fld id="{B345B54D-CFDC-4EEC-9E95-8939DEE2C66A}" type="datetime1">
              <a:rPr lang="hy-AM"/>
              <a:pPr>
                <a:defRPr/>
              </a:pPr>
              <a:t>21.10.2026</a:t>
            </a:fld>
            <a:endParaRPr lang="en-US"/>
          </a:p>
        </p:txBody>
      </p:sp>
      <p:sp>
        <p:nvSpPr>
          <p:cNvPr id="8" name="Rectangle 9">
            <a:extLst>
              <a:ext uri="{FF2B5EF4-FFF2-40B4-BE49-F238E27FC236}">
                <a16:creationId xmlns:a16="http://schemas.microsoft.com/office/drawing/2014/main" id="{FECF2007-9C15-30D0-09F7-0B48D37E4466}"/>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077EFBA1-1637-4195-68E3-9386B3B22CF6}"/>
              </a:ext>
            </a:extLst>
          </p:cNvPr>
          <p:cNvSpPr>
            <a:spLocks noGrp="1" noChangeArrowheads="1"/>
          </p:cNvSpPr>
          <p:nvPr>
            <p:ph type="sldNum" sz="quarter" idx="12"/>
          </p:nvPr>
        </p:nvSpPr>
        <p:spPr/>
        <p:txBody>
          <a:bodyPr/>
          <a:lstStyle>
            <a:lvl1pPr>
              <a:defRPr/>
            </a:lvl1pPr>
          </a:lstStyle>
          <a:p>
            <a:pPr>
              <a:defRPr/>
            </a:pPr>
            <a:fld id="{E2085685-1456-4BA3-A1E0-FE9AF4547703}" type="slidenum">
              <a:rPr lang="ar-SA" altLang="ar-IQ"/>
              <a:pPr>
                <a:defRPr/>
              </a:pPr>
              <a:t>‹#›</a:t>
            </a:fld>
            <a:endParaRPr lang="en-US" altLang="ar-IQ"/>
          </a:p>
        </p:txBody>
      </p:sp>
    </p:spTree>
    <p:extLst>
      <p:ext uri="{BB962C8B-B14F-4D97-AF65-F5344CB8AC3E}">
        <p14:creationId xmlns:p14="http://schemas.microsoft.com/office/powerpoint/2010/main" val="1028336046"/>
      </p:ext>
    </p:extLst>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B413F5D0-DAB2-ED10-D69E-7A5E9E54D8CD}"/>
              </a:ext>
            </a:extLst>
          </p:cNvPr>
          <p:cNvSpPr>
            <a:spLocks noGrp="1" noChangeArrowheads="1"/>
          </p:cNvSpPr>
          <p:nvPr>
            <p:ph type="dt" sz="half" idx="10"/>
          </p:nvPr>
        </p:nvSpPr>
        <p:spPr/>
        <p:txBody>
          <a:bodyPr/>
          <a:lstStyle>
            <a:lvl1pPr>
              <a:defRPr/>
            </a:lvl1pPr>
          </a:lstStyle>
          <a:p>
            <a:pPr>
              <a:defRPr/>
            </a:pPr>
            <a:fld id="{60E618EA-A84A-4D66-A270-1E0D6C2D0C19}" type="datetime1">
              <a:rPr lang="hy-AM"/>
              <a:pPr>
                <a:defRPr/>
              </a:pPr>
              <a:t>21.10.2026</a:t>
            </a:fld>
            <a:endParaRPr lang="en-US"/>
          </a:p>
        </p:txBody>
      </p:sp>
      <p:sp>
        <p:nvSpPr>
          <p:cNvPr id="4" name="Rectangle 9">
            <a:extLst>
              <a:ext uri="{FF2B5EF4-FFF2-40B4-BE49-F238E27FC236}">
                <a16:creationId xmlns:a16="http://schemas.microsoft.com/office/drawing/2014/main" id="{B2D41E9B-4439-3DCA-6553-EBC5B1ECA07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A414A8FF-E633-ABB5-A85E-205710CFCF3E}"/>
              </a:ext>
            </a:extLst>
          </p:cNvPr>
          <p:cNvSpPr>
            <a:spLocks noGrp="1" noChangeArrowheads="1"/>
          </p:cNvSpPr>
          <p:nvPr>
            <p:ph type="sldNum" sz="quarter" idx="12"/>
          </p:nvPr>
        </p:nvSpPr>
        <p:spPr/>
        <p:txBody>
          <a:bodyPr/>
          <a:lstStyle>
            <a:lvl1pPr>
              <a:defRPr/>
            </a:lvl1pPr>
          </a:lstStyle>
          <a:p>
            <a:pPr>
              <a:defRPr/>
            </a:pPr>
            <a:fld id="{FC0F0E26-21DB-4D2C-A636-D639FF876C1B}" type="slidenum">
              <a:rPr lang="ar-SA" altLang="ar-IQ"/>
              <a:pPr>
                <a:defRPr/>
              </a:pPr>
              <a:t>‹#›</a:t>
            </a:fld>
            <a:endParaRPr lang="en-US" altLang="ar-IQ"/>
          </a:p>
        </p:txBody>
      </p:sp>
    </p:spTree>
    <p:extLst>
      <p:ext uri="{BB962C8B-B14F-4D97-AF65-F5344CB8AC3E}">
        <p14:creationId xmlns:p14="http://schemas.microsoft.com/office/powerpoint/2010/main" val="1023869484"/>
      </p:ext>
    </p:extLst>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FB4D0696-D373-5CB2-275A-31638BA9452A}"/>
              </a:ext>
            </a:extLst>
          </p:cNvPr>
          <p:cNvSpPr>
            <a:spLocks noGrp="1" noChangeArrowheads="1"/>
          </p:cNvSpPr>
          <p:nvPr>
            <p:ph type="dt" sz="half" idx="10"/>
          </p:nvPr>
        </p:nvSpPr>
        <p:spPr/>
        <p:txBody>
          <a:bodyPr/>
          <a:lstStyle>
            <a:lvl1pPr>
              <a:defRPr/>
            </a:lvl1pPr>
          </a:lstStyle>
          <a:p>
            <a:pPr>
              <a:defRPr/>
            </a:pPr>
            <a:fld id="{D7620DCA-7131-4AA5-8472-878A445B9BE3}" type="datetime1">
              <a:rPr lang="hy-AM"/>
              <a:pPr>
                <a:defRPr/>
              </a:pPr>
              <a:t>21.10.2026</a:t>
            </a:fld>
            <a:endParaRPr lang="en-US"/>
          </a:p>
        </p:txBody>
      </p:sp>
      <p:sp>
        <p:nvSpPr>
          <p:cNvPr id="3" name="Rectangle 9">
            <a:extLst>
              <a:ext uri="{FF2B5EF4-FFF2-40B4-BE49-F238E27FC236}">
                <a16:creationId xmlns:a16="http://schemas.microsoft.com/office/drawing/2014/main" id="{87C40D71-EB9F-7CCB-F400-D01115CDFA2E}"/>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AF19BE07-7199-466B-DF04-D806B124DA81}"/>
              </a:ext>
            </a:extLst>
          </p:cNvPr>
          <p:cNvSpPr>
            <a:spLocks noGrp="1" noChangeArrowheads="1"/>
          </p:cNvSpPr>
          <p:nvPr>
            <p:ph type="sldNum" sz="quarter" idx="12"/>
          </p:nvPr>
        </p:nvSpPr>
        <p:spPr/>
        <p:txBody>
          <a:bodyPr/>
          <a:lstStyle>
            <a:lvl1pPr>
              <a:defRPr/>
            </a:lvl1pPr>
          </a:lstStyle>
          <a:p>
            <a:pPr>
              <a:defRPr/>
            </a:pPr>
            <a:fld id="{E979E634-2B4C-4781-8E46-588E23BE6569}" type="slidenum">
              <a:rPr lang="ar-SA" altLang="ar-IQ"/>
              <a:pPr>
                <a:defRPr/>
              </a:pPr>
              <a:t>‹#›</a:t>
            </a:fld>
            <a:endParaRPr lang="en-US" altLang="ar-IQ"/>
          </a:p>
        </p:txBody>
      </p:sp>
    </p:spTree>
    <p:extLst>
      <p:ext uri="{BB962C8B-B14F-4D97-AF65-F5344CB8AC3E}">
        <p14:creationId xmlns:p14="http://schemas.microsoft.com/office/powerpoint/2010/main" val="27214"/>
      </p:ext>
    </p:extLst>
  </p:cSld>
  <p:clrMapOvr>
    <a:masterClrMapping/>
  </p:clrMapOvr>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BE7C2D11-E701-7611-4476-D310349BCDC2}"/>
              </a:ext>
            </a:extLst>
          </p:cNvPr>
          <p:cNvSpPr>
            <a:spLocks noGrp="1" noChangeArrowheads="1"/>
          </p:cNvSpPr>
          <p:nvPr>
            <p:ph type="dt" sz="half" idx="10"/>
          </p:nvPr>
        </p:nvSpPr>
        <p:spPr/>
        <p:txBody>
          <a:bodyPr/>
          <a:lstStyle>
            <a:lvl1pPr>
              <a:defRPr/>
            </a:lvl1pPr>
          </a:lstStyle>
          <a:p>
            <a:pPr>
              <a:defRPr/>
            </a:pPr>
            <a:fld id="{6ABDDC49-BA3B-4D5A-9035-6647039F3CAE}" type="datetime1">
              <a:rPr lang="hy-AM"/>
              <a:pPr>
                <a:defRPr/>
              </a:pPr>
              <a:t>21.10.2026</a:t>
            </a:fld>
            <a:endParaRPr lang="en-US"/>
          </a:p>
        </p:txBody>
      </p:sp>
      <p:sp>
        <p:nvSpPr>
          <p:cNvPr id="6" name="Rectangle 9">
            <a:extLst>
              <a:ext uri="{FF2B5EF4-FFF2-40B4-BE49-F238E27FC236}">
                <a16:creationId xmlns:a16="http://schemas.microsoft.com/office/drawing/2014/main" id="{AC7C0789-AB0A-F5DC-E775-D1FC7420C8A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51854AF4-6591-3164-3BE1-6BBDFAD0D118}"/>
              </a:ext>
            </a:extLst>
          </p:cNvPr>
          <p:cNvSpPr>
            <a:spLocks noGrp="1" noChangeArrowheads="1"/>
          </p:cNvSpPr>
          <p:nvPr>
            <p:ph type="sldNum" sz="quarter" idx="12"/>
          </p:nvPr>
        </p:nvSpPr>
        <p:spPr/>
        <p:txBody>
          <a:bodyPr/>
          <a:lstStyle>
            <a:lvl1pPr>
              <a:defRPr/>
            </a:lvl1pPr>
          </a:lstStyle>
          <a:p>
            <a:pPr>
              <a:defRPr/>
            </a:pPr>
            <a:fld id="{17D42B00-6858-48D5-A408-692874400C2B}" type="slidenum">
              <a:rPr lang="ar-SA" altLang="ar-IQ"/>
              <a:pPr>
                <a:defRPr/>
              </a:pPr>
              <a:t>‹#›</a:t>
            </a:fld>
            <a:endParaRPr lang="en-US" altLang="ar-IQ"/>
          </a:p>
        </p:txBody>
      </p:sp>
    </p:spTree>
    <p:extLst>
      <p:ext uri="{BB962C8B-B14F-4D97-AF65-F5344CB8AC3E}">
        <p14:creationId xmlns:p14="http://schemas.microsoft.com/office/powerpoint/2010/main" val="4097689684"/>
      </p:ext>
    </p:extLst>
  </p:cSld>
  <p:clrMapOvr>
    <a:masterClrMapping/>
  </p:clrMapOvr>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D9039386-7762-1BF7-198A-C5C3FDBBF9F1}"/>
              </a:ext>
            </a:extLst>
          </p:cNvPr>
          <p:cNvSpPr>
            <a:spLocks noGrp="1" noChangeArrowheads="1"/>
          </p:cNvSpPr>
          <p:nvPr>
            <p:ph type="dt" sz="half" idx="10"/>
          </p:nvPr>
        </p:nvSpPr>
        <p:spPr/>
        <p:txBody>
          <a:bodyPr/>
          <a:lstStyle>
            <a:lvl1pPr>
              <a:defRPr/>
            </a:lvl1pPr>
          </a:lstStyle>
          <a:p>
            <a:pPr>
              <a:defRPr/>
            </a:pPr>
            <a:fld id="{32FDFCEB-4610-478E-94FA-C5E8A6B21D30}" type="datetime1">
              <a:rPr lang="hy-AM"/>
              <a:pPr>
                <a:defRPr/>
              </a:pPr>
              <a:t>21.10.2026</a:t>
            </a:fld>
            <a:endParaRPr lang="en-US"/>
          </a:p>
        </p:txBody>
      </p:sp>
      <p:sp>
        <p:nvSpPr>
          <p:cNvPr id="6" name="Rectangle 9">
            <a:extLst>
              <a:ext uri="{FF2B5EF4-FFF2-40B4-BE49-F238E27FC236}">
                <a16:creationId xmlns:a16="http://schemas.microsoft.com/office/drawing/2014/main" id="{510C04B7-6CE4-BEBC-5B2B-259859A0CA71}"/>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09B735D0-CA94-8948-B3A8-0262120FABCD}"/>
              </a:ext>
            </a:extLst>
          </p:cNvPr>
          <p:cNvSpPr>
            <a:spLocks noGrp="1" noChangeArrowheads="1"/>
          </p:cNvSpPr>
          <p:nvPr>
            <p:ph type="sldNum" sz="quarter" idx="12"/>
          </p:nvPr>
        </p:nvSpPr>
        <p:spPr/>
        <p:txBody>
          <a:bodyPr/>
          <a:lstStyle>
            <a:lvl1pPr>
              <a:defRPr/>
            </a:lvl1pPr>
          </a:lstStyle>
          <a:p>
            <a:pPr>
              <a:defRPr/>
            </a:pPr>
            <a:fld id="{3DF7D931-B08A-4156-B50D-5EAE359AE269}" type="slidenum">
              <a:rPr lang="ar-SA" altLang="ar-IQ"/>
              <a:pPr>
                <a:defRPr/>
              </a:pPr>
              <a:t>‹#›</a:t>
            </a:fld>
            <a:endParaRPr lang="en-US" altLang="ar-IQ"/>
          </a:p>
        </p:txBody>
      </p:sp>
    </p:spTree>
    <p:extLst>
      <p:ext uri="{BB962C8B-B14F-4D97-AF65-F5344CB8AC3E}">
        <p14:creationId xmlns:p14="http://schemas.microsoft.com/office/powerpoint/2010/main" val="2378941916"/>
      </p:ext>
    </p:extLst>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E6DE3E2C-516B-AD64-CB48-75014D2B9955}"/>
              </a:ext>
            </a:extLst>
          </p:cNvPr>
          <p:cNvSpPr>
            <a:spLocks noGrp="1" noChangeArrowheads="1"/>
          </p:cNvSpPr>
          <p:nvPr>
            <p:ph type="dt" sz="half" idx="10"/>
          </p:nvPr>
        </p:nvSpPr>
        <p:spPr/>
        <p:txBody>
          <a:bodyPr/>
          <a:lstStyle>
            <a:lvl1pPr>
              <a:defRPr/>
            </a:lvl1pPr>
          </a:lstStyle>
          <a:p>
            <a:pPr>
              <a:defRPr/>
            </a:pPr>
            <a:fld id="{07450CDE-A11B-4460-AD2B-6BB50103D9C1}" type="datetime1">
              <a:rPr lang="hy-AM"/>
              <a:pPr>
                <a:defRPr/>
              </a:pPr>
              <a:t>21.10.2026</a:t>
            </a:fld>
            <a:endParaRPr lang="en-US"/>
          </a:p>
        </p:txBody>
      </p:sp>
      <p:sp>
        <p:nvSpPr>
          <p:cNvPr id="5" name="Rectangle 9">
            <a:extLst>
              <a:ext uri="{FF2B5EF4-FFF2-40B4-BE49-F238E27FC236}">
                <a16:creationId xmlns:a16="http://schemas.microsoft.com/office/drawing/2014/main" id="{CA43C7BC-B9D3-92BE-F461-95A0C8246EDF}"/>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BEA2FCC0-14F5-A870-DB7C-D81B3B1BA082}"/>
              </a:ext>
            </a:extLst>
          </p:cNvPr>
          <p:cNvSpPr>
            <a:spLocks noGrp="1" noChangeArrowheads="1"/>
          </p:cNvSpPr>
          <p:nvPr>
            <p:ph type="sldNum" sz="quarter" idx="12"/>
          </p:nvPr>
        </p:nvSpPr>
        <p:spPr/>
        <p:txBody>
          <a:bodyPr/>
          <a:lstStyle>
            <a:lvl1pPr>
              <a:defRPr/>
            </a:lvl1pPr>
          </a:lstStyle>
          <a:p>
            <a:pPr>
              <a:defRPr/>
            </a:pPr>
            <a:fld id="{8A3E5201-83DD-4E0E-AA2C-6157D717E4F6}" type="slidenum">
              <a:rPr lang="ar-SA" altLang="ar-IQ"/>
              <a:pPr>
                <a:defRPr/>
              </a:pPr>
              <a:t>‹#›</a:t>
            </a:fld>
            <a:endParaRPr lang="en-US" altLang="ar-IQ"/>
          </a:p>
        </p:txBody>
      </p:sp>
    </p:spTree>
    <p:extLst>
      <p:ext uri="{BB962C8B-B14F-4D97-AF65-F5344CB8AC3E}">
        <p14:creationId xmlns:p14="http://schemas.microsoft.com/office/powerpoint/2010/main" val="3321039858"/>
      </p:ext>
    </p:extLst>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C8C9249B-1BC6-AD98-A06F-83E55D13DD14}"/>
              </a:ext>
            </a:extLst>
          </p:cNvPr>
          <p:cNvSpPr>
            <a:spLocks noGrp="1" noChangeArrowheads="1"/>
          </p:cNvSpPr>
          <p:nvPr>
            <p:ph type="dt" sz="half" idx="10"/>
          </p:nvPr>
        </p:nvSpPr>
        <p:spPr/>
        <p:txBody>
          <a:bodyPr/>
          <a:lstStyle>
            <a:lvl1pPr>
              <a:defRPr/>
            </a:lvl1pPr>
          </a:lstStyle>
          <a:p>
            <a:pPr>
              <a:defRPr/>
            </a:pPr>
            <a:fld id="{B3C5424C-B230-4FD2-8D7E-3ECB19F83340}" type="datetime1">
              <a:rPr lang="hy-AM"/>
              <a:pPr>
                <a:defRPr/>
              </a:pPr>
              <a:t>21.10.2026</a:t>
            </a:fld>
            <a:endParaRPr lang="en-US"/>
          </a:p>
        </p:txBody>
      </p:sp>
      <p:sp>
        <p:nvSpPr>
          <p:cNvPr id="5" name="Rectangle 9">
            <a:extLst>
              <a:ext uri="{FF2B5EF4-FFF2-40B4-BE49-F238E27FC236}">
                <a16:creationId xmlns:a16="http://schemas.microsoft.com/office/drawing/2014/main" id="{FE418BE3-7756-C6CD-69D1-ABC8F800E011}"/>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90240E0C-471F-3D1C-B3C6-9DE3992CBA02}"/>
              </a:ext>
            </a:extLst>
          </p:cNvPr>
          <p:cNvSpPr>
            <a:spLocks noGrp="1" noChangeArrowheads="1"/>
          </p:cNvSpPr>
          <p:nvPr>
            <p:ph type="sldNum" sz="quarter" idx="12"/>
          </p:nvPr>
        </p:nvSpPr>
        <p:spPr/>
        <p:txBody>
          <a:bodyPr/>
          <a:lstStyle>
            <a:lvl1pPr>
              <a:defRPr/>
            </a:lvl1pPr>
          </a:lstStyle>
          <a:p>
            <a:pPr>
              <a:defRPr/>
            </a:pPr>
            <a:fld id="{8291F5AD-F098-4373-92B8-F3DD18435986}" type="slidenum">
              <a:rPr lang="ar-SA" altLang="ar-IQ"/>
              <a:pPr>
                <a:defRPr/>
              </a:pPr>
              <a:t>‹#›</a:t>
            </a:fld>
            <a:endParaRPr lang="en-US" altLang="ar-IQ"/>
          </a:p>
        </p:txBody>
      </p:sp>
    </p:spTree>
    <p:extLst>
      <p:ext uri="{BB962C8B-B14F-4D97-AF65-F5344CB8AC3E}">
        <p14:creationId xmlns:p14="http://schemas.microsoft.com/office/powerpoint/2010/main" val="3062772303"/>
      </p:ext>
    </p:extLst>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19817B0-0587-16DC-2A62-39CC2E3351EF}"/>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A0DA9674-EE1F-B8F9-C7E5-9E51BB846C1F}"/>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DAE1C2E3-C438-6C29-0A74-DC5B1E429D07}"/>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78EE0C9C-94A6-9A36-D92B-54C5D3AA9DB6}"/>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F78E5FCB-2081-1EC6-2D99-8C790A937B85}"/>
              </a:ext>
            </a:extLst>
          </p:cNvPr>
          <p:cNvSpPr>
            <a:spLocks noGrp="1" noChangeArrowheads="1"/>
          </p:cNvSpPr>
          <p:nvPr>
            <p:ph type="dt" sz="half" idx="10"/>
          </p:nvPr>
        </p:nvSpPr>
        <p:spPr/>
        <p:txBody>
          <a:bodyPr/>
          <a:lstStyle>
            <a:lvl1pPr>
              <a:defRPr/>
            </a:lvl1pPr>
          </a:lstStyle>
          <a:p>
            <a:pPr>
              <a:defRPr/>
            </a:pPr>
            <a:fld id="{9F47B919-2CE0-417F-8192-A234E579853D}" type="datetime1">
              <a:rPr lang="hy-AM"/>
              <a:pPr>
                <a:defRPr/>
              </a:pPr>
              <a:t>21.10.2026</a:t>
            </a:fld>
            <a:endParaRPr lang="en-US"/>
          </a:p>
        </p:txBody>
      </p:sp>
      <p:sp>
        <p:nvSpPr>
          <p:cNvPr id="7" name="Rectangle 9">
            <a:extLst>
              <a:ext uri="{FF2B5EF4-FFF2-40B4-BE49-F238E27FC236}">
                <a16:creationId xmlns:a16="http://schemas.microsoft.com/office/drawing/2014/main" id="{9EFEE2AD-0708-F748-D6D3-66E860E23537}"/>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3926CAC1-0B91-4904-2BC0-4220B05AB5C0}"/>
              </a:ext>
            </a:extLst>
          </p:cNvPr>
          <p:cNvSpPr>
            <a:spLocks noGrp="1" noChangeArrowheads="1"/>
          </p:cNvSpPr>
          <p:nvPr>
            <p:ph type="sldNum" sz="quarter" idx="12"/>
          </p:nvPr>
        </p:nvSpPr>
        <p:spPr/>
        <p:txBody>
          <a:bodyPr/>
          <a:lstStyle>
            <a:lvl1pPr>
              <a:defRPr/>
            </a:lvl1pPr>
          </a:lstStyle>
          <a:p>
            <a:pPr>
              <a:defRPr/>
            </a:pPr>
            <a:fld id="{A625E674-ECCB-48C0-B173-359F1C4AD941}" type="slidenum">
              <a:rPr lang="ar-SA" altLang="ar-IQ"/>
              <a:pPr>
                <a:defRPr/>
              </a:pPr>
              <a:t>‹#›</a:t>
            </a:fld>
            <a:endParaRPr lang="en-US" altLang="ar-IQ"/>
          </a:p>
        </p:txBody>
      </p:sp>
    </p:spTree>
    <p:extLst>
      <p:ext uri="{BB962C8B-B14F-4D97-AF65-F5344CB8AC3E}">
        <p14:creationId xmlns:p14="http://schemas.microsoft.com/office/powerpoint/2010/main" val="499623341"/>
      </p:ext>
    </p:extLst>
  </p:cSld>
  <p:clrMapOvr>
    <a:masterClrMapping/>
  </p:clrMapOvr>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750CBA0F-AE36-4FB5-B520-DCB05EB0E6D2}"/>
              </a:ext>
            </a:extLst>
          </p:cNvPr>
          <p:cNvSpPr>
            <a:spLocks noGrp="1" noChangeArrowheads="1"/>
          </p:cNvSpPr>
          <p:nvPr>
            <p:ph type="dt" sz="half" idx="10"/>
          </p:nvPr>
        </p:nvSpPr>
        <p:spPr/>
        <p:txBody>
          <a:bodyPr/>
          <a:lstStyle>
            <a:lvl1pPr>
              <a:defRPr/>
            </a:lvl1pPr>
          </a:lstStyle>
          <a:p>
            <a:pPr>
              <a:defRPr/>
            </a:pPr>
            <a:fld id="{DF755138-C4FC-49B1-9612-9FD89DB6E641}" type="datetime1">
              <a:rPr lang="hy-AM"/>
              <a:pPr>
                <a:defRPr/>
              </a:pPr>
              <a:t>21.10.2026</a:t>
            </a:fld>
            <a:endParaRPr lang="en-US"/>
          </a:p>
        </p:txBody>
      </p:sp>
      <p:sp>
        <p:nvSpPr>
          <p:cNvPr id="5" name="Rectangle 9">
            <a:extLst>
              <a:ext uri="{FF2B5EF4-FFF2-40B4-BE49-F238E27FC236}">
                <a16:creationId xmlns:a16="http://schemas.microsoft.com/office/drawing/2014/main" id="{C2A72C69-2EF9-9DE3-264B-C46FA9345787}"/>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BE02A3A0-6A2B-4A58-4C25-A3650B4EC928}"/>
              </a:ext>
            </a:extLst>
          </p:cNvPr>
          <p:cNvSpPr>
            <a:spLocks noGrp="1" noChangeArrowheads="1"/>
          </p:cNvSpPr>
          <p:nvPr>
            <p:ph type="sldNum" sz="quarter" idx="12"/>
          </p:nvPr>
        </p:nvSpPr>
        <p:spPr/>
        <p:txBody>
          <a:bodyPr/>
          <a:lstStyle>
            <a:lvl1pPr>
              <a:defRPr/>
            </a:lvl1pPr>
          </a:lstStyle>
          <a:p>
            <a:pPr>
              <a:defRPr/>
            </a:pPr>
            <a:fld id="{741A1227-47B9-40F1-ABFA-F1AF043F194B}" type="slidenum">
              <a:rPr lang="ar-SA" altLang="ar-IQ"/>
              <a:pPr>
                <a:defRPr/>
              </a:pPr>
              <a:t>‹#›</a:t>
            </a:fld>
            <a:endParaRPr lang="en-US" altLang="ar-IQ"/>
          </a:p>
        </p:txBody>
      </p:sp>
    </p:spTree>
    <p:extLst>
      <p:ext uri="{BB962C8B-B14F-4D97-AF65-F5344CB8AC3E}">
        <p14:creationId xmlns:p14="http://schemas.microsoft.com/office/powerpoint/2010/main" val="43631183"/>
      </p:ext>
    </p:extLst>
  </p:cSld>
  <p:clrMapOvr>
    <a:masterClrMapping/>
  </p:clrMapOvr>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7430702C-B6AC-4EF4-6476-21BB62AA3F07}"/>
              </a:ext>
            </a:extLst>
          </p:cNvPr>
          <p:cNvSpPr>
            <a:spLocks noGrp="1" noChangeArrowheads="1"/>
          </p:cNvSpPr>
          <p:nvPr>
            <p:ph type="dt" sz="half" idx="10"/>
          </p:nvPr>
        </p:nvSpPr>
        <p:spPr/>
        <p:txBody>
          <a:bodyPr/>
          <a:lstStyle>
            <a:lvl1pPr>
              <a:defRPr/>
            </a:lvl1pPr>
          </a:lstStyle>
          <a:p>
            <a:pPr>
              <a:defRPr/>
            </a:pPr>
            <a:fld id="{6C370A28-7502-4BCB-8193-43715F51989E}" type="datetime1">
              <a:rPr lang="hy-AM"/>
              <a:pPr>
                <a:defRPr/>
              </a:pPr>
              <a:t>21.10.2026</a:t>
            </a:fld>
            <a:endParaRPr lang="en-US"/>
          </a:p>
        </p:txBody>
      </p:sp>
      <p:sp>
        <p:nvSpPr>
          <p:cNvPr id="5" name="Rectangle 9">
            <a:extLst>
              <a:ext uri="{FF2B5EF4-FFF2-40B4-BE49-F238E27FC236}">
                <a16:creationId xmlns:a16="http://schemas.microsoft.com/office/drawing/2014/main" id="{7DEBB901-295A-9ABF-AA60-D09EFFE06C98}"/>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5A02BAFD-BACA-0814-6B29-8B8936D3B848}"/>
              </a:ext>
            </a:extLst>
          </p:cNvPr>
          <p:cNvSpPr>
            <a:spLocks noGrp="1" noChangeArrowheads="1"/>
          </p:cNvSpPr>
          <p:nvPr>
            <p:ph type="sldNum" sz="quarter" idx="12"/>
          </p:nvPr>
        </p:nvSpPr>
        <p:spPr/>
        <p:txBody>
          <a:bodyPr/>
          <a:lstStyle>
            <a:lvl1pPr>
              <a:defRPr/>
            </a:lvl1pPr>
          </a:lstStyle>
          <a:p>
            <a:pPr>
              <a:defRPr/>
            </a:pPr>
            <a:fld id="{BECB48DD-EF13-426A-B10D-A6E6E8ACD91F}" type="slidenum">
              <a:rPr lang="ar-SA" altLang="ar-IQ"/>
              <a:pPr>
                <a:defRPr/>
              </a:pPr>
              <a:t>‹#›</a:t>
            </a:fld>
            <a:endParaRPr lang="en-US" altLang="ar-IQ"/>
          </a:p>
        </p:txBody>
      </p:sp>
    </p:spTree>
    <p:extLst>
      <p:ext uri="{BB962C8B-B14F-4D97-AF65-F5344CB8AC3E}">
        <p14:creationId xmlns:p14="http://schemas.microsoft.com/office/powerpoint/2010/main" val="2303896615"/>
      </p:ext>
    </p:extLst>
  </p:cSld>
  <p:clrMapOvr>
    <a:masterClrMapping/>
  </p:clrMapOvr>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E6C8DF8F-BE89-F51B-15C6-6210776A5E5C}"/>
              </a:ext>
            </a:extLst>
          </p:cNvPr>
          <p:cNvSpPr>
            <a:spLocks noGrp="1" noChangeArrowheads="1"/>
          </p:cNvSpPr>
          <p:nvPr>
            <p:ph type="dt" sz="half" idx="10"/>
          </p:nvPr>
        </p:nvSpPr>
        <p:spPr/>
        <p:txBody>
          <a:bodyPr/>
          <a:lstStyle>
            <a:lvl1pPr>
              <a:defRPr/>
            </a:lvl1pPr>
          </a:lstStyle>
          <a:p>
            <a:pPr>
              <a:defRPr/>
            </a:pPr>
            <a:fld id="{DBF851D1-A452-4824-8094-3F8825B30CA1}" type="datetime1">
              <a:rPr lang="hy-AM"/>
              <a:pPr>
                <a:defRPr/>
              </a:pPr>
              <a:t>21.10.2026</a:t>
            </a:fld>
            <a:endParaRPr lang="en-US"/>
          </a:p>
        </p:txBody>
      </p:sp>
      <p:sp>
        <p:nvSpPr>
          <p:cNvPr id="6" name="Rectangle 9">
            <a:extLst>
              <a:ext uri="{FF2B5EF4-FFF2-40B4-BE49-F238E27FC236}">
                <a16:creationId xmlns:a16="http://schemas.microsoft.com/office/drawing/2014/main" id="{9E06D94B-5FE9-9EE0-CB59-AC9AB874EDB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5C1DDB0A-790D-ABE5-7BE7-9ADEC88ED3BD}"/>
              </a:ext>
            </a:extLst>
          </p:cNvPr>
          <p:cNvSpPr>
            <a:spLocks noGrp="1" noChangeArrowheads="1"/>
          </p:cNvSpPr>
          <p:nvPr>
            <p:ph type="sldNum" sz="quarter" idx="12"/>
          </p:nvPr>
        </p:nvSpPr>
        <p:spPr/>
        <p:txBody>
          <a:bodyPr/>
          <a:lstStyle>
            <a:lvl1pPr>
              <a:defRPr/>
            </a:lvl1pPr>
          </a:lstStyle>
          <a:p>
            <a:pPr>
              <a:defRPr/>
            </a:pPr>
            <a:fld id="{BB37F37D-4CC2-4ED6-ACA5-1DF3C4C8B457}" type="slidenum">
              <a:rPr lang="ar-SA" altLang="ar-IQ"/>
              <a:pPr>
                <a:defRPr/>
              </a:pPr>
              <a:t>‹#›</a:t>
            </a:fld>
            <a:endParaRPr lang="en-US" altLang="ar-IQ"/>
          </a:p>
        </p:txBody>
      </p:sp>
    </p:spTree>
    <p:extLst>
      <p:ext uri="{BB962C8B-B14F-4D97-AF65-F5344CB8AC3E}">
        <p14:creationId xmlns:p14="http://schemas.microsoft.com/office/powerpoint/2010/main" val="3566558944"/>
      </p:ext>
    </p:extLst>
  </p:cSld>
  <p:clrMapOvr>
    <a:masterClrMapping/>
  </p:clrMapOvr>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DA527C1D-75F9-1266-A220-E4E84D104803}"/>
              </a:ext>
            </a:extLst>
          </p:cNvPr>
          <p:cNvSpPr>
            <a:spLocks noGrp="1" noChangeArrowheads="1"/>
          </p:cNvSpPr>
          <p:nvPr>
            <p:ph type="dt" sz="half" idx="10"/>
          </p:nvPr>
        </p:nvSpPr>
        <p:spPr/>
        <p:txBody>
          <a:bodyPr/>
          <a:lstStyle>
            <a:lvl1pPr>
              <a:defRPr/>
            </a:lvl1pPr>
          </a:lstStyle>
          <a:p>
            <a:pPr>
              <a:defRPr/>
            </a:pPr>
            <a:fld id="{8044C848-CA54-4D00-9E6B-B97C949049E9}" type="datetime1">
              <a:rPr lang="hy-AM"/>
              <a:pPr>
                <a:defRPr/>
              </a:pPr>
              <a:t>21.10.2026</a:t>
            </a:fld>
            <a:endParaRPr lang="en-US"/>
          </a:p>
        </p:txBody>
      </p:sp>
      <p:sp>
        <p:nvSpPr>
          <p:cNvPr id="8" name="Rectangle 9">
            <a:extLst>
              <a:ext uri="{FF2B5EF4-FFF2-40B4-BE49-F238E27FC236}">
                <a16:creationId xmlns:a16="http://schemas.microsoft.com/office/drawing/2014/main" id="{DD55E900-9660-5389-EB88-FC01373F58E5}"/>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48C59AC6-5B37-C6E1-E74A-1604843895C5}"/>
              </a:ext>
            </a:extLst>
          </p:cNvPr>
          <p:cNvSpPr>
            <a:spLocks noGrp="1" noChangeArrowheads="1"/>
          </p:cNvSpPr>
          <p:nvPr>
            <p:ph type="sldNum" sz="quarter" idx="12"/>
          </p:nvPr>
        </p:nvSpPr>
        <p:spPr/>
        <p:txBody>
          <a:bodyPr/>
          <a:lstStyle>
            <a:lvl1pPr>
              <a:defRPr/>
            </a:lvl1pPr>
          </a:lstStyle>
          <a:p>
            <a:pPr>
              <a:defRPr/>
            </a:pPr>
            <a:fld id="{A7DF22FA-5435-4949-8F27-199FEAD490AB}" type="slidenum">
              <a:rPr lang="ar-SA" altLang="ar-IQ"/>
              <a:pPr>
                <a:defRPr/>
              </a:pPr>
              <a:t>‹#›</a:t>
            </a:fld>
            <a:endParaRPr lang="en-US" altLang="ar-IQ"/>
          </a:p>
        </p:txBody>
      </p:sp>
    </p:spTree>
    <p:extLst>
      <p:ext uri="{BB962C8B-B14F-4D97-AF65-F5344CB8AC3E}">
        <p14:creationId xmlns:p14="http://schemas.microsoft.com/office/powerpoint/2010/main" val="1600523278"/>
      </p:ext>
    </p:extLst>
  </p:cSld>
  <p:clrMapOvr>
    <a:masterClrMapping/>
  </p:clrMapOvr>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40AEB8E0-0339-BF12-AAC4-033869CE4E70}"/>
              </a:ext>
            </a:extLst>
          </p:cNvPr>
          <p:cNvSpPr>
            <a:spLocks noGrp="1" noChangeArrowheads="1"/>
          </p:cNvSpPr>
          <p:nvPr>
            <p:ph type="dt" sz="half" idx="10"/>
          </p:nvPr>
        </p:nvSpPr>
        <p:spPr/>
        <p:txBody>
          <a:bodyPr/>
          <a:lstStyle>
            <a:lvl1pPr>
              <a:defRPr/>
            </a:lvl1pPr>
          </a:lstStyle>
          <a:p>
            <a:pPr>
              <a:defRPr/>
            </a:pPr>
            <a:fld id="{67C5598E-FF67-4333-9196-0EEF785812AC}" type="datetime1">
              <a:rPr lang="hy-AM"/>
              <a:pPr>
                <a:defRPr/>
              </a:pPr>
              <a:t>21.10.2026</a:t>
            </a:fld>
            <a:endParaRPr lang="en-US"/>
          </a:p>
        </p:txBody>
      </p:sp>
      <p:sp>
        <p:nvSpPr>
          <p:cNvPr id="4" name="Rectangle 9">
            <a:extLst>
              <a:ext uri="{FF2B5EF4-FFF2-40B4-BE49-F238E27FC236}">
                <a16:creationId xmlns:a16="http://schemas.microsoft.com/office/drawing/2014/main" id="{26518F3C-D862-F893-6CE5-642F911CD8B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83945541-72C8-35DC-19C9-7792BD9C444B}"/>
              </a:ext>
            </a:extLst>
          </p:cNvPr>
          <p:cNvSpPr>
            <a:spLocks noGrp="1" noChangeArrowheads="1"/>
          </p:cNvSpPr>
          <p:nvPr>
            <p:ph type="sldNum" sz="quarter" idx="12"/>
          </p:nvPr>
        </p:nvSpPr>
        <p:spPr/>
        <p:txBody>
          <a:bodyPr/>
          <a:lstStyle>
            <a:lvl1pPr>
              <a:defRPr/>
            </a:lvl1pPr>
          </a:lstStyle>
          <a:p>
            <a:pPr>
              <a:defRPr/>
            </a:pPr>
            <a:fld id="{DCF4E824-012B-48E9-8529-3F3C215D17CE}" type="slidenum">
              <a:rPr lang="ar-SA" altLang="ar-IQ"/>
              <a:pPr>
                <a:defRPr/>
              </a:pPr>
              <a:t>‹#›</a:t>
            </a:fld>
            <a:endParaRPr lang="en-US" altLang="ar-IQ"/>
          </a:p>
        </p:txBody>
      </p:sp>
    </p:spTree>
    <p:extLst>
      <p:ext uri="{BB962C8B-B14F-4D97-AF65-F5344CB8AC3E}">
        <p14:creationId xmlns:p14="http://schemas.microsoft.com/office/powerpoint/2010/main" val="2819636083"/>
      </p:ext>
    </p:extLst>
  </p:cSld>
  <p:clrMapOvr>
    <a:masterClrMapping/>
  </p:clrMapOvr>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EB1593F5-4116-14A9-2377-9969463E3743}"/>
              </a:ext>
            </a:extLst>
          </p:cNvPr>
          <p:cNvSpPr>
            <a:spLocks noGrp="1" noChangeArrowheads="1"/>
          </p:cNvSpPr>
          <p:nvPr>
            <p:ph type="dt" sz="half" idx="10"/>
          </p:nvPr>
        </p:nvSpPr>
        <p:spPr/>
        <p:txBody>
          <a:bodyPr/>
          <a:lstStyle>
            <a:lvl1pPr>
              <a:defRPr/>
            </a:lvl1pPr>
          </a:lstStyle>
          <a:p>
            <a:pPr>
              <a:defRPr/>
            </a:pPr>
            <a:fld id="{8ECA9AE6-97C8-4737-A814-B1D8E401245D}" type="datetime1">
              <a:rPr lang="hy-AM"/>
              <a:pPr>
                <a:defRPr/>
              </a:pPr>
              <a:t>21.10.2026</a:t>
            </a:fld>
            <a:endParaRPr lang="en-US"/>
          </a:p>
        </p:txBody>
      </p:sp>
      <p:sp>
        <p:nvSpPr>
          <p:cNvPr id="3" name="Rectangle 9">
            <a:extLst>
              <a:ext uri="{FF2B5EF4-FFF2-40B4-BE49-F238E27FC236}">
                <a16:creationId xmlns:a16="http://schemas.microsoft.com/office/drawing/2014/main" id="{DFE391F5-D8D8-804B-B60C-C3E30A35F103}"/>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2D4BBF7E-B2A6-0420-1F4C-59EA6D8C5E90}"/>
              </a:ext>
            </a:extLst>
          </p:cNvPr>
          <p:cNvSpPr>
            <a:spLocks noGrp="1" noChangeArrowheads="1"/>
          </p:cNvSpPr>
          <p:nvPr>
            <p:ph type="sldNum" sz="quarter" idx="12"/>
          </p:nvPr>
        </p:nvSpPr>
        <p:spPr/>
        <p:txBody>
          <a:bodyPr/>
          <a:lstStyle>
            <a:lvl1pPr>
              <a:defRPr/>
            </a:lvl1pPr>
          </a:lstStyle>
          <a:p>
            <a:pPr>
              <a:defRPr/>
            </a:pPr>
            <a:fld id="{6F20D6B4-1F60-414A-AC35-3DFCA0DFD668}" type="slidenum">
              <a:rPr lang="ar-SA" altLang="ar-IQ"/>
              <a:pPr>
                <a:defRPr/>
              </a:pPr>
              <a:t>‹#›</a:t>
            </a:fld>
            <a:endParaRPr lang="en-US" altLang="ar-IQ"/>
          </a:p>
        </p:txBody>
      </p:sp>
    </p:spTree>
    <p:extLst>
      <p:ext uri="{BB962C8B-B14F-4D97-AF65-F5344CB8AC3E}">
        <p14:creationId xmlns:p14="http://schemas.microsoft.com/office/powerpoint/2010/main" val="245883264"/>
      </p:ext>
    </p:extLst>
  </p:cSld>
  <p:clrMapOvr>
    <a:masterClrMapping/>
  </p:clrMapOvr>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99D9ACBC-2D65-EB16-8543-8B7CCDE89EA6}"/>
              </a:ext>
            </a:extLst>
          </p:cNvPr>
          <p:cNvSpPr>
            <a:spLocks noGrp="1" noChangeArrowheads="1"/>
          </p:cNvSpPr>
          <p:nvPr>
            <p:ph type="dt" sz="half" idx="10"/>
          </p:nvPr>
        </p:nvSpPr>
        <p:spPr/>
        <p:txBody>
          <a:bodyPr/>
          <a:lstStyle>
            <a:lvl1pPr>
              <a:defRPr/>
            </a:lvl1pPr>
          </a:lstStyle>
          <a:p>
            <a:pPr>
              <a:defRPr/>
            </a:pPr>
            <a:fld id="{AF9955F3-28A8-4101-8F55-B83FA6088028}" type="datetime1">
              <a:rPr lang="hy-AM"/>
              <a:pPr>
                <a:defRPr/>
              </a:pPr>
              <a:t>21.10.2026</a:t>
            </a:fld>
            <a:endParaRPr lang="en-US"/>
          </a:p>
        </p:txBody>
      </p:sp>
      <p:sp>
        <p:nvSpPr>
          <p:cNvPr id="6" name="Rectangle 9">
            <a:extLst>
              <a:ext uri="{FF2B5EF4-FFF2-40B4-BE49-F238E27FC236}">
                <a16:creationId xmlns:a16="http://schemas.microsoft.com/office/drawing/2014/main" id="{5BCFFE42-B3A3-FB0C-5EDC-37BE6991168E}"/>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3E39A34F-A5B5-C146-C4EF-9AFCBCE1E18D}"/>
              </a:ext>
            </a:extLst>
          </p:cNvPr>
          <p:cNvSpPr>
            <a:spLocks noGrp="1" noChangeArrowheads="1"/>
          </p:cNvSpPr>
          <p:nvPr>
            <p:ph type="sldNum" sz="quarter" idx="12"/>
          </p:nvPr>
        </p:nvSpPr>
        <p:spPr/>
        <p:txBody>
          <a:bodyPr/>
          <a:lstStyle>
            <a:lvl1pPr>
              <a:defRPr/>
            </a:lvl1pPr>
          </a:lstStyle>
          <a:p>
            <a:pPr>
              <a:defRPr/>
            </a:pPr>
            <a:fld id="{1E0CB923-1B7A-409D-AB8B-3AE71083EB91}" type="slidenum">
              <a:rPr lang="ar-SA" altLang="ar-IQ"/>
              <a:pPr>
                <a:defRPr/>
              </a:pPr>
              <a:t>‹#›</a:t>
            </a:fld>
            <a:endParaRPr lang="en-US" altLang="ar-IQ"/>
          </a:p>
        </p:txBody>
      </p:sp>
    </p:spTree>
    <p:extLst>
      <p:ext uri="{BB962C8B-B14F-4D97-AF65-F5344CB8AC3E}">
        <p14:creationId xmlns:p14="http://schemas.microsoft.com/office/powerpoint/2010/main" val="2871992195"/>
      </p:ext>
    </p:extLst>
  </p:cSld>
  <p:clrMapOvr>
    <a:masterClrMapping/>
  </p:clrMapOvr>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3820777B-942B-5CD0-4735-7B5C109B6B23}"/>
              </a:ext>
            </a:extLst>
          </p:cNvPr>
          <p:cNvSpPr>
            <a:spLocks noGrp="1" noChangeArrowheads="1"/>
          </p:cNvSpPr>
          <p:nvPr>
            <p:ph type="dt" sz="half" idx="10"/>
          </p:nvPr>
        </p:nvSpPr>
        <p:spPr/>
        <p:txBody>
          <a:bodyPr/>
          <a:lstStyle>
            <a:lvl1pPr>
              <a:defRPr/>
            </a:lvl1pPr>
          </a:lstStyle>
          <a:p>
            <a:pPr>
              <a:defRPr/>
            </a:pPr>
            <a:fld id="{AD5903F4-88AC-4A3E-91B7-2534403700C7}" type="datetime1">
              <a:rPr lang="hy-AM"/>
              <a:pPr>
                <a:defRPr/>
              </a:pPr>
              <a:t>21.10.2026</a:t>
            </a:fld>
            <a:endParaRPr lang="en-US"/>
          </a:p>
        </p:txBody>
      </p:sp>
      <p:sp>
        <p:nvSpPr>
          <p:cNvPr id="6" name="Rectangle 9">
            <a:extLst>
              <a:ext uri="{FF2B5EF4-FFF2-40B4-BE49-F238E27FC236}">
                <a16:creationId xmlns:a16="http://schemas.microsoft.com/office/drawing/2014/main" id="{E11D2C1D-E91B-F7FF-3814-CB6C7EB96BD3}"/>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182412C4-E746-DE2F-0CC4-6CB7B02DBAEA}"/>
              </a:ext>
            </a:extLst>
          </p:cNvPr>
          <p:cNvSpPr>
            <a:spLocks noGrp="1" noChangeArrowheads="1"/>
          </p:cNvSpPr>
          <p:nvPr>
            <p:ph type="sldNum" sz="quarter" idx="12"/>
          </p:nvPr>
        </p:nvSpPr>
        <p:spPr/>
        <p:txBody>
          <a:bodyPr/>
          <a:lstStyle>
            <a:lvl1pPr>
              <a:defRPr/>
            </a:lvl1pPr>
          </a:lstStyle>
          <a:p>
            <a:pPr>
              <a:defRPr/>
            </a:pPr>
            <a:fld id="{5A4CE2E6-9BE6-432F-A782-BEDCB745D3B7}" type="slidenum">
              <a:rPr lang="ar-SA" altLang="ar-IQ"/>
              <a:pPr>
                <a:defRPr/>
              </a:pPr>
              <a:t>‹#›</a:t>
            </a:fld>
            <a:endParaRPr lang="en-US" altLang="ar-IQ"/>
          </a:p>
        </p:txBody>
      </p:sp>
    </p:spTree>
    <p:extLst>
      <p:ext uri="{BB962C8B-B14F-4D97-AF65-F5344CB8AC3E}">
        <p14:creationId xmlns:p14="http://schemas.microsoft.com/office/powerpoint/2010/main" val="3998778614"/>
      </p:ext>
    </p:extLst>
  </p:cSld>
  <p:clrMapOvr>
    <a:masterClrMapping/>
  </p:clrMapOvr>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5F8C83F1-F53C-EA8C-66C8-D256E240981C}"/>
              </a:ext>
            </a:extLst>
          </p:cNvPr>
          <p:cNvSpPr>
            <a:spLocks noGrp="1" noChangeArrowheads="1"/>
          </p:cNvSpPr>
          <p:nvPr>
            <p:ph type="dt" sz="half" idx="10"/>
          </p:nvPr>
        </p:nvSpPr>
        <p:spPr/>
        <p:txBody>
          <a:bodyPr/>
          <a:lstStyle>
            <a:lvl1pPr>
              <a:defRPr/>
            </a:lvl1pPr>
          </a:lstStyle>
          <a:p>
            <a:pPr>
              <a:defRPr/>
            </a:pPr>
            <a:fld id="{8DF9F047-F22A-496B-B885-49990CF4A8B5}" type="datetime1">
              <a:rPr lang="hy-AM"/>
              <a:pPr>
                <a:defRPr/>
              </a:pPr>
              <a:t>21.10.2026</a:t>
            </a:fld>
            <a:endParaRPr lang="en-US"/>
          </a:p>
        </p:txBody>
      </p:sp>
      <p:sp>
        <p:nvSpPr>
          <p:cNvPr id="5" name="Rectangle 9">
            <a:extLst>
              <a:ext uri="{FF2B5EF4-FFF2-40B4-BE49-F238E27FC236}">
                <a16:creationId xmlns:a16="http://schemas.microsoft.com/office/drawing/2014/main" id="{BA8ECEFA-70F5-E9FC-36C4-661449F6D2DF}"/>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81E32098-438D-C48E-6CDD-2DFD37ED426A}"/>
              </a:ext>
            </a:extLst>
          </p:cNvPr>
          <p:cNvSpPr>
            <a:spLocks noGrp="1" noChangeArrowheads="1"/>
          </p:cNvSpPr>
          <p:nvPr>
            <p:ph type="sldNum" sz="quarter" idx="12"/>
          </p:nvPr>
        </p:nvSpPr>
        <p:spPr/>
        <p:txBody>
          <a:bodyPr/>
          <a:lstStyle>
            <a:lvl1pPr>
              <a:defRPr/>
            </a:lvl1pPr>
          </a:lstStyle>
          <a:p>
            <a:pPr>
              <a:defRPr/>
            </a:pPr>
            <a:fld id="{EA207678-D8D6-43F3-A892-46CC25893C1E}" type="slidenum">
              <a:rPr lang="ar-SA" altLang="ar-IQ"/>
              <a:pPr>
                <a:defRPr/>
              </a:pPr>
              <a:t>‹#›</a:t>
            </a:fld>
            <a:endParaRPr lang="en-US" altLang="ar-IQ"/>
          </a:p>
        </p:txBody>
      </p:sp>
    </p:spTree>
    <p:extLst>
      <p:ext uri="{BB962C8B-B14F-4D97-AF65-F5344CB8AC3E}">
        <p14:creationId xmlns:p14="http://schemas.microsoft.com/office/powerpoint/2010/main" val="1012709422"/>
      </p:ext>
    </p:extLst>
  </p:cSld>
  <p:clrMapOvr>
    <a:masterClrMapping/>
  </p:clrMapOvr>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6E4C8D8C-A472-2B78-45E1-624F801EBBFB}"/>
              </a:ext>
            </a:extLst>
          </p:cNvPr>
          <p:cNvSpPr>
            <a:spLocks noGrp="1" noChangeArrowheads="1"/>
          </p:cNvSpPr>
          <p:nvPr>
            <p:ph type="dt" sz="half" idx="10"/>
          </p:nvPr>
        </p:nvSpPr>
        <p:spPr/>
        <p:txBody>
          <a:bodyPr/>
          <a:lstStyle>
            <a:lvl1pPr>
              <a:defRPr/>
            </a:lvl1pPr>
          </a:lstStyle>
          <a:p>
            <a:pPr>
              <a:defRPr/>
            </a:pPr>
            <a:fld id="{02A850A1-AE43-4550-9694-FB9D15EB89CC}" type="datetime1">
              <a:rPr lang="hy-AM"/>
              <a:pPr>
                <a:defRPr/>
              </a:pPr>
              <a:t>21.10.2026</a:t>
            </a:fld>
            <a:endParaRPr lang="en-US"/>
          </a:p>
        </p:txBody>
      </p:sp>
      <p:sp>
        <p:nvSpPr>
          <p:cNvPr id="5" name="Rectangle 9">
            <a:extLst>
              <a:ext uri="{FF2B5EF4-FFF2-40B4-BE49-F238E27FC236}">
                <a16:creationId xmlns:a16="http://schemas.microsoft.com/office/drawing/2014/main" id="{A760896B-C1D5-404F-0D70-05E7C59E93DC}"/>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C46BDBC1-0B98-D864-4558-E509E4959FC1}"/>
              </a:ext>
            </a:extLst>
          </p:cNvPr>
          <p:cNvSpPr>
            <a:spLocks noGrp="1" noChangeArrowheads="1"/>
          </p:cNvSpPr>
          <p:nvPr>
            <p:ph type="sldNum" sz="quarter" idx="12"/>
          </p:nvPr>
        </p:nvSpPr>
        <p:spPr/>
        <p:txBody>
          <a:bodyPr/>
          <a:lstStyle>
            <a:lvl1pPr>
              <a:defRPr/>
            </a:lvl1pPr>
          </a:lstStyle>
          <a:p>
            <a:pPr>
              <a:defRPr/>
            </a:pPr>
            <a:fld id="{6A323DFF-AB73-4ADB-8658-5D3FC09051FC}" type="slidenum">
              <a:rPr lang="ar-SA" altLang="ar-IQ"/>
              <a:pPr>
                <a:defRPr/>
              </a:pPr>
              <a:t>‹#›</a:t>
            </a:fld>
            <a:endParaRPr lang="en-US" altLang="ar-IQ"/>
          </a:p>
        </p:txBody>
      </p:sp>
    </p:spTree>
    <p:extLst>
      <p:ext uri="{BB962C8B-B14F-4D97-AF65-F5344CB8AC3E}">
        <p14:creationId xmlns:p14="http://schemas.microsoft.com/office/powerpoint/2010/main" val="2442910688"/>
      </p:ext>
    </p:extLst>
  </p:cSld>
  <p:clrMapOvr>
    <a:masterClrMapping/>
  </p:clrMapOvr>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3121DC13-4020-FA92-9D40-D78F97659441}"/>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D55593BB-F5E0-8A18-60CB-A0343CA15EDF}"/>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979AD82E-59A0-4578-A01A-09888E0D3B3D}"/>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FF756EDD-E005-2008-C66D-3F114764A0BC}"/>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8CF01046-6CA9-16D0-8A38-E538FA64408C}"/>
              </a:ext>
            </a:extLst>
          </p:cNvPr>
          <p:cNvSpPr>
            <a:spLocks noGrp="1" noChangeArrowheads="1"/>
          </p:cNvSpPr>
          <p:nvPr>
            <p:ph type="dt" sz="half" idx="10"/>
          </p:nvPr>
        </p:nvSpPr>
        <p:spPr/>
        <p:txBody>
          <a:bodyPr/>
          <a:lstStyle>
            <a:lvl1pPr>
              <a:defRPr/>
            </a:lvl1pPr>
          </a:lstStyle>
          <a:p>
            <a:pPr>
              <a:defRPr/>
            </a:pPr>
            <a:fld id="{8EF127E3-66B1-4954-8145-859CD3BFA6AB}" type="datetime1">
              <a:rPr lang="hy-AM"/>
              <a:pPr>
                <a:defRPr/>
              </a:pPr>
              <a:t>21.10.2026</a:t>
            </a:fld>
            <a:endParaRPr lang="en-US"/>
          </a:p>
        </p:txBody>
      </p:sp>
      <p:sp>
        <p:nvSpPr>
          <p:cNvPr id="7" name="Rectangle 9">
            <a:extLst>
              <a:ext uri="{FF2B5EF4-FFF2-40B4-BE49-F238E27FC236}">
                <a16:creationId xmlns:a16="http://schemas.microsoft.com/office/drawing/2014/main" id="{3C271D30-CE97-9039-9406-93CD7511283B}"/>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CE4C48A4-6E8D-A56B-425E-73829B52DAF7}"/>
              </a:ext>
            </a:extLst>
          </p:cNvPr>
          <p:cNvSpPr>
            <a:spLocks noGrp="1" noChangeArrowheads="1"/>
          </p:cNvSpPr>
          <p:nvPr>
            <p:ph type="sldNum" sz="quarter" idx="12"/>
          </p:nvPr>
        </p:nvSpPr>
        <p:spPr/>
        <p:txBody>
          <a:bodyPr/>
          <a:lstStyle>
            <a:lvl1pPr>
              <a:defRPr/>
            </a:lvl1pPr>
          </a:lstStyle>
          <a:p>
            <a:pPr>
              <a:defRPr/>
            </a:pPr>
            <a:fld id="{34568C47-DCCB-4753-AACD-27F4D0A75FBD}" type="slidenum">
              <a:rPr lang="ar-SA" altLang="ar-IQ"/>
              <a:pPr>
                <a:defRPr/>
              </a:pPr>
              <a:t>‹#›</a:t>
            </a:fld>
            <a:endParaRPr lang="en-US" altLang="ar-IQ"/>
          </a:p>
        </p:txBody>
      </p:sp>
    </p:spTree>
    <p:extLst>
      <p:ext uri="{BB962C8B-B14F-4D97-AF65-F5344CB8AC3E}">
        <p14:creationId xmlns:p14="http://schemas.microsoft.com/office/powerpoint/2010/main" val="2959501361"/>
      </p:ext>
    </p:extLst>
  </p:cSld>
  <p:clrMapOvr>
    <a:masterClrMapping/>
  </p:clrMapOvr>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B43AFEC6-C2C6-F8E9-8E33-5FA01D7764B6}"/>
              </a:ext>
            </a:extLst>
          </p:cNvPr>
          <p:cNvSpPr>
            <a:spLocks noGrp="1" noChangeArrowheads="1"/>
          </p:cNvSpPr>
          <p:nvPr>
            <p:ph type="dt" sz="half" idx="10"/>
          </p:nvPr>
        </p:nvSpPr>
        <p:spPr/>
        <p:txBody>
          <a:bodyPr/>
          <a:lstStyle>
            <a:lvl1pPr>
              <a:defRPr/>
            </a:lvl1pPr>
          </a:lstStyle>
          <a:p>
            <a:pPr>
              <a:defRPr/>
            </a:pPr>
            <a:fld id="{08108C82-B500-4E16-9F4B-608CAECCAA1A}" type="datetime1">
              <a:rPr lang="hy-AM"/>
              <a:pPr>
                <a:defRPr/>
              </a:pPr>
              <a:t>21.10.2026</a:t>
            </a:fld>
            <a:endParaRPr lang="en-US"/>
          </a:p>
        </p:txBody>
      </p:sp>
      <p:sp>
        <p:nvSpPr>
          <p:cNvPr id="5" name="Rectangle 9">
            <a:extLst>
              <a:ext uri="{FF2B5EF4-FFF2-40B4-BE49-F238E27FC236}">
                <a16:creationId xmlns:a16="http://schemas.microsoft.com/office/drawing/2014/main" id="{36CA0D51-B92E-67BE-D472-0A07FDF75F9C}"/>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831DCB18-8BD0-9C2A-7348-DBF8C4796E1A}"/>
              </a:ext>
            </a:extLst>
          </p:cNvPr>
          <p:cNvSpPr>
            <a:spLocks noGrp="1" noChangeArrowheads="1"/>
          </p:cNvSpPr>
          <p:nvPr>
            <p:ph type="sldNum" sz="quarter" idx="12"/>
          </p:nvPr>
        </p:nvSpPr>
        <p:spPr/>
        <p:txBody>
          <a:bodyPr/>
          <a:lstStyle>
            <a:lvl1pPr>
              <a:defRPr/>
            </a:lvl1pPr>
          </a:lstStyle>
          <a:p>
            <a:pPr>
              <a:defRPr/>
            </a:pPr>
            <a:fld id="{EC93BD1D-E7FE-4D52-80A6-1682C44F27DA}" type="slidenum">
              <a:rPr lang="ar-SA" altLang="ar-IQ"/>
              <a:pPr>
                <a:defRPr/>
              </a:pPr>
              <a:t>‹#›</a:t>
            </a:fld>
            <a:endParaRPr lang="en-US" altLang="ar-IQ"/>
          </a:p>
        </p:txBody>
      </p:sp>
    </p:spTree>
    <p:extLst>
      <p:ext uri="{BB962C8B-B14F-4D97-AF65-F5344CB8AC3E}">
        <p14:creationId xmlns:p14="http://schemas.microsoft.com/office/powerpoint/2010/main" val="262295330"/>
      </p:ext>
    </p:extLst>
  </p:cSld>
  <p:clrMapOvr>
    <a:masterClrMapping/>
  </p:clrMapOvr>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F7D4819E-1903-3EAB-DE0A-FEA4AE545091}"/>
              </a:ext>
            </a:extLst>
          </p:cNvPr>
          <p:cNvSpPr>
            <a:spLocks noGrp="1" noChangeArrowheads="1"/>
          </p:cNvSpPr>
          <p:nvPr>
            <p:ph type="dt" sz="half" idx="10"/>
          </p:nvPr>
        </p:nvSpPr>
        <p:spPr/>
        <p:txBody>
          <a:bodyPr/>
          <a:lstStyle>
            <a:lvl1pPr>
              <a:defRPr/>
            </a:lvl1pPr>
          </a:lstStyle>
          <a:p>
            <a:pPr>
              <a:defRPr/>
            </a:pPr>
            <a:fld id="{2193DF59-A898-4B77-88AA-148084D8EF52}" type="datetime1">
              <a:rPr lang="hy-AM"/>
              <a:pPr>
                <a:defRPr/>
              </a:pPr>
              <a:t>21.10.2026</a:t>
            </a:fld>
            <a:endParaRPr lang="en-US"/>
          </a:p>
        </p:txBody>
      </p:sp>
      <p:sp>
        <p:nvSpPr>
          <p:cNvPr id="5" name="Rectangle 9">
            <a:extLst>
              <a:ext uri="{FF2B5EF4-FFF2-40B4-BE49-F238E27FC236}">
                <a16:creationId xmlns:a16="http://schemas.microsoft.com/office/drawing/2014/main" id="{D2E7DCAD-E329-797A-15C6-D8A5DEFC505F}"/>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78B1C5BE-8D31-5B54-B881-AC09CC92F26E}"/>
              </a:ext>
            </a:extLst>
          </p:cNvPr>
          <p:cNvSpPr>
            <a:spLocks noGrp="1" noChangeArrowheads="1"/>
          </p:cNvSpPr>
          <p:nvPr>
            <p:ph type="sldNum" sz="quarter" idx="12"/>
          </p:nvPr>
        </p:nvSpPr>
        <p:spPr/>
        <p:txBody>
          <a:bodyPr/>
          <a:lstStyle>
            <a:lvl1pPr>
              <a:defRPr/>
            </a:lvl1pPr>
          </a:lstStyle>
          <a:p>
            <a:pPr>
              <a:defRPr/>
            </a:pPr>
            <a:fld id="{B24A5ACB-0969-42CC-BD2A-87FC98A32CC6}" type="slidenum">
              <a:rPr lang="ar-SA" altLang="ar-IQ"/>
              <a:pPr>
                <a:defRPr/>
              </a:pPr>
              <a:t>‹#›</a:t>
            </a:fld>
            <a:endParaRPr lang="en-US" altLang="ar-IQ"/>
          </a:p>
        </p:txBody>
      </p:sp>
    </p:spTree>
    <p:extLst>
      <p:ext uri="{BB962C8B-B14F-4D97-AF65-F5344CB8AC3E}">
        <p14:creationId xmlns:p14="http://schemas.microsoft.com/office/powerpoint/2010/main" val="2221054199"/>
      </p:ext>
    </p:extLst>
  </p:cSld>
  <p:clrMapOvr>
    <a:masterClrMapping/>
  </p:clrMapOvr>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5339D478-7A6A-D185-B8AA-1D095596A7F5}"/>
              </a:ext>
            </a:extLst>
          </p:cNvPr>
          <p:cNvSpPr>
            <a:spLocks noGrp="1" noChangeArrowheads="1"/>
          </p:cNvSpPr>
          <p:nvPr>
            <p:ph type="dt" sz="half" idx="10"/>
          </p:nvPr>
        </p:nvSpPr>
        <p:spPr/>
        <p:txBody>
          <a:bodyPr/>
          <a:lstStyle>
            <a:lvl1pPr>
              <a:defRPr/>
            </a:lvl1pPr>
          </a:lstStyle>
          <a:p>
            <a:pPr>
              <a:defRPr/>
            </a:pPr>
            <a:fld id="{40192029-2E13-44B8-8F13-C313D8060213}" type="datetime1">
              <a:rPr lang="hy-AM"/>
              <a:pPr>
                <a:defRPr/>
              </a:pPr>
              <a:t>21.10.2026</a:t>
            </a:fld>
            <a:endParaRPr lang="en-US"/>
          </a:p>
        </p:txBody>
      </p:sp>
      <p:sp>
        <p:nvSpPr>
          <p:cNvPr id="6" name="Rectangle 9">
            <a:extLst>
              <a:ext uri="{FF2B5EF4-FFF2-40B4-BE49-F238E27FC236}">
                <a16:creationId xmlns:a16="http://schemas.microsoft.com/office/drawing/2014/main" id="{1BAEE5FD-763B-4EA4-1449-CAEE1CB9A838}"/>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5422C8F7-5830-7967-816F-744520F80D85}"/>
              </a:ext>
            </a:extLst>
          </p:cNvPr>
          <p:cNvSpPr>
            <a:spLocks noGrp="1" noChangeArrowheads="1"/>
          </p:cNvSpPr>
          <p:nvPr>
            <p:ph type="sldNum" sz="quarter" idx="12"/>
          </p:nvPr>
        </p:nvSpPr>
        <p:spPr/>
        <p:txBody>
          <a:bodyPr/>
          <a:lstStyle>
            <a:lvl1pPr>
              <a:defRPr/>
            </a:lvl1pPr>
          </a:lstStyle>
          <a:p>
            <a:pPr>
              <a:defRPr/>
            </a:pPr>
            <a:fld id="{CC6A9BEF-0CBD-41E3-B163-E503AC92A4CE}" type="slidenum">
              <a:rPr lang="ar-SA" altLang="ar-IQ"/>
              <a:pPr>
                <a:defRPr/>
              </a:pPr>
              <a:t>‹#›</a:t>
            </a:fld>
            <a:endParaRPr lang="en-US" altLang="ar-IQ"/>
          </a:p>
        </p:txBody>
      </p:sp>
    </p:spTree>
    <p:extLst>
      <p:ext uri="{BB962C8B-B14F-4D97-AF65-F5344CB8AC3E}">
        <p14:creationId xmlns:p14="http://schemas.microsoft.com/office/powerpoint/2010/main" val="2088837339"/>
      </p:ext>
    </p:extLst>
  </p:cSld>
  <p:clrMapOvr>
    <a:masterClrMapping/>
  </p:clrMapOvr>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2B4F54C8-D0F8-E12A-74D0-663523D11409}"/>
              </a:ext>
            </a:extLst>
          </p:cNvPr>
          <p:cNvSpPr>
            <a:spLocks noGrp="1" noChangeArrowheads="1"/>
          </p:cNvSpPr>
          <p:nvPr>
            <p:ph type="dt" sz="half" idx="10"/>
          </p:nvPr>
        </p:nvSpPr>
        <p:spPr/>
        <p:txBody>
          <a:bodyPr/>
          <a:lstStyle>
            <a:lvl1pPr>
              <a:defRPr/>
            </a:lvl1pPr>
          </a:lstStyle>
          <a:p>
            <a:pPr>
              <a:defRPr/>
            </a:pPr>
            <a:fld id="{DE14D8EC-DC1A-4881-ACA4-70133D1BAEEB}" type="datetime1">
              <a:rPr lang="hy-AM"/>
              <a:pPr>
                <a:defRPr/>
              </a:pPr>
              <a:t>21.10.2026</a:t>
            </a:fld>
            <a:endParaRPr lang="en-US"/>
          </a:p>
        </p:txBody>
      </p:sp>
      <p:sp>
        <p:nvSpPr>
          <p:cNvPr id="8" name="Rectangle 9">
            <a:extLst>
              <a:ext uri="{FF2B5EF4-FFF2-40B4-BE49-F238E27FC236}">
                <a16:creationId xmlns:a16="http://schemas.microsoft.com/office/drawing/2014/main" id="{3A093BF6-E1E0-4F9A-B985-949F991FBFEB}"/>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69DA7F98-84F0-9196-EEDE-A0A30F73B396}"/>
              </a:ext>
            </a:extLst>
          </p:cNvPr>
          <p:cNvSpPr>
            <a:spLocks noGrp="1" noChangeArrowheads="1"/>
          </p:cNvSpPr>
          <p:nvPr>
            <p:ph type="sldNum" sz="quarter" idx="12"/>
          </p:nvPr>
        </p:nvSpPr>
        <p:spPr/>
        <p:txBody>
          <a:bodyPr/>
          <a:lstStyle>
            <a:lvl1pPr>
              <a:defRPr/>
            </a:lvl1pPr>
          </a:lstStyle>
          <a:p>
            <a:pPr>
              <a:defRPr/>
            </a:pPr>
            <a:fld id="{761700BA-84DB-4451-8D3A-671AFE0648C6}" type="slidenum">
              <a:rPr lang="ar-SA" altLang="ar-IQ"/>
              <a:pPr>
                <a:defRPr/>
              </a:pPr>
              <a:t>‹#›</a:t>
            </a:fld>
            <a:endParaRPr lang="en-US" altLang="ar-IQ"/>
          </a:p>
        </p:txBody>
      </p:sp>
    </p:spTree>
    <p:extLst>
      <p:ext uri="{BB962C8B-B14F-4D97-AF65-F5344CB8AC3E}">
        <p14:creationId xmlns:p14="http://schemas.microsoft.com/office/powerpoint/2010/main" val="3121520296"/>
      </p:ext>
    </p:extLst>
  </p:cSld>
  <p:clrMapOvr>
    <a:masterClrMapping/>
  </p:clrMapOvr>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78964CA8-315D-8787-9218-0CEBC379F9D7}"/>
              </a:ext>
            </a:extLst>
          </p:cNvPr>
          <p:cNvSpPr>
            <a:spLocks noGrp="1" noChangeArrowheads="1"/>
          </p:cNvSpPr>
          <p:nvPr>
            <p:ph type="dt" sz="half" idx="10"/>
          </p:nvPr>
        </p:nvSpPr>
        <p:spPr/>
        <p:txBody>
          <a:bodyPr/>
          <a:lstStyle>
            <a:lvl1pPr>
              <a:defRPr/>
            </a:lvl1pPr>
          </a:lstStyle>
          <a:p>
            <a:pPr>
              <a:defRPr/>
            </a:pPr>
            <a:fld id="{7062CEDC-0242-46E8-B5BA-ADC0C7E7D33C}" type="datetime1">
              <a:rPr lang="hy-AM"/>
              <a:pPr>
                <a:defRPr/>
              </a:pPr>
              <a:t>21.10.2026</a:t>
            </a:fld>
            <a:endParaRPr lang="en-US"/>
          </a:p>
        </p:txBody>
      </p:sp>
      <p:sp>
        <p:nvSpPr>
          <p:cNvPr id="4" name="Rectangle 9">
            <a:extLst>
              <a:ext uri="{FF2B5EF4-FFF2-40B4-BE49-F238E27FC236}">
                <a16:creationId xmlns:a16="http://schemas.microsoft.com/office/drawing/2014/main" id="{D2135EF0-8076-A186-767C-09D9C492A0A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61C6E92F-EBEA-D555-1F8A-325B9E9F852F}"/>
              </a:ext>
            </a:extLst>
          </p:cNvPr>
          <p:cNvSpPr>
            <a:spLocks noGrp="1" noChangeArrowheads="1"/>
          </p:cNvSpPr>
          <p:nvPr>
            <p:ph type="sldNum" sz="quarter" idx="12"/>
          </p:nvPr>
        </p:nvSpPr>
        <p:spPr/>
        <p:txBody>
          <a:bodyPr/>
          <a:lstStyle>
            <a:lvl1pPr>
              <a:defRPr/>
            </a:lvl1pPr>
          </a:lstStyle>
          <a:p>
            <a:pPr>
              <a:defRPr/>
            </a:pPr>
            <a:fld id="{34F5B570-2355-4023-8BFB-44A1700AFFB3}" type="slidenum">
              <a:rPr lang="ar-SA" altLang="ar-IQ"/>
              <a:pPr>
                <a:defRPr/>
              </a:pPr>
              <a:t>‹#›</a:t>
            </a:fld>
            <a:endParaRPr lang="en-US" altLang="ar-IQ"/>
          </a:p>
        </p:txBody>
      </p:sp>
    </p:spTree>
    <p:extLst>
      <p:ext uri="{BB962C8B-B14F-4D97-AF65-F5344CB8AC3E}">
        <p14:creationId xmlns:p14="http://schemas.microsoft.com/office/powerpoint/2010/main" val="3461473520"/>
      </p:ext>
    </p:extLst>
  </p:cSld>
  <p:clrMapOvr>
    <a:masterClrMapping/>
  </p:clrMapOvr>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ABEE5453-19AD-25EE-F283-1D59816DEC2F}"/>
              </a:ext>
            </a:extLst>
          </p:cNvPr>
          <p:cNvSpPr>
            <a:spLocks noGrp="1" noChangeArrowheads="1"/>
          </p:cNvSpPr>
          <p:nvPr>
            <p:ph type="dt" sz="half" idx="10"/>
          </p:nvPr>
        </p:nvSpPr>
        <p:spPr/>
        <p:txBody>
          <a:bodyPr/>
          <a:lstStyle>
            <a:lvl1pPr>
              <a:defRPr/>
            </a:lvl1pPr>
          </a:lstStyle>
          <a:p>
            <a:pPr>
              <a:defRPr/>
            </a:pPr>
            <a:fld id="{BBD0CE06-0C91-4B47-A02C-F69697D297C7}" type="datetime1">
              <a:rPr lang="hy-AM"/>
              <a:pPr>
                <a:defRPr/>
              </a:pPr>
              <a:t>21.10.2026</a:t>
            </a:fld>
            <a:endParaRPr lang="en-US"/>
          </a:p>
        </p:txBody>
      </p:sp>
      <p:sp>
        <p:nvSpPr>
          <p:cNvPr id="3" name="Rectangle 9">
            <a:extLst>
              <a:ext uri="{FF2B5EF4-FFF2-40B4-BE49-F238E27FC236}">
                <a16:creationId xmlns:a16="http://schemas.microsoft.com/office/drawing/2014/main" id="{BAA0EBE3-6572-5169-2391-A7383230130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B1ACD5C0-C45A-5039-DC5D-F8A67545265C}"/>
              </a:ext>
            </a:extLst>
          </p:cNvPr>
          <p:cNvSpPr>
            <a:spLocks noGrp="1" noChangeArrowheads="1"/>
          </p:cNvSpPr>
          <p:nvPr>
            <p:ph type="sldNum" sz="quarter" idx="12"/>
          </p:nvPr>
        </p:nvSpPr>
        <p:spPr/>
        <p:txBody>
          <a:bodyPr/>
          <a:lstStyle>
            <a:lvl1pPr>
              <a:defRPr/>
            </a:lvl1pPr>
          </a:lstStyle>
          <a:p>
            <a:pPr>
              <a:defRPr/>
            </a:pPr>
            <a:fld id="{B89E1F81-1BC1-4B41-B6A3-985CE75F31CB}" type="slidenum">
              <a:rPr lang="ar-SA" altLang="ar-IQ"/>
              <a:pPr>
                <a:defRPr/>
              </a:pPr>
              <a:t>‹#›</a:t>
            </a:fld>
            <a:endParaRPr lang="en-US" altLang="ar-IQ"/>
          </a:p>
        </p:txBody>
      </p:sp>
    </p:spTree>
    <p:extLst>
      <p:ext uri="{BB962C8B-B14F-4D97-AF65-F5344CB8AC3E}">
        <p14:creationId xmlns:p14="http://schemas.microsoft.com/office/powerpoint/2010/main" val="3819173150"/>
      </p:ext>
    </p:extLst>
  </p:cSld>
  <p:clrMapOvr>
    <a:masterClrMapping/>
  </p:clrMapOvr>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5CC83C58-F084-267F-06F7-287832E45EE2}"/>
              </a:ext>
            </a:extLst>
          </p:cNvPr>
          <p:cNvSpPr>
            <a:spLocks noGrp="1" noChangeArrowheads="1"/>
          </p:cNvSpPr>
          <p:nvPr>
            <p:ph type="dt" sz="half" idx="10"/>
          </p:nvPr>
        </p:nvSpPr>
        <p:spPr/>
        <p:txBody>
          <a:bodyPr/>
          <a:lstStyle>
            <a:lvl1pPr>
              <a:defRPr/>
            </a:lvl1pPr>
          </a:lstStyle>
          <a:p>
            <a:pPr>
              <a:defRPr/>
            </a:pPr>
            <a:fld id="{DBD13708-74C4-41FA-949F-0B5744FFD219}" type="datetime1">
              <a:rPr lang="hy-AM"/>
              <a:pPr>
                <a:defRPr/>
              </a:pPr>
              <a:t>21.10.2026</a:t>
            </a:fld>
            <a:endParaRPr lang="en-US"/>
          </a:p>
        </p:txBody>
      </p:sp>
      <p:sp>
        <p:nvSpPr>
          <p:cNvPr id="6" name="Rectangle 9">
            <a:extLst>
              <a:ext uri="{FF2B5EF4-FFF2-40B4-BE49-F238E27FC236}">
                <a16:creationId xmlns:a16="http://schemas.microsoft.com/office/drawing/2014/main" id="{3C4A500C-EDAD-7239-E19D-79A7677F6CAB}"/>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A1AEEE24-91B1-6F91-DF8E-1AEC33C551BE}"/>
              </a:ext>
            </a:extLst>
          </p:cNvPr>
          <p:cNvSpPr>
            <a:spLocks noGrp="1" noChangeArrowheads="1"/>
          </p:cNvSpPr>
          <p:nvPr>
            <p:ph type="sldNum" sz="quarter" idx="12"/>
          </p:nvPr>
        </p:nvSpPr>
        <p:spPr/>
        <p:txBody>
          <a:bodyPr/>
          <a:lstStyle>
            <a:lvl1pPr>
              <a:defRPr/>
            </a:lvl1pPr>
          </a:lstStyle>
          <a:p>
            <a:pPr>
              <a:defRPr/>
            </a:pPr>
            <a:fld id="{CA7C5B38-9A31-4479-80F9-BF001711CB4C}" type="slidenum">
              <a:rPr lang="ar-SA" altLang="ar-IQ"/>
              <a:pPr>
                <a:defRPr/>
              </a:pPr>
              <a:t>‹#›</a:t>
            </a:fld>
            <a:endParaRPr lang="en-US" altLang="ar-IQ"/>
          </a:p>
        </p:txBody>
      </p:sp>
    </p:spTree>
    <p:extLst>
      <p:ext uri="{BB962C8B-B14F-4D97-AF65-F5344CB8AC3E}">
        <p14:creationId xmlns:p14="http://schemas.microsoft.com/office/powerpoint/2010/main" val="14110065"/>
      </p:ext>
    </p:extLst>
  </p:cSld>
  <p:clrMapOvr>
    <a:masterClrMapping/>
  </p:clrMapOvr>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F131A719-C15B-94B2-E647-D4869564C57F}"/>
              </a:ext>
            </a:extLst>
          </p:cNvPr>
          <p:cNvSpPr>
            <a:spLocks noGrp="1" noChangeArrowheads="1"/>
          </p:cNvSpPr>
          <p:nvPr>
            <p:ph type="dt" sz="half" idx="10"/>
          </p:nvPr>
        </p:nvSpPr>
        <p:spPr/>
        <p:txBody>
          <a:bodyPr/>
          <a:lstStyle>
            <a:lvl1pPr>
              <a:defRPr/>
            </a:lvl1pPr>
          </a:lstStyle>
          <a:p>
            <a:pPr>
              <a:defRPr/>
            </a:pPr>
            <a:fld id="{055E4EB0-76E6-46D6-9AD2-C79980F9DE70}" type="datetime1">
              <a:rPr lang="hy-AM"/>
              <a:pPr>
                <a:defRPr/>
              </a:pPr>
              <a:t>21.10.2026</a:t>
            </a:fld>
            <a:endParaRPr lang="en-US"/>
          </a:p>
        </p:txBody>
      </p:sp>
      <p:sp>
        <p:nvSpPr>
          <p:cNvPr id="6" name="Rectangle 9">
            <a:extLst>
              <a:ext uri="{FF2B5EF4-FFF2-40B4-BE49-F238E27FC236}">
                <a16:creationId xmlns:a16="http://schemas.microsoft.com/office/drawing/2014/main" id="{5DEDDDFF-B1C5-B6D7-E962-DE2F3F863EBD}"/>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2D12C435-71CA-F82D-C683-0C42FC175F7C}"/>
              </a:ext>
            </a:extLst>
          </p:cNvPr>
          <p:cNvSpPr>
            <a:spLocks noGrp="1" noChangeArrowheads="1"/>
          </p:cNvSpPr>
          <p:nvPr>
            <p:ph type="sldNum" sz="quarter" idx="12"/>
          </p:nvPr>
        </p:nvSpPr>
        <p:spPr/>
        <p:txBody>
          <a:bodyPr/>
          <a:lstStyle>
            <a:lvl1pPr>
              <a:defRPr/>
            </a:lvl1pPr>
          </a:lstStyle>
          <a:p>
            <a:pPr>
              <a:defRPr/>
            </a:pPr>
            <a:fld id="{F3BC8070-F166-4CB6-A4B0-3A3EB4493D06}" type="slidenum">
              <a:rPr lang="ar-SA" altLang="ar-IQ"/>
              <a:pPr>
                <a:defRPr/>
              </a:pPr>
              <a:t>‹#›</a:t>
            </a:fld>
            <a:endParaRPr lang="en-US" altLang="ar-IQ"/>
          </a:p>
        </p:txBody>
      </p:sp>
    </p:spTree>
    <p:extLst>
      <p:ext uri="{BB962C8B-B14F-4D97-AF65-F5344CB8AC3E}">
        <p14:creationId xmlns:p14="http://schemas.microsoft.com/office/powerpoint/2010/main" val="3629717107"/>
      </p:ext>
    </p:extLst>
  </p:cSld>
  <p:clrMapOvr>
    <a:masterClrMapping/>
  </p:clrMapOvr>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A4DD9CF4-B8B4-90B0-B6BC-D5C824246E56}"/>
              </a:ext>
            </a:extLst>
          </p:cNvPr>
          <p:cNvSpPr>
            <a:spLocks noGrp="1" noChangeArrowheads="1"/>
          </p:cNvSpPr>
          <p:nvPr>
            <p:ph type="dt" sz="half" idx="10"/>
          </p:nvPr>
        </p:nvSpPr>
        <p:spPr/>
        <p:txBody>
          <a:bodyPr/>
          <a:lstStyle>
            <a:lvl1pPr>
              <a:defRPr/>
            </a:lvl1pPr>
          </a:lstStyle>
          <a:p>
            <a:pPr>
              <a:defRPr/>
            </a:pPr>
            <a:fld id="{669C6D40-20B5-43DD-9995-EBE114A9F152}" type="datetime1">
              <a:rPr lang="hy-AM"/>
              <a:pPr>
                <a:defRPr/>
              </a:pPr>
              <a:t>21.10.2026</a:t>
            </a:fld>
            <a:endParaRPr lang="en-US"/>
          </a:p>
        </p:txBody>
      </p:sp>
      <p:sp>
        <p:nvSpPr>
          <p:cNvPr id="5" name="Rectangle 9">
            <a:extLst>
              <a:ext uri="{FF2B5EF4-FFF2-40B4-BE49-F238E27FC236}">
                <a16:creationId xmlns:a16="http://schemas.microsoft.com/office/drawing/2014/main" id="{3BD1D2DD-8747-3CA2-45DF-5869525D93F1}"/>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CB829C5F-9F13-4182-0A2B-8D7B684CF9AC}"/>
              </a:ext>
            </a:extLst>
          </p:cNvPr>
          <p:cNvSpPr>
            <a:spLocks noGrp="1" noChangeArrowheads="1"/>
          </p:cNvSpPr>
          <p:nvPr>
            <p:ph type="sldNum" sz="quarter" idx="12"/>
          </p:nvPr>
        </p:nvSpPr>
        <p:spPr/>
        <p:txBody>
          <a:bodyPr/>
          <a:lstStyle>
            <a:lvl1pPr>
              <a:defRPr/>
            </a:lvl1pPr>
          </a:lstStyle>
          <a:p>
            <a:pPr>
              <a:defRPr/>
            </a:pPr>
            <a:fld id="{2642B961-455E-4D7E-B55C-A42A6322257E}" type="slidenum">
              <a:rPr lang="ar-SA" altLang="ar-IQ"/>
              <a:pPr>
                <a:defRPr/>
              </a:pPr>
              <a:t>‹#›</a:t>
            </a:fld>
            <a:endParaRPr lang="en-US" altLang="ar-IQ"/>
          </a:p>
        </p:txBody>
      </p:sp>
    </p:spTree>
    <p:extLst>
      <p:ext uri="{BB962C8B-B14F-4D97-AF65-F5344CB8AC3E}">
        <p14:creationId xmlns:p14="http://schemas.microsoft.com/office/powerpoint/2010/main" val="3913354098"/>
      </p:ext>
    </p:extLst>
  </p:cSld>
  <p:clrMapOvr>
    <a:masterClrMapping/>
  </p:clrMapOvr>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D2915BC5-FAF2-870D-D0A0-BA01EDB6B908}"/>
              </a:ext>
            </a:extLst>
          </p:cNvPr>
          <p:cNvSpPr>
            <a:spLocks noGrp="1" noChangeArrowheads="1"/>
          </p:cNvSpPr>
          <p:nvPr>
            <p:ph type="dt" sz="half" idx="10"/>
          </p:nvPr>
        </p:nvSpPr>
        <p:spPr/>
        <p:txBody>
          <a:bodyPr/>
          <a:lstStyle>
            <a:lvl1pPr>
              <a:defRPr/>
            </a:lvl1pPr>
          </a:lstStyle>
          <a:p>
            <a:pPr>
              <a:defRPr/>
            </a:pPr>
            <a:fld id="{64C8066E-BA82-4A3D-AC82-F87BF42F1B4D}" type="datetime1">
              <a:rPr lang="hy-AM"/>
              <a:pPr>
                <a:defRPr/>
              </a:pPr>
              <a:t>21.10.2026</a:t>
            </a:fld>
            <a:endParaRPr lang="en-US"/>
          </a:p>
        </p:txBody>
      </p:sp>
      <p:sp>
        <p:nvSpPr>
          <p:cNvPr id="5" name="Rectangle 9">
            <a:extLst>
              <a:ext uri="{FF2B5EF4-FFF2-40B4-BE49-F238E27FC236}">
                <a16:creationId xmlns:a16="http://schemas.microsoft.com/office/drawing/2014/main" id="{CEC9518C-D9EB-FB8C-881D-9EB2E3EAA87C}"/>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F7FD4B67-C2A1-690C-1B36-3D6ED5EE7DD9}"/>
              </a:ext>
            </a:extLst>
          </p:cNvPr>
          <p:cNvSpPr>
            <a:spLocks noGrp="1" noChangeArrowheads="1"/>
          </p:cNvSpPr>
          <p:nvPr>
            <p:ph type="sldNum" sz="quarter" idx="12"/>
          </p:nvPr>
        </p:nvSpPr>
        <p:spPr/>
        <p:txBody>
          <a:bodyPr/>
          <a:lstStyle>
            <a:lvl1pPr>
              <a:defRPr/>
            </a:lvl1pPr>
          </a:lstStyle>
          <a:p>
            <a:pPr>
              <a:defRPr/>
            </a:pPr>
            <a:fld id="{1CA5177C-ED64-4E34-BDAC-F030F34BF868}" type="slidenum">
              <a:rPr lang="ar-SA" altLang="ar-IQ"/>
              <a:pPr>
                <a:defRPr/>
              </a:pPr>
              <a:t>‹#›</a:t>
            </a:fld>
            <a:endParaRPr lang="en-US" altLang="ar-IQ"/>
          </a:p>
        </p:txBody>
      </p:sp>
    </p:spTree>
    <p:extLst>
      <p:ext uri="{BB962C8B-B14F-4D97-AF65-F5344CB8AC3E}">
        <p14:creationId xmlns:p14="http://schemas.microsoft.com/office/powerpoint/2010/main" val="3401775171"/>
      </p:ext>
    </p:extLst>
  </p:cSld>
  <p:clrMapOvr>
    <a:masterClrMapping/>
  </p:clrMapOvr>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0E551012-4396-C095-DA27-7F7CE364DBFB}"/>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DF712502-47CF-C0BE-D424-F89AB8DAF22B}"/>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DF16E94E-1C27-D092-422F-31F263427EF3}"/>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AE22401A-4E3D-007A-B00C-4400EF77ED17}"/>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F157FC80-F59B-A9FE-3535-83012CA7E2FD}"/>
              </a:ext>
            </a:extLst>
          </p:cNvPr>
          <p:cNvSpPr>
            <a:spLocks noGrp="1" noChangeArrowheads="1"/>
          </p:cNvSpPr>
          <p:nvPr>
            <p:ph type="dt" sz="half" idx="10"/>
          </p:nvPr>
        </p:nvSpPr>
        <p:spPr/>
        <p:txBody>
          <a:bodyPr/>
          <a:lstStyle>
            <a:lvl1pPr>
              <a:defRPr/>
            </a:lvl1pPr>
          </a:lstStyle>
          <a:p>
            <a:pPr>
              <a:defRPr/>
            </a:pPr>
            <a:fld id="{70361084-F272-4AF8-9099-1B6D6ED98ECE}" type="datetime1">
              <a:rPr lang="hy-AM"/>
              <a:pPr>
                <a:defRPr/>
              </a:pPr>
              <a:t>21.10.2026</a:t>
            </a:fld>
            <a:endParaRPr lang="en-US"/>
          </a:p>
        </p:txBody>
      </p:sp>
      <p:sp>
        <p:nvSpPr>
          <p:cNvPr id="7" name="Rectangle 9">
            <a:extLst>
              <a:ext uri="{FF2B5EF4-FFF2-40B4-BE49-F238E27FC236}">
                <a16:creationId xmlns:a16="http://schemas.microsoft.com/office/drawing/2014/main" id="{9153E837-C8CB-FFC4-0982-AC1CA7EC978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B385ADFC-25EC-F3B2-B946-4B00C620D29E}"/>
              </a:ext>
            </a:extLst>
          </p:cNvPr>
          <p:cNvSpPr>
            <a:spLocks noGrp="1" noChangeArrowheads="1"/>
          </p:cNvSpPr>
          <p:nvPr>
            <p:ph type="sldNum" sz="quarter" idx="12"/>
          </p:nvPr>
        </p:nvSpPr>
        <p:spPr/>
        <p:txBody>
          <a:bodyPr/>
          <a:lstStyle>
            <a:lvl1pPr>
              <a:defRPr/>
            </a:lvl1pPr>
          </a:lstStyle>
          <a:p>
            <a:pPr>
              <a:defRPr/>
            </a:pPr>
            <a:fld id="{746CF058-8F51-47CF-AD62-AD0F8B9FC783}" type="slidenum">
              <a:rPr lang="ar-SA" altLang="ar-IQ"/>
              <a:pPr>
                <a:defRPr/>
              </a:pPr>
              <a:t>‹#›</a:t>
            </a:fld>
            <a:endParaRPr lang="en-US" altLang="ar-IQ"/>
          </a:p>
        </p:txBody>
      </p:sp>
    </p:spTree>
    <p:extLst>
      <p:ext uri="{BB962C8B-B14F-4D97-AF65-F5344CB8AC3E}">
        <p14:creationId xmlns:p14="http://schemas.microsoft.com/office/powerpoint/2010/main" val="3646634533"/>
      </p:ext>
    </p:extLst>
  </p:cSld>
  <p:clrMapOvr>
    <a:masterClrMapping/>
  </p:clrMapOvr>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73CC3FB5-F1AB-2C33-FF8F-B863F9DC4D72}"/>
              </a:ext>
            </a:extLst>
          </p:cNvPr>
          <p:cNvSpPr>
            <a:spLocks noGrp="1" noChangeArrowheads="1"/>
          </p:cNvSpPr>
          <p:nvPr>
            <p:ph type="dt" sz="half" idx="10"/>
          </p:nvPr>
        </p:nvSpPr>
        <p:spPr/>
        <p:txBody>
          <a:bodyPr/>
          <a:lstStyle>
            <a:lvl1pPr>
              <a:defRPr/>
            </a:lvl1pPr>
          </a:lstStyle>
          <a:p>
            <a:pPr>
              <a:defRPr/>
            </a:pPr>
            <a:fld id="{9E915F96-6E5F-4380-8F02-1A0C5BD380EF}" type="datetime1">
              <a:rPr lang="hy-AM"/>
              <a:pPr>
                <a:defRPr/>
              </a:pPr>
              <a:t>21.10.2026</a:t>
            </a:fld>
            <a:endParaRPr lang="en-US"/>
          </a:p>
        </p:txBody>
      </p:sp>
      <p:sp>
        <p:nvSpPr>
          <p:cNvPr id="5" name="Rectangle 9">
            <a:extLst>
              <a:ext uri="{FF2B5EF4-FFF2-40B4-BE49-F238E27FC236}">
                <a16:creationId xmlns:a16="http://schemas.microsoft.com/office/drawing/2014/main" id="{85A53E26-1F21-B262-DAA4-DEEB2B9D51E7}"/>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C937976B-398E-3E7E-1BBF-2C16B483A67D}"/>
              </a:ext>
            </a:extLst>
          </p:cNvPr>
          <p:cNvSpPr>
            <a:spLocks noGrp="1" noChangeArrowheads="1"/>
          </p:cNvSpPr>
          <p:nvPr>
            <p:ph type="sldNum" sz="quarter" idx="12"/>
          </p:nvPr>
        </p:nvSpPr>
        <p:spPr/>
        <p:txBody>
          <a:bodyPr/>
          <a:lstStyle>
            <a:lvl1pPr>
              <a:defRPr/>
            </a:lvl1pPr>
          </a:lstStyle>
          <a:p>
            <a:pPr>
              <a:defRPr/>
            </a:pPr>
            <a:fld id="{C43AD81D-58A7-4DFB-AA90-7C01D94C3620}" type="slidenum">
              <a:rPr lang="ar-SA" altLang="ar-IQ"/>
              <a:pPr>
                <a:defRPr/>
              </a:pPr>
              <a:t>‹#›</a:t>
            </a:fld>
            <a:endParaRPr lang="en-US" altLang="ar-IQ"/>
          </a:p>
        </p:txBody>
      </p:sp>
    </p:spTree>
    <p:extLst>
      <p:ext uri="{BB962C8B-B14F-4D97-AF65-F5344CB8AC3E}">
        <p14:creationId xmlns:p14="http://schemas.microsoft.com/office/powerpoint/2010/main" val="1173259506"/>
      </p:ext>
    </p:extLst>
  </p:cSld>
  <p:clrMapOvr>
    <a:masterClrMapping/>
  </p:clrMapOvr>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3D64CE9C-BE08-E4C6-AC41-DE27FAB4A9F3}"/>
              </a:ext>
            </a:extLst>
          </p:cNvPr>
          <p:cNvSpPr>
            <a:spLocks noGrp="1" noChangeArrowheads="1"/>
          </p:cNvSpPr>
          <p:nvPr>
            <p:ph type="dt" sz="half" idx="10"/>
          </p:nvPr>
        </p:nvSpPr>
        <p:spPr/>
        <p:txBody>
          <a:bodyPr/>
          <a:lstStyle>
            <a:lvl1pPr>
              <a:defRPr/>
            </a:lvl1pPr>
          </a:lstStyle>
          <a:p>
            <a:pPr>
              <a:defRPr/>
            </a:pPr>
            <a:fld id="{07A7E857-450D-42A5-8AFA-BD35CBD1C1A7}" type="datetime1">
              <a:rPr lang="hy-AM"/>
              <a:pPr>
                <a:defRPr/>
              </a:pPr>
              <a:t>21.10.2026</a:t>
            </a:fld>
            <a:endParaRPr lang="en-US"/>
          </a:p>
        </p:txBody>
      </p:sp>
      <p:sp>
        <p:nvSpPr>
          <p:cNvPr id="5" name="Rectangle 9">
            <a:extLst>
              <a:ext uri="{FF2B5EF4-FFF2-40B4-BE49-F238E27FC236}">
                <a16:creationId xmlns:a16="http://schemas.microsoft.com/office/drawing/2014/main" id="{497F10F8-67ED-96BC-B5D9-7CBF6AEB4B3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0EB2B4AD-EC1B-9751-6A69-8A18D9AAAF52}"/>
              </a:ext>
            </a:extLst>
          </p:cNvPr>
          <p:cNvSpPr>
            <a:spLocks noGrp="1" noChangeArrowheads="1"/>
          </p:cNvSpPr>
          <p:nvPr>
            <p:ph type="sldNum" sz="quarter" idx="12"/>
          </p:nvPr>
        </p:nvSpPr>
        <p:spPr/>
        <p:txBody>
          <a:bodyPr/>
          <a:lstStyle>
            <a:lvl1pPr>
              <a:defRPr/>
            </a:lvl1pPr>
          </a:lstStyle>
          <a:p>
            <a:pPr>
              <a:defRPr/>
            </a:pPr>
            <a:fld id="{26A4D840-40A2-4C48-B5A8-5C6CB07FAB3E}" type="slidenum">
              <a:rPr lang="ar-SA" altLang="ar-IQ"/>
              <a:pPr>
                <a:defRPr/>
              </a:pPr>
              <a:t>‹#›</a:t>
            </a:fld>
            <a:endParaRPr lang="en-US" altLang="ar-IQ"/>
          </a:p>
        </p:txBody>
      </p:sp>
    </p:spTree>
    <p:extLst>
      <p:ext uri="{BB962C8B-B14F-4D97-AF65-F5344CB8AC3E}">
        <p14:creationId xmlns:p14="http://schemas.microsoft.com/office/powerpoint/2010/main" val="3083371644"/>
      </p:ext>
    </p:extLst>
  </p:cSld>
  <p:clrMapOvr>
    <a:masterClrMapping/>
  </p:clrMapOvr>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E2DB7284-0246-085B-5F45-6B0378A277B8}"/>
              </a:ext>
            </a:extLst>
          </p:cNvPr>
          <p:cNvSpPr>
            <a:spLocks noGrp="1" noChangeArrowheads="1"/>
          </p:cNvSpPr>
          <p:nvPr>
            <p:ph type="dt" sz="half" idx="10"/>
          </p:nvPr>
        </p:nvSpPr>
        <p:spPr/>
        <p:txBody>
          <a:bodyPr/>
          <a:lstStyle>
            <a:lvl1pPr>
              <a:defRPr/>
            </a:lvl1pPr>
          </a:lstStyle>
          <a:p>
            <a:pPr>
              <a:defRPr/>
            </a:pPr>
            <a:fld id="{D52241D0-1076-489D-AA0E-DF27D7704F56}" type="datetime1">
              <a:rPr lang="hy-AM"/>
              <a:pPr>
                <a:defRPr/>
              </a:pPr>
              <a:t>21.10.2026</a:t>
            </a:fld>
            <a:endParaRPr lang="en-US"/>
          </a:p>
        </p:txBody>
      </p:sp>
      <p:sp>
        <p:nvSpPr>
          <p:cNvPr id="6" name="Rectangle 9">
            <a:extLst>
              <a:ext uri="{FF2B5EF4-FFF2-40B4-BE49-F238E27FC236}">
                <a16:creationId xmlns:a16="http://schemas.microsoft.com/office/drawing/2014/main" id="{3E5B9691-23A8-5270-71E6-0878E146E5BC}"/>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9191D4BD-8686-3CA1-C35A-EEE294474B74}"/>
              </a:ext>
            </a:extLst>
          </p:cNvPr>
          <p:cNvSpPr>
            <a:spLocks noGrp="1" noChangeArrowheads="1"/>
          </p:cNvSpPr>
          <p:nvPr>
            <p:ph type="sldNum" sz="quarter" idx="12"/>
          </p:nvPr>
        </p:nvSpPr>
        <p:spPr/>
        <p:txBody>
          <a:bodyPr/>
          <a:lstStyle>
            <a:lvl1pPr>
              <a:defRPr/>
            </a:lvl1pPr>
          </a:lstStyle>
          <a:p>
            <a:pPr>
              <a:defRPr/>
            </a:pPr>
            <a:fld id="{2EA31F74-4D2C-4487-967D-56536EE51324}" type="slidenum">
              <a:rPr lang="ar-SA" altLang="ar-IQ"/>
              <a:pPr>
                <a:defRPr/>
              </a:pPr>
              <a:t>‹#›</a:t>
            </a:fld>
            <a:endParaRPr lang="en-US" altLang="ar-IQ"/>
          </a:p>
        </p:txBody>
      </p:sp>
    </p:spTree>
    <p:extLst>
      <p:ext uri="{BB962C8B-B14F-4D97-AF65-F5344CB8AC3E}">
        <p14:creationId xmlns:p14="http://schemas.microsoft.com/office/powerpoint/2010/main" val="761956745"/>
      </p:ext>
    </p:extLst>
  </p:cSld>
  <p:clrMapOvr>
    <a:masterClrMapping/>
  </p:clrMapOvr>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4FF9E50F-171B-E390-899F-F466E8C47F38}"/>
              </a:ext>
            </a:extLst>
          </p:cNvPr>
          <p:cNvSpPr>
            <a:spLocks noGrp="1" noChangeArrowheads="1"/>
          </p:cNvSpPr>
          <p:nvPr>
            <p:ph type="dt" sz="half" idx="10"/>
          </p:nvPr>
        </p:nvSpPr>
        <p:spPr/>
        <p:txBody>
          <a:bodyPr/>
          <a:lstStyle>
            <a:lvl1pPr>
              <a:defRPr/>
            </a:lvl1pPr>
          </a:lstStyle>
          <a:p>
            <a:pPr>
              <a:defRPr/>
            </a:pPr>
            <a:fld id="{AF9C16DE-0899-43F0-AB59-381EF0051F91}" type="datetime1">
              <a:rPr lang="hy-AM"/>
              <a:pPr>
                <a:defRPr/>
              </a:pPr>
              <a:t>21.10.2026</a:t>
            </a:fld>
            <a:endParaRPr lang="en-US"/>
          </a:p>
        </p:txBody>
      </p:sp>
      <p:sp>
        <p:nvSpPr>
          <p:cNvPr id="8" name="Rectangle 9">
            <a:extLst>
              <a:ext uri="{FF2B5EF4-FFF2-40B4-BE49-F238E27FC236}">
                <a16:creationId xmlns:a16="http://schemas.microsoft.com/office/drawing/2014/main" id="{BBBF001A-ADBF-48F7-5342-E7EF82CE7576}"/>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2AA43437-9524-7068-8D91-6D263FEEEDD7}"/>
              </a:ext>
            </a:extLst>
          </p:cNvPr>
          <p:cNvSpPr>
            <a:spLocks noGrp="1" noChangeArrowheads="1"/>
          </p:cNvSpPr>
          <p:nvPr>
            <p:ph type="sldNum" sz="quarter" idx="12"/>
          </p:nvPr>
        </p:nvSpPr>
        <p:spPr/>
        <p:txBody>
          <a:bodyPr/>
          <a:lstStyle>
            <a:lvl1pPr>
              <a:defRPr/>
            </a:lvl1pPr>
          </a:lstStyle>
          <a:p>
            <a:pPr>
              <a:defRPr/>
            </a:pPr>
            <a:fld id="{DF26F2CD-12A6-4747-8D82-E5AB1DBED7D3}" type="slidenum">
              <a:rPr lang="ar-SA" altLang="ar-IQ"/>
              <a:pPr>
                <a:defRPr/>
              </a:pPr>
              <a:t>‹#›</a:t>
            </a:fld>
            <a:endParaRPr lang="en-US" altLang="ar-IQ"/>
          </a:p>
        </p:txBody>
      </p:sp>
    </p:spTree>
    <p:extLst>
      <p:ext uri="{BB962C8B-B14F-4D97-AF65-F5344CB8AC3E}">
        <p14:creationId xmlns:p14="http://schemas.microsoft.com/office/powerpoint/2010/main" val="3260342526"/>
      </p:ext>
    </p:extLst>
  </p:cSld>
  <p:clrMapOvr>
    <a:masterClrMapping/>
  </p:clrMapOvr>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D1F9A4D6-2437-5432-6F36-BB7632D6B0A1}"/>
              </a:ext>
            </a:extLst>
          </p:cNvPr>
          <p:cNvSpPr>
            <a:spLocks noGrp="1" noChangeArrowheads="1"/>
          </p:cNvSpPr>
          <p:nvPr>
            <p:ph type="dt" sz="half" idx="10"/>
          </p:nvPr>
        </p:nvSpPr>
        <p:spPr/>
        <p:txBody>
          <a:bodyPr/>
          <a:lstStyle>
            <a:lvl1pPr>
              <a:defRPr/>
            </a:lvl1pPr>
          </a:lstStyle>
          <a:p>
            <a:pPr>
              <a:defRPr/>
            </a:pPr>
            <a:fld id="{E17EC5A8-FC70-4770-AA4F-4468C116FDB9}" type="datetime1">
              <a:rPr lang="hy-AM"/>
              <a:pPr>
                <a:defRPr/>
              </a:pPr>
              <a:t>21.10.2026</a:t>
            </a:fld>
            <a:endParaRPr lang="en-US"/>
          </a:p>
        </p:txBody>
      </p:sp>
      <p:sp>
        <p:nvSpPr>
          <p:cNvPr id="4" name="Rectangle 9">
            <a:extLst>
              <a:ext uri="{FF2B5EF4-FFF2-40B4-BE49-F238E27FC236}">
                <a16:creationId xmlns:a16="http://schemas.microsoft.com/office/drawing/2014/main" id="{23F89724-6FE1-7040-B438-CEC07320BAF9}"/>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5F083CBD-4E4F-726A-43BE-309F17A9F137}"/>
              </a:ext>
            </a:extLst>
          </p:cNvPr>
          <p:cNvSpPr>
            <a:spLocks noGrp="1" noChangeArrowheads="1"/>
          </p:cNvSpPr>
          <p:nvPr>
            <p:ph type="sldNum" sz="quarter" idx="12"/>
          </p:nvPr>
        </p:nvSpPr>
        <p:spPr/>
        <p:txBody>
          <a:bodyPr/>
          <a:lstStyle>
            <a:lvl1pPr>
              <a:defRPr/>
            </a:lvl1pPr>
          </a:lstStyle>
          <a:p>
            <a:pPr>
              <a:defRPr/>
            </a:pPr>
            <a:fld id="{EF82F297-0453-4336-9AC9-259F856C00F1}" type="slidenum">
              <a:rPr lang="ar-SA" altLang="ar-IQ"/>
              <a:pPr>
                <a:defRPr/>
              </a:pPr>
              <a:t>‹#›</a:t>
            </a:fld>
            <a:endParaRPr lang="en-US" altLang="ar-IQ"/>
          </a:p>
        </p:txBody>
      </p:sp>
    </p:spTree>
    <p:extLst>
      <p:ext uri="{BB962C8B-B14F-4D97-AF65-F5344CB8AC3E}">
        <p14:creationId xmlns:p14="http://schemas.microsoft.com/office/powerpoint/2010/main" val="3156443909"/>
      </p:ext>
    </p:extLst>
  </p:cSld>
  <p:clrMapOvr>
    <a:masterClrMapping/>
  </p:clrMapOvr>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9699E7EF-D55F-4777-318D-4319ACE557FA}"/>
              </a:ext>
            </a:extLst>
          </p:cNvPr>
          <p:cNvSpPr>
            <a:spLocks noGrp="1" noChangeArrowheads="1"/>
          </p:cNvSpPr>
          <p:nvPr>
            <p:ph type="dt" sz="half" idx="10"/>
          </p:nvPr>
        </p:nvSpPr>
        <p:spPr/>
        <p:txBody>
          <a:bodyPr/>
          <a:lstStyle>
            <a:lvl1pPr>
              <a:defRPr/>
            </a:lvl1pPr>
          </a:lstStyle>
          <a:p>
            <a:pPr>
              <a:defRPr/>
            </a:pPr>
            <a:fld id="{1843ACA3-302E-409D-9E0C-EBEE0F1CEEB7}" type="datetime1">
              <a:rPr lang="hy-AM"/>
              <a:pPr>
                <a:defRPr/>
              </a:pPr>
              <a:t>21.10.2026</a:t>
            </a:fld>
            <a:endParaRPr lang="en-US"/>
          </a:p>
        </p:txBody>
      </p:sp>
      <p:sp>
        <p:nvSpPr>
          <p:cNvPr id="3" name="Rectangle 9">
            <a:extLst>
              <a:ext uri="{FF2B5EF4-FFF2-40B4-BE49-F238E27FC236}">
                <a16:creationId xmlns:a16="http://schemas.microsoft.com/office/drawing/2014/main" id="{6A39B598-5FE8-11A7-65D9-037623E85D05}"/>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9019A020-1CB6-4AA4-FC35-CD83E96A30D6}"/>
              </a:ext>
            </a:extLst>
          </p:cNvPr>
          <p:cNvSpPr>
            <a:spLocks noGrp="1" noChangeArrowheads="1"/>
          </p:cNvSpPr>
          <p:nvPr>
            <p:ph type="sldNum" sz="quarter" idx="12"/>
          </p:nvPr>
        </p:nvSpPr>
        <p:spPr/>
        <p:txBody>
          <a:bodyPr/>
          <a:lstStyle>
            <a:lvl1pPr>
              <a:defRPr/>
            </a:lvl1pPr>
          </a:lstStyle>
          <a:p>
            <a:pPr>
              <a:defRPr/>
            </a:pPr>
            <a:fld id="{D8746271-F369-427F-BBD5-1F7B441FB6BC}" type="slidenum">
              <a:rPr lang="ar-SA" altLang="ar-IQ"/>
              <a:pPr>
                <a:defRPr/>
              </a:pPr>
              <a:t>‹#›</a:t>
            </a:fld>
            <a:endParaRPr lang="en-US" altLang="ar-IQ"/>
          </a:p>
        </p:txBody>
      </p:sp>
    </p:spTree>
    <p:extLst>
      <p:ext uri="{BB962C8B-B14F-4D97-AF65-F5344CB8AC3E}">
        <p14:creationId xmlns:p14="http://schemas.microsoft.com/office/powerpoint/2010/main" val="787677057"/>
      </p:ext>
    </p:extLst>
  </p:cSld>
  <p:clrMapOvr>
    <a:masterClrMapping/>
  </p:clrMapOvr>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6E6171DB-860B-E71E-5632-110E0DA67CD8}"/>
              </a:ext>
            </a:extLst>
          </p:cNvPr>
          <p:cNvSpPr>
            <a:spLocks noGrp="1" noChangeArrowheads="1"/>
          </p:cNvSpPr>
          <p:nvPr>
            <p:ph type="dt" sz="half" idx="10"/>
          </p:nvPr>
        </p:nvSpPr>
        <p:spPr/>
        <p:txBody>
          <a:bodyPr/>
          <a:lstStyle>
            <a:lvl1pPr>
              <a:defRPr/>
            </a:lvl1pPr>
          </a:lstStyle>
          <a:p>
            <a:pPr>
              <a:defRPr/>
            </a:pPr>
            <a:fld id="{2B6ECE29-363A-4EEB-9534-1ADB979DA0B2}" type="datetime1">
              <a:rPr lang="hy-AM"/>
              <a:pPr>
                <a:defRPr/>
              </a:pPr>
              <a:t>21.10.2026</a:t>
            </a:fld>
            <a:endParaRPr lang="en-US"/>
          </a:p>
        </p:txBody>
      </p:sp>
      <p:sp>
        <p:nvSpPr>
          <p:cNvPr id="6" name="Rectangle 9">
            <a:extLst>
              <a:ext uri="{FF2B5EF4-FFF2-40B4-BE49-F238E27FC236}">
                <a16:creationId xmlns:a16="http://schemas.microsoft.com/office/drawing/2014/main" id="{E24E84AB-1F28-7204-651B-988EA5B1DC5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5E3F06BC-3CF5-A160-7F83-23FA94073DE0}"/>
              </a:ext>
            </a:extLst>
          </p:cNvPr>
          <p:cNvSpPr>
            <a:spLocks noGrp="1" noChangeArrowheads="1"/>
          </p:cNvSpPr>
          <p:nvPr>
            <p:ph type="sldNum" sz="quarter" idx="12"/>
          </p:nvPr>
        </p:nvSpPr>
        <p:spPr/>
        <p:txBody>
          <a:bodyPr/>
          <a:lstStyle>
            <a:lvl1pPr>
              <a:defRPr/>
            </a:lvl1pPr>
          </a:lstStyle>
          <a:p>
            <a:pPr>
              <a:defRPr/>
            </a:pPr>
            <a:fld id="{0CC34AAE-F456-4ACE-8C8C-01B591C32BD3}" type="slidenum">
              <a:rPr lang="ar-SA" altLang="ar-IQ"/>
              <a:pPr>
                <a:defRPr/>
              </a:pPr>
              <a:t>‹#›</a:t>
            </a:fld>
            <a:endParaRPr lang="en-US" altLang="ar-IQ"/>
          </a:p>
        </p:txBody>
      </p:sp>
    </p:spTree>
    <p:extLst>
      <p:ext uri="{BB962C8B-B14F-4D97-AF65-F5344CB8AC3E}">
        <p14:creationId xmlns:p14="http://schemas.microsoft.com/office/powerpoint/2010/main" val="20965781"/>
      </p:ext>
    </p:extLst>
  </p:cSld>
  <p:clrMapOvr>
    <a:masterClrMapping/>
  </p:clrMapOvr>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DB1902C2-1857-3786-F2A7-0CE59BDD7CC4}"/>
              </a:ext>
            </a:extLst>
          </p:cNvPr>
          <p:cNvSpPr>
            <a:spLocks noGrp="1" noChangeArrowheads="1"/>
          </p:cNvSpPr>
          <p:nvPr>
            <p:ph type="dt" sz="half" idx="10"/>
          </p:nvPr>
        </p:nvSpPr>
        <p:spPr/>
        <p:txBody>
          <a:bodyPr/>
          <a:lstStyle>
            <a:lvl1pPr>
              <a:defRPr/>
            </a:lvl1pPr>
          </a:lstStyle>
          <a:p>
            <a:pPr>
              <a:defRPr/>
            </a:pPr>
            <a:fld id="{FC87B0E2-79F6-495D-A09C-8606A6E1A6DD}" type="datetime1">
              <a:rPr lang="hy-AM"/>
              <a:pPr>
                <a:defRPr/>
              </a:pPr>
              <a:t>21.10.2026</a:t>
            </a:fld>
            <a:endParaRPr lang="en-US"/>
          </a:p>
        </p:txBody>
      </p:sp>
      <p:sp>
        <p:nvSpPr>
          <p:cNvPr id="6" name="Rectangle 9">
            <a:extLst>
              <a:ext uri="{FF2B5EF4-FFF2-40B4-BE49-F238E27FC236}">
                <a16:creationId xmlns:a16="http://schemas.microsoft.com/office/drawing/2014/main" id="{026A0EC9-8644-F7D0-EEBF-920EB3E25B3A}"/>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E27194B2-A56D-43B7-4A43-23EBDBCBCF62}"/>
              </a:ext>
            </a:extLst>
          </p:cNvPr>
          <p:cNvSpPr>
            <a:spLocks noGrp="1" noChangeArrowheads="1"/>
          </p:cNvSpPr>
          <p:nvPr>
            <p:ph type="sldNum" sz="quarter" idx="12"/>
          </p:nvPr>
        </p:nvSpPr>
        <p:spPr/>
        <p:txBody>
          <a:bodyPr/>
          <a:lstStyle>
            <a:lvl1pPr>
              <a:defRPr/>
            </a:lvl1pPr>
          </a:lstStyle>
          <a:p>
            <a:pPr>
              <a:defRPr/>
            </a:pPr>
            <a:fld id="{A31CB003-AE0A-4C02-9235-E2F426B1F58A}" type="slidenum">
              <a:rPr lang="ar-SA" altLang="ar-IQ"/>
              <a:pPr>
                <a:defRPr/>
              </a:pPr>
              <a:t>‹#›</a:t>
            </a:fld>
            <a:endParaRPr lang="en-US" altLang="ar-IQ"/>
          </a:p>
        </p:txBody>
      </p:sp>
    </p:spTree>
    <p:extLst>
      <p:ext uri="{BB962C8B-B14F-4D97-AF65-F5344CB8AC3E}">
        <p14:creationId xmlns:p14="http://schemas.microsoft.com/office/powerpoint/2010/main" val="795027853"/>
      </p:ext>
    </p:extLst>
  </p:cSld>
  <p:clrMapOvr>
    <a:masterClrMapping/>
  </p:clrMapOvr>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49F46D2C-EA06-94A9-4167-06717F6CE99E}"/>
              </a:ext>
            </a:extLst>
          </p:cNvPr>
          <p:cNvSpPr>
            <a:spLocks noGrp="1" noChangeArrowheads="1"/>
          </p:cNvSpPr>
          <p:nvPr>
            <p:ph type="dt" sz="half" idx="10"/>
          </p:nvPr>
        </p:nvSpPr>
        <p:spPr/>
        <p:txBody>
          <a:bodyPr/>
          <a:lstStyle>
            <a:lvl1pPr>
              <a:defRPr/>
            </a:lvl1pPr>
          </a:lstStyle>
          <a:p>
            <a:pPr>
              <a:defRPr/>
            </a:pPr>
            <a:fld id="{9693332A-A420-4704-A7B3-7E592538FCB2}" type="datetime1">
              <a:rPr lang="hy-AM"/>
              <a:pPr>
                <a:defRPr/>
              </a:pPr>
              <a:t>21.10.2026</a:t>
            </a:fld>
            <a:endParaRPr lang="en-US"/>
          </a:p>
        </p:txBody>
      </p:sp>
      <p:sp>
        <p:nvSpPr>
          <p:cNvPr id="5" name="Rectangle 9">
            <a:extLst>
              <a:ext uri="{FF2B5EF4-FFF2-40B4-BE49-F238E27FC236}">
                <a16:creationId xmlns:a16="http://schemas.microsoft.com/office/drawing/2014/main" id="{A1925646-24B9-689D-A542-3A9915928EBD}"/>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D68E6C39-BE6D-1ECF-0D82-5A3838C2F918}"/>
              </a:ext>
            </a:extLst>
          </p:cNvPr>
          <p:cNvSpPr>
            <a:spLocks noGrp="1" noChangeArrowheads="1"/>
          </p:cNvSpPr>
          <p:nvPr>
            <p:ph type="sldNum" sz="quarter" idx="12"/>
          </p:nvPr>
        </p:nvSpPr>
        <p:spPr/>
        <p:txBody>
          <a:bodyPr/>
          <a:lstStyle>
            <a:lvl1pPr>
              <a:defRPr/>
            </a:lvl1pPr>
          </a:lstStyle>
          <a:p>
            <a:pPr>
              <a:defRPr/>
            </a:pPr>
            <a:fld id="{DBAC3CD8-EB3C-4786-A6E1-396D688186D9}" type="slidenum">
              <a:rPr lang="ar-SA" altLang="ar-IQ"/>
              <a:pPr>
                <a:defRPr/>
              </a:pPr>
              <a:t>‹#›</a:t>
            </a:fld>
            <a:endParaRPr lang="en-US" altLang="ar-IQ"/>
          </a:p>
        </p:txBody>
      </p:sp>
    </p:spTree>
    <p:extLst>
      <p:ext uri="{BB962C8B-B14F-4D97-AF65-F5344CB8AC3E}">
        <p14:creationId xmlns:p14="http://schemas.microsoft.com/office/powerpoint/2010/main" val="307464097"/>
      </p:ext>
    </p:extLst>
  </p:cSld>
  <p:clrMapOvr>
    <a:masterClrMapping/>
  </p:clrMapOvr>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F5A1EBD3-A3FE-742B-FFB8-0DBF8C14DC0F}"/>
              </a:ext>
            </a:extLst>
          </p:cNvPr>
          <p:cNvSpPr>
            <a:spLocks noGrp="1" noChangeArrowheads="1"/>
          </p:cNvSpPr>
          <p:nvPr>
            <p:ph type="dt" sz="half" idx="10"/>
          </p:nvPr>
        </p:nvSpPr>
        <p:spPr/>
        <p:txBody>
          <a:bodyPr/>
          <a:lstStyle>
            <a:lvl1pPr>
              <a:defRPr/>
            </a:lvl1pPr>
          </a:lstStyle>
          <a:p>
            <a:pPr>
              <a:defRPr/>
            </a:pPr>
            <a:fld id="{E0702D89-C456-419E-BF7E-0920E9405B55}" type="datetime1">
              <a:rPr lang="hy-AM"/>
              <a:pPr>
                <a:defRPr/>
              </a:pPr>
              <a:t>21.10.2026</a:t>
            </a:fld>
            <a:endParaRPr lang="en-US"/>
          </a:p>
        </p:txBody>
      </p:sp>
      <p:sp>
        <p:nvSpPr>
          <p:cNvPr id="5" name="Rectangle 9">
            <a:extLst>
              <a:ext uri="{FF2B5EF4-FFF2-40B4-BE49-F238E27FC236}">
                <a16:creationId xmlns:a16="http://schemas.microsoft.com/office/drawing/2014/main" id="{273D1FB6-1A48-BF1C-12F5-6D2E845FB8A9}"/>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4EE763D7-FF6D-C307-8C92-1B3AEA00DE68}"/>
              </a:ext>
            </a:extLst>
          </p:cNvPr>
          <p:cNvSpPr>
            <a:spLocks noGrp="1" noChangeArrowheads="1"/>
          </p:cNvSpPr>
          <p:nvPr>
            <p:ph type="sldNum" sz="quarter" idx="12"/>
          </p:nvPr>
        </p:nvSpPr>
        <p:spPr/>
        <p:txBody>
          <a:bodyPr/>
          <a:lstStyle>
            <a:lvl1pPr>
              <a:defRPr/>
            </a:lvl1pPr>
          </a:lstStyle>
          <a:p>
            <a:pPr>
              <a:defRPr/>
            </a:pPr>
            <a:fld id="{E143C034-0432-4455-A862-CC6B35F6957A}" type="slidenum">
              <a:rPr lang="ar-SA" altLang="ar-IQ"/>
              <a:pPr>
                <a:defRPr/>
              </a:pPr>
              <a:t>‹#›</a:t>
            </a:fld>
            <a:endParaRPr lang="en-US" altLang="ar-IQ"/>
          </a:p>
        </p:txBody>
      </p:sp>
    </p:spTree>
    <p:extLst>
      <p:ext uri="{BB962C8B-B14F-4D97-AF65-F5344CB8AC3E}">
        <p14:creationId xmlns:p14="http://schemas.microsoft.com/office/powerpoint/2010/main" val="4193603168"/>
      </p:ext>
    </p:extLst>
  </p:cSld>
  <p:clrMapOvr>
    <a:masterClrMapping/>
  </p:clrMapOvr>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56BF2994-9132-6BC8-ABBA-C08E733B619A}"/>
              </a:ext>
            </a:extLst>
          </p:cNvPr>
          <p:cNvGrpSpPr>
            <a:grpSpLocks/>
          </p:cNvGrpSpPr>
          <p:nvPr/>
        </p:nvGrpSpPr>
        <p:grpSpPr bwMode="auto">
          <a:xfrm>
            <a:off x="-4297363" y="304800"/>
            <a:ext cx="15879763" cy="4724400"/>
            <a:chOff x="-2030" y="192"/>
            <a:chExt cx="7502" cy="2976"/>
          </a:xfrm>
        </p:grpSpPr>
        <p:sp>
          <p:nvSpPr>
            <p:cNvPr id="3" name="Line 3">
              <a:extLst>
                <a:ext uri="{FF2B5EF4-FFF2-40B4-BE49-F238E27FC236}">
                  <a16:creationId xmlns:a16="http://schemas.microsoft.com/office/drawing/2014/main" id="{B29B8F1E-CD61-9DFA-12B4-D222A3F8290C}"/>
                </a:ext>
              </a:extLst>
            </p:cNvPr>
            <p:cNvSpPr>
              <a:spLocks noChangeShapeType="1"/>
            </p:cNvSpPr>
            <p:nvPr/>
          </p:nvSpPr>
          <p:spPr bwMode="auto">
            <a:xfrm>
              <a:off x="912" y="1584"/>
              <a:ext cx="456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sp>
          <p:nvSpPr>
            <p:cNvPr id="4" name="AutoShape 4">
              <a:extLst>
                <a:ext uri="{FF2B5EF4-FFF2-40B4-BE49-F238E27FC236}">
                  <a16:creationId xmlns:a16="http://schemas.microsoft.com/office/drawing/2014/main" id="{26933A8C-EE54-A144-7C80-512050AFD871}"/>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 name="AutoShape 5">
              <a:extLst>
                <a:ext uri="{FF2B5EF4-FFF2-40B4-BE49-F238E27FC236}">
                  <a16:creationId xmlns:a16="http://schemas.microsoft.com/office/drawing/2014/main" id="{71D73FDC-5D49-E5AE-4E63-B0DE2DAA354A}"/>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grpSp>
      <p:sp>
        <p:nvSpPr>
          <p:cNvPr id="118790" name="Rectangle 6"/>
          <p:cNvSpPr>
            <a:spLocks noGrp="1" noChangeArrowheads="1"/>
          </p:cNvSpPr>
          <p:nvPr>
            <p:ph type="ctrTitle"/>
          </p:nvPr>
        </p:nvSpPr>
        <p:spPr>
          <a:xfrm>
            <a:off x="1924051" y="985839"/>
            <a:ext cx="9652000" cy="1444625"/>
          </a:xfrm>
        </p:spPr>
        <p:txBody>
          <a:bodyPr/>
          <a:lstStyle>
            <a:lvl1pPr>
              <a:defRPr sz="4000"/>
            </a:lvl1pPr>
          </a:lstStyle>
          <a:p>
            <a:pPr lvl="0"/>
            <a:r>
              <a:rPr lang="en-US" noProof="0"/>
              <a:t>Click to edit Master title style</a:t>
            </a:r>
          </a:p>
        </p:txBody>
      </p:sp>
      <p:sp>
        <p:nvSpPr>
          <p:cNvPr id="118791" name="Rectangle 7"/>
          <p:cNvSpPr>
            <a:spLocks noGrp="1" noChangeArrowheads="1"/>
          </p:cNvSpPr>
          <p:nvPr>
            <p:ph type="subTitle" idx="1"/>
          </p:nvPr>
        </p:nvSpPr>
        <p:spPr>
          <a:xfrm>
            <a:off x="1924051" y="3427413"/>
            <a:ext cx="9652000" cy="1752600"/>
          </a:xfrm>
        </p:spPr>
        <p:txBody>
          <a:bodyPr/>
          <a:lstStyle>
            <a:lvl1pPr marL="0" indent="0">
              <a:buFont typeface="Wingdings" pitchFamily="2" charset="2"/>
              <a:buNone/>
              <a:defRPr/>
            </a:lvl1pPr>
          </a:lstStyle>
          <a:p>
            <a:pPr lvl="0"/>
            <a:r>
              <a:rPr lang="en-US" noProof="0"/>
              <a:t>Click to edit Master subtitle style</a:t>
            </a:r>
          </a:p>
        </p:txBody>
      </p:sp>
      <p:sp>
        <p:nvSpPr>
          <p:cNvPr id="6" name="Rectangle 8">
            <a:extLst>
              <a:ext uri="{FF2B5EF4-FFF2-40B4-BE49-F238E27FC236}">
                <a16:creationId xmlns:a16="http://schemas.microsoft.com/office/drawing/2014/main" id="{BABBC2DD-9F44-E6CB-F589-1B76DDC1D19C}"/>
              </a:ext>
            </a:extLst>
          </p:cNvPr>
          <p:cNvSpPr>
            <a:spLocks noGrp="1" noChangeArrowheads="1"/>
          </p:cNvSpPr>
          <p:nvPr>
            <p:ph type="dt" sz="half" idx="10"/>
          </p:nvPr>
        </p:nvSpPr>
        <p:spPr/>
        <p:txBody>
          <a:bodyPr/>
          <a:lstStyle>
            <a:lvl1pPr>
              <a:defRPr/>
            </a:lvl1pPr>
          </a:lstStyle>
          <a:p>
            <a:pPr>
              <a:defRPr/>
            </a:pPr>
            <a:fld id="{1AF916EA-8FDA-4A85-BD74-0C3DF1BEF378}" type="datetime1">
              <a:rPr lang="hy-AM"/>
              <a:pPr>
                <a:defRPr/>
              </a:pPr>
              <a:t>21.10.2026</a:t>
            </a:fld>
            <a:endParaRPr lang="en-US"/>
          </a:p>
        </p:txBody>
      </p:sp>
      <p:sp>
        <p:nvSpPr>
          <p:cNvPr id="7" name="Rectangle 9">
            <a:extLst>
              <a:ext uri="{FF2B5EF4-FFF2-40B4-BE49-F238E27FC236}">
                <a16:creationId xmlns:a16="http://schemas.microsoft.com/office/drawing/2014/main" id="{DAFDDF0B-1FD2-FD27-55CA-22FC7B0B7FC1}"/>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8" name="Rectangle 10">
            <a:extLst>
              <a:ext uri="{FF2B5EF4-FFF2-40B4-BE49-F238E27FC236}">
                <a16:creationId xmlns:a16="http://schemas.microsoft.com/office/drawing/2014/main" id="{11F1E8A5-6923-4219-3238-999A887D7462}"/>
              </a:ext>
            </a:extLst>
          </p:cNvPr>
          <p:cNvSpPr>
            <a:spLocks noGrp="1" noChangeArrowheads="1"/>
          </p:cNvSpPr>
          <p:nvPr>
            <p:ph type="sldNum" sz="quarter" idx="12"/>
          </p:nvPr>
        </p:nvSpPr>
        <p:spPr/>
        <p:txBody>
          <a:bodyPr/>
          <a:lstStyle>
            <a:lvl1pPr>
              <a:defRPr/>
            </a:lvl1pPr>
          </a:lstStyle>
          <a:p>
            <a:pPr>
              <a:defRPr/>
            </a:pPr>
            <a:fld id="{6C2DD628-5BB8-4511-AE8A-B08E398D1B58}" type="slidenum">
              <a:rPr lang="ar-SA" altLang="ar-IQ"/>
              <a:pPr>
                <a:defRPr/>
              </a:pPr>
              <a:t>‹#›</a:t>
            </a:fld>
            <a:endParaRPr lang="en-US" altLang="ar-IQ"/>
          </a:p>
        </p:txBody>
      </p:sp>
    </p:spTree>
    <p:extLst>
      <p:ext uri="{BB962C8B-B14F-4D97-AF65-F5344CB8AC3E}">
        <p14:creationId xmlns:p14="http://schemas.microsoft.com/office/powerpoint/2010/main" val="2499390539"/>
      </p:ext>
    </p:extLst>
  </p:cSld>
  <p:clrMapOvr>
    <a:masterClrMapping/>
  </p:clrMapOvr>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2420BE4A-3D00-4A4B-9382-2FF56C9E96CA}"/>
              </a:ext>
            </a:extLst>
          </p:cNvPr>
          <p:cNvSpPr>
            <a:spLocks noGrp="1" noChangeArrowheads="1"/>
          </p:cNvSpPr>
          <p:nvPr>
            <p:ph type="dt" sz="half" idx="10"/>
          </p:nvPr>
        </p:nvSpPr>
        <p:spPr/>
        <p:txBody>
          <a:bodyPr/>
          <a:lstStyle>
            <a:lvl1pPr>
              <a:defRPr/>
            </a:lvl1pPr>
          </a:lstStyle>
          <a:p>
            <a:pPr>
              <a:defRPr/>
            </a:pPr>
            <a:fld id="{67E68D53-99CB-40E6-AFFF-401215E15CBA}" type="datetime1">
              <a:rPr lang="hy-AM"/>
              <a:pPr>
                <a:defRPr/>
              </a:pPr>
              <a:t>21.10.2026</a:t>
            </a:fld>
            <a:endParaRPr lang="en-US"/>
          </a:p>
        </p:txBody>
      </p:sp>
      <p:sp>
        <p:nvSpPr>
          <p:cNvPr id="5" name="Rectangle 9">
            <a:extLst>
              <a:ext uri="{FF2B5EF4-FFF2-40B4-BE49-F238E27FC236}">
                <a16:creationId xmlns:a16="http://schemas.microsoft.com/office/drawing/2014/main" id="{31CE2BE4-AB22-E9D5-EA9A-3137D25F5F6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7BE10353-5B19-ECE0-75F8-035DD769C396}"/>
              </a:ext>
            </a:extLst>
          </p:cNvPr>
          <p:cNvSpPr>
            <a:spLocks noGrp="1" noChangeArrowheads="1"/>
          </p:cNvSpPr>
          <p:nvPr>
            <p:ph type="sldNum" sz="quarter" idx="12"/>
          </p:nvPr>
        </p:nvSpPr>
        <p:spPr/>
        <p:txBody>
          <a:bodyPr/>
          <a:lstStyle>
            <a:lvl1pPr>
              <a:defRPr/>
            </a:lvl1pPr>
          </a:lstStyle>
          <a:p>
            <a:pPr>
              <a:defRPr/>
            </a:pPr>
            <a:fld id="{A4CF768E-2D88-40F1-82C6-44BFFD231F5D}" type="slidenum">
              <a:rPr lang="ar-SA" altLang="ar-IQ"/>
              <a:pPr>
                <a:defRPr/>
              </a:pPr>
              <a:t>‹#›</a:t>
            </a:fld>
            <a:endParaRPr lang="en-US" altLang="ar-IQ"/>
          </a:p>
        </p:txBody>
      </p:sp>
    </p:spTree>
    <p:extLst>
      <p:ext uri="{BB962C8B-B14F-4D97-AF65-F5344CB8AC3E}">
        <p14:creationId xmlns:p14="http://schemas.microsoft.com/office/powerpoint/2010/main" val="2721903560"/>
      </p:ext>
    </p:extLst>
  </p:cSld>
  <p:clrMapOvr>
    <a:masterClrMapping/>
  </p:clrMapOvr>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r">
              <a:defRPr sz="4000" b="1" cap="all"/>
            </a:lvl1pPr>
          </a:lstStyle>
          <a:p>
            <a:r>
              <a:rPr lang="en-US"/>
              <a:t>Click to edit Master title style</a:t>
            </a:r>
            <a:endParaRPr lang="ar-IQ"/>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590D051E-676D-1720-F99D-E5DFD960849D}"/>
              </a:ext>
            </a:extLst>
          </p:cNvPr>
          <p:cNvSpPr>
            <a:spLocks noGrp="1" noChangeArrowheads="1"/>
          </p:cNvSpPr>
          <p:nvPr>
            <p:ph type="dt" sz="half" idx="10"/>
          </p:nvPr>
        </p:nvSpPr>
        <p:spPr/>
        <p:txBody>
          <a:bodyPr/>
          <a:lstStyle>
            <a:lvl1pPr>
              <a:defRPr/>
            </a:lvl1pPr>
          </a:lstStyle>
          <a:p>
            <a:pPr>
              <a:defRPr/>
            </a:pPr>
            <a:fld id="{66C88388-C5B4-44ED-846E-1E8BB4719B1A}" type="datetime1">
              <a:rPr lang="hy-AM"/>
              <a:pPr>
                <a:defRPr/>
              </a:pPr>
              <a:t>21.10.2026</a:t>
            </a:fld>
            <a:endParaRPr lang="en-US"/>
          </a:p>
        </p:txBody>
      </p:sp>
      <p:sp>
        <p:nvSpPr>
          <p:cNvPr id="5" name="Rectangle 9">
            <a:extLst>
              <a:ext uri="{FF2B5EF4-FFF2-40B4-BE49-F238E27FC236}">
                <a16:creationId xmlns:a16="http://schemas.microsoft.com/office/drawing/2014/main" id="{861DFB8C-1800-2539-7005-E4A1E28AF876}"/>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A7D20463-5458-E3EB-4C1D-A25B8EEB7F3E}"/>
              </a:ext>
            </a:extLst>
          </p:cNvPr>
          <p:cNvSpPr>
            <a:spLocks noGrp="1" noChangeArrowheads="1"/>
          </p:cNvSpPr>
          <p:nvPr>
            <p:ph type="sldNum" sz="quarter" idx="12"/>
          </p:nvPr>
        </p:nvSpPr>
        <p:spPr/>
        <p:txBody>
          <a:bodyPr/>
          <a:lstStyle>
            <a:lvl1pPr>
              <a:defRPr/>
            </a:lvl1pPr>
          </a:lstStyle>
          <a:p>
            <a:pPr>
              <a:defRPr/>
            </a:pPr>
            <a:fld id="{AD5B2438-EF09-44A9-8E08-5799E1C21DBB}" type="slidenum">
              <a:rPr lang="ar-SA" altLang="ar-IQ"/>
              <a:pPr>
                <a:defRPr/>
              </a:pPr>
              <a:t>‹#›</a:t>
            </a:fld>
            <a:endParaRPr lang="en-US" altLang="ar-IQ"/>
          </a:p>
        </p:txBody>
      </p:sp>
    </p:spTree>
    <p:extLst>
      <p:ext uri="{BB962C8B-B14F-4D97-AF65-F5344CB8AC3E}">
        <p14:creationId xmlns:p14="http://schemas.microsoft.com/office/powerpoint/2010/main" val="2274943639"/>
      </p:ext>
    </p:extLst>
  </p:cSld>
  <p:clrMapOvr>
    <a:masterClrMapping/>
  </p:clrMapOvr>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Rectangle 8">
            <a:extLst>
              <a:ext uri="{FF2B5EF4-FFF2-40B4-BE49-F238E27FC236}">
                <a16:creationId xmlns:a16="http://schemas.microsoft.com/office/drawing/2014/main" id="{B33F5DE3-FA0D-DFCC-1EAA-042570BBB989}"/>
              </a:ext>
            </a:extLst>
          </p:cNvPr>
          <p:cNvSpPr>
            <a:spLocks noGrp="1" noChangeArrowheads="1"/>
          </p:cNvSpPr>
          <p:nvPr>
            <p:ph type="dt" sz="half" idx="10"/>
          </p:nvPr>
        </p:nvSpPr>
        <p:spPr/>
        <p:txBody>
          <a:bodyPr/>
          <a:lstStyle>
            <a:lvl1pPr>
              <a:defRPr/>
            </a:lvl1pPr>
          </a:lstStyle>
          <a:p>
            <a:pPr>
              <a:defRPr/>
            </a:pPr>
            <a:fld id="{6AA03DE0-17A1-4C31-9B15-51C0DEA606A5}" type="datetime1">
              <a:rPr lang="hy-AM"/>
              <a:pPr>
                <a:defRPr/>
              </a:pPr>
              <a:t>21.10.2026</a:t>
            </a:fld>
            <a:endParaRPr lang="en-US"/>
          </a:p>
        </p:txBody>
      </p:sp>
      <p:sp>
        <p:nvSpPr>
          <p:cNvPr id="6" name="Rectangle 9">
            <a:extLst>
              <a:ext uri="{FF2B5EF4-FFF2-40B4-BE49-F238E27FC236}">
                <a16:creationId xmlns:a16="http://schemas.microsoft.com/office/drawing/2014/main" id="{3BB21193-2416-5F9B-83CC-184C6CCA1949}"/>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B7CF5FAA-99F1-E3A1-8570-D1F97F19F014}"/>
              </a:ext>
            </a:extLst>
          </p:cNvPr>
          <p:cNvSpPr>
            <a:spLocks noGrp="1" noChangeArrowheads="1"/>
          </p:cNvSpPr>
          <p:nvPr>
            <p:ph type="sldNum" sz="quarter" idx="12"/>
          </p:nvPr>
        </p:nvSpPr>
        <p:spPr/>
        <p:txBody>
          <a:bodyPr/>
          <a:lstStyle>
            <a:lvl1pPr>
              <a:defRPr/>
            </a:lvl1pPr>
          </a:lstStyle>
          <a:p>
            <a:pPr>
              <a:defRPr/>
            </a:pPr>
            <a:fld id="{76A238AC-46FD-4377-AFC4-6EF303A63081}" type="slidenum">
              <a:rPr lang="ar-SA" altLang="ar-IQ"/>
              <a:pPr>
                <a:defRPr/>
              </a:pPr>
              <a:t>‹#›</a:t>
            </a:fld>
            <a:endParaRPr lang="en-US" altLang="ar-IQ"/>
          </a:p>
        </p:txBody>
      </p:sp>
    </p:spTree>
    <p:extLst>
      <p:ext uri="{BB962C8B-B14F-4D97-AF65-F5344CB8AC3E}">
        <p14:creationId xmlns:p14="http://schemas.microsoft.com/office/powerpoint/2010/main" val="695995347"/>
      </p:ext>
    </p:extLst>
  </p:cSld>
  <p:clrMapOvr>
    <a:masterClrMapping/>
  </p:clrMapOvr>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ar-IQ"/>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Rectangle 8">
            <a:extLst>
              <a:ext uri="{FF2B5EF4-FFF2-40B4-BE49-F238E27FC236}">
                <a16:creationId xmlns:a16="http://schemas.microsoft.com/office/drawing/2014/main" id="{919B31AA-FBA9-A07A-1A40-DF6B1176481A}"/>
              </a:ext>
            </a:extLst>
          </p:cNvPr>
          <p:cNvSpPr>
            <a:spLocks noGrp="1" noChangeArrowheads="1"/>
          </p:cNvSpPr>
          <p:nvPr>
            <p:ph type="dt" sz="half" idx="10"/>
          </p:nvPr>
        </p:nvSpPr>
        <p:spPr/>
        <p:txBody>
          <a:bodyPr/>
          <a:lstStyle>
            <a:lvl1pPr>
              <a:defRPr/>
            </a:lvl1pPr>
          </a:lstStyle>
          <a:p>
            <a:pPr>
              <a:defRPr/>
            </a:pPr>
            <a:fld id="{04E9B4D9-A3F6-49D7-BFAB-CE1264FF7D2B}" type="datetime1">
              <a:rPr lang="hy-AM"/>
              <a:pPr>
                <a:defRPr/>
              </a:pPr>
              <a:t>21.10.2026</a:t>
            </a:fld>
            <a:endParaRPr lang="en-US"/>
          </a:p>
        </p:txBody>
      </p:sp>
      <p:sp>
        <p:nvSpPr>
          <p:cNvPr id="8" name="Rectangle 9">
            <a:extLst>
              <a:ext uri="{FF2B5EF4-FFF2-40B4-BE49-F238E27FC236}">
                <a16:creationId xmlns:a16="http://schemas.microsoft.com/office/drawing/2014/main" id="{878FFA63-0B75-E5C9-A17B-DCA13496B1C0}"/>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9" name="Rectangle 10">
            <a:extLst>
              <a:ext uri="{FF2B5EF4-FFF2-40B4-BE49-F238E27FC236}">
                <a16:creationId xmlns:a16="http://schemas.microsoft.com/office/drawing/2014/main" id="{868F0503-804F-4D47-80C4-03C5C300B106}"/>
              </a:ext>
            </a:extLst>
          </p:cNvPr>
          <p:cNvSpPr>
            <a:spLocks noGrp="1" noChangeArrowheads="1"/>
          </p:cNvSpPr>
          <p:nvPr>
            <p:ph type="sldNum" sz="quarter" idx="12"/>
          </p:nvPr>
        </p:nvSpPr>
        <p:spPr/>
        <p:txBody>
          <a:bodyPr/>
          <a:lstStyle>
            <a:lvl1pPr>
              <a:defRPr/>
            </a:lvl1pPr>
          </a:lstStyle>
          <a:p>
            <a:pPr>
              <a:defRPr/>
            </a:pPr>
            <a:fld id="{42EAE33C-D3C8-4806-A848-C4D08E205737}" type="slidenum">
              <a:rPr lang="ar-SA" altLang="ar-IQ"/>
              <a:pPr>
                <a:defRPr/>
              </a:pPr>
              <a:t>‹#›</a:t>
            </a:fld>
            <a:endParaRPr lang="en-US" altLang="ar-IQ"/>
          </a:p>
        </p:txBody>
      </p:sp>
    </p:spTree>
    <p:extLst>
      <p:ext uri="{BB962C8B-B14F-4D97-AF65-F5344CB8AC3E}">
        <p14:creationId xmlns:p14="http://schemas.microsoft.com/office/powerpoint/2010/main" val="3327414472"/>
      </p:ext>
    </p:extLst>
  </p:cSld>
  <p:clrMapOvr>
    <a:masterClrMapping/>
  </p:clrMapOvr>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Rectangle 8">
            <a:extLst>
              <a:ext uri="{FF2B5EF4-FFF2-40B4-BE49-F238E27FC236}">
                <a16:creationId xmlns:a16="http://schemas.microsoft.com/office/drawing/2014/main" id="{D21112A0-7BC4-F958-1F8F-F81DABFE29D1}"/>
              </a:ext>
            </a:extLst>
          </p:cNvPr>
          <p:cNvSpPr>
            <a:spLocks noGrp="1" noChangeArrowheads="1"/>
          </p:cNvSpPr>
          <p:nvPr>
            <p:ph type="dt" sz="half" idx="10"/>
          </p:nvPr>
        </p:nvSpPr>
        <p:spPr/>
        <p:txBody>
          <a:bodyPr/>
          <a:lstStyle>
            <a:lvl1pPr>
              <a:defRPr/>
            </a:lvl1pPr>
          </a:lstStyle>
          <a:p>
            <a:pPr>
              <a:defRPr/>
            </a:pPr>
            <a:fld id="{7DE2246C-3AF3-4FDF-9CAE-12744A934073}" type="datetime1">
              <a:rPr lang="hy-AM"/>
              <a:pPr>
                <a:defRPr/>
              </a:pPr>
              <a:t>21.10.2026</a:t>
            </a:fld>
            <a:endParaRPr lang="en-US"/>
          </a:p>
        </p:txBody>
      </p:sp>
      <p:sp>
        <p:nvSpPr>
          <p:cNvPr id="4" name="Rectangle 9">
            <a:extLst>
              <a:ext uri="{FF2B5EF4-FFF2-40B4-BE49-F238E27FC236}">
                <a16:creationId xmlns:a16="http://schemas.microsoft.com/office/drawing/2014/main" id="{34B753D4-3071-0841-50E9-BF83F1D74885}"/>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5" name="Rectangle 10">
            <a:extLst>
              <a:ext uri="{FF2B5EF4-FFF2-40B4-BE49-F238E27FC236}">
                <a16:creationId xmlns:a16="http://schemas.microsoft.com/office/drawing/2014/main" id="{684FCF18-F2D7-877F-BF0C-D834E42F7DAD}"/>
              </a:ext>
            </a:extLst>
          </p:cNvPr>
          <p:cNvSpPr>
            <a:spLocks noGrp="1" noChangeArrowheads="1"/>
          </p:cNvSpPr>
          <p:nvPr>
            <p:ph type="sldNum" sz="quarter" idx="12"/>
          </p:nvPr>
        </p:nvSpPr>
        <p:spPr/>
        <p:txBody>
          <a:bodyPr/>
          <a:lstStyle>
            <a:lvl1pPr>
              <a:defRPr/>
            </a:lvl1pPr>
          </a:lstStyle>
          <a:p>
            <a:pPr>
              <a:defRPr/>
            </a:pPr>
            <a:fld id="{966CDB65-6E9D-4244-A65A-E8DDA76D4617}" type="slidenum">
              <a:rPr lang="ar-SA" altLang="ar-IQ"/>
              <a:pPr>
                <a:defRPr/>
              </a:pPr>
              <a:t>‹#›</a:t>
            </a:fld>
            <a:endParaRPr lang="en-US" altLang="ar-IQ"/>
          </a:p>
        </p:txBody>
      </p:sp>
    </p:spTree>
    <p:extLst>
      <p:ext uri="{BB962C8B-B14F-4D97-AF65-F5344CB8AC3E}">
        <p14:creationId xmlns:p14="http://schemas.microsoft.com/office/powerpoint/2010/main" val="3861331867"/>
      </p:ext>
    </p:extLst>
  </p:cSld>
  <p:clrMapOvr>
    <a:masterClrMapping/>
  </p:clrMapOvr>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CBF5293-479C-C762-51FE-8D571E1F306F}"/>
              </a:ext>
            </a:extLst>
          </p:cNvPr>
          <p:cNvSpPr>
            <a:spLocks noGrp="1" noChangeArrowheads="1"/>
          </p:cNvSpPr>
          <p:nvPr>
            <p:ph type="dt" sz="half" idx="10"/>
          </p:nvPr>
        </p:nvSpPr>
        <p:spPr/>
        <p:txBody>
          <a:bodyPr/>
          <a:lstStyle>
            <a:lvl1pPr>
              <a:defRPr/>
            </a:lvl1pPr>
          </a:lstStyle>
          <a:p>
            <a:pPr>
              <a:defRPr/>
            </a:pPr>
            <a:fld id="{303D69E2-1DD7-4927-92DD-27F5AD22D7A0}" type="datetime1">
              <a:rPr lang="hy-AM"/>
              <a:pPr>
                <a:defRPr/>
              </a:pPr>
              <a:t>21.10.2026</a:t>
            </a:fld>
            <a:endParaRPr lang="en-US"/>
          </a:p>
        </p:txBody>
      </p:sp>
      <p:sp>
        <p:nvSpPr>
          <p:cNvPr id="3" name="Rectangle 9">
            <a:extLst>
              <a:ext uri="{FF2B5EF4-FFF2-40B4-BE49-F238E27FC236}">
                <a16:creationId xmlns:a16="http://schemas.microsoft.com/office/drawing/2014/main" id="{E8C7FAEB-9A27-E3B4-08E7-2FFFE87E6488}"/>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4" name="Rectangle 10">
            <a:extLst>
              <a:ext uri="{FF2B5EF4-FFF2-40B4-BE49-F238E27FC236}">
                <a16:creationId xmlns:a16="http://schemas.microsoft.com/office/drawing/2014/main" id="{824BEDDB-3B5A-0F0E-D705-81B9E934158F}"/>
              </a:ext>
            </a:extLst>
          </p:cNvPr>
          <p:cNvSpPr>
            <a:spLocks noGrp="1" noChangeArrowheads="1"/>
          </p:cNvSpPr>
          <p:nvPr>
            <p:ph type="sldNum" sz="quarter" idx="12"/>
          </p:nvPr>
        </p:nvSpPr>
        <p:spPr/>
        <p:txBody>
          <a:bodyPr/>
          <a:lstStyle>
            <a:lvl1pPr>
              <a:defRPr/>
            </a:lvl1pPr>
          </a:lstStyle>
          <a:p>
            <a:pPr>
              <a:defRPr/>
            </a:pPr>
            <a:fld id="{1BD22B38-2F56-4F14-AD09-B8E5FA7A58DD}" type="slidenum">
              <a:rPr lang="ar-SA" altLang="ar-IQ"/>
              <a:pPr>
                <a:defRPr/>
              </a:pPr>
              <a:t>‹#›</a:t>
            </a:fld>
            <a:endParaRPr lang="en-US" altLang="ar-IQ"/>
          </a:p>
        </p:txBody>
      </p:sp>
    </p:spTree>
    <p:extLst>
      <p:ext uri="{BB962C8B-B14F-4D97-AF65-F5344CB8AC3E}">
        <p14:creationId xmlns:p14="http://schemas.microsoft.com/office/powerpoint/2010/main" val="315541238"/>
      </p:ext>
    </p:extLst>
  </p:cSld>
  <p:clrMapOvr>
    <a:masterClrMapping/>
  </p:clrMapOvr>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r">
              <a:defRPr sz="2000" b="1"/>
            </a:lvl1pPr>
          </a:lstStyle>
          <a:p>
            <a:r>
              <a:rPr lang="en-US"/>
              <a:t>Click to edit Master title style</a:t>
            </a:r>
            <a:endParaRPr lang="ar-IQ"/>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12750881-F05C-1562-592D-D2E65433D524}"/>
              </a:ext>
            </a:extLst>
          </p:cNvPr>
          <p:cNvSpPr>
            <a:spLocks noGrp="1" noChangeArrowheads="1"/>
          </p:cNvSpPr>
          <p:nvPr>
            <p:ph type="dt" sz="half" idx="10"/>
          </p:nvPr>
        </p:nvSpPr>
        <p:spPr/>
        <p:txBody>
          <a:bodyPr/>
          <a:lstStyle>
            <a:lvl1pPr>
              <a:defRPr/>
            </a:lvl1pPr>
          </a:lstStyle>
          <a:p>
            <a:pPr>
              <a:defRPr/>
            </a:pPr>
            <a:fld id="{3B13FE1C-3A34-489B-86A7-F859204526E7}" type="datetime1">
              <a:rPr lang="hy-AM"/>
              <a:pPr>
                <a:defRPr/>
              </a:pPr>
              <a:t>21.10.2026</a:t>
            </a:fld>
            <a:endParaRPr lang="en-US"/>
          </a:p>
        </p:txBody>
      </p:sp>
      <p:sp>
        <p:nvSpPr>
          <p:cNvPr id="6" name="Rectangle 9">
            <a:extLst>
              <a:ext uri="{FF2B5EF4-FFF2-40B4-BE49-F238E27FC236}">
                <a16:creationId xmlns:a16="http://schemas.microsoft.com/office/drawing/2014/main" id="{FC5AF8AC-0C4A-0007-F285-53F14DC109B2}"/>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12237E5B-1980-A34F-D080-6B8C7B77C41B}"/>
              </a:ext>
            </a:extLst>
          </p:cNvPr>
          <p:cNvSpPr>
            <a:spLocks noGrp="1" noChangeArrowheads="1"/>
          </p:cNvSpPr>
          <p:nvPr>
            <p:ph type="sldNum" sz="quarter" idx="12"/>
          </p:nvPr>
        </p:nvSpPr>
        <p:spPr/>
        <p:txBody>
          <a:bodyPr/>
          <a:lstStyle>
            <a:lvl1pPr>
              <a:defRPr/>
            </a:lvl1pPr>
          </a:lstStyle>
          <a:p>
            <a:pPr>
              <a:defRPr/>
            </a:pPr>
            <a:fld id="{66953D9F-055D-4FE6-803F-ADACC1B94FB9}" type="slidenum">
              <a:rPr lang="ar-SA" altLang="ar-IQ"/>
              <a:pPr>
                <a:defRPr/>
              </a:pPr>
              <a:t>‹#›</a:t>
            </a:fld>
            <a:endParaRPr lang="en-US" altLang="ar-IQ"/>
          </a:p>
        </p:txBody>
      </p:sp>
    </p:spTree>
    <p:extLst>
      <p:ext uri="{BB962C8B-B14F-4D97-AF65-F5344CB8AC3E}">
        <p14:creationId xmlns:p14="http://schemas.microsoft.com/office/powerpoint/2010/main" val="140131455"/>
      </p:ext>
    </p:extLst>
  </p:cSld>
  <p:clrMapOvr>
    <a:masterClrMapping/>
  </p:clrMapOvr>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r">
              <a:defRPr sz="2000" b="1"/>
            </a:lvl1pPr>
          </a:lstStyle>
          <a:p>
            <a:r>
              <a:rPr lang="en-US"/>
              <a:t>Click to edit Master title style</a:t>
            </a:r>
            <a:endParaRPr lang="ar-IQ"/>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ar-IQ"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D63F0595-A4C8-9AE0-1F95-601F5EBDEE10}"/>
              </a:ext>
            </a:extLst>
          </p:cNvPr>
          <p:cNvSpPr>
            <a:spLocks noGrp="1" noChangeArrowheads="1"/>
          </p:cNvSpPr>
          <p:nvPr>
            <p:ph type="dt" sz="half" idx="10"/>
          </p:nvPr>
        </p:nvSpPr>
        <p:spPr/>
        <p:txBody>
          <a:bodyPr/>
          <a:lstStyle>
            <a:lvl1pPr>
              <a:defRPr/>
            </a:lvl1pPr>
          </a:lstStyle>
          <a:p>
            <a:pPr>
              <a:defRPr/>
            </a:pPr>
            <a:fld id="{FAB971BA-4D3F-48C7-A984-77242CD928C9}" type="datetime1">
              <a:rPr lang="hy-AM"/>
              <a:pPr>
                <a:defRPr/>
              </a:pPr>
              <a:t>21.10.2026</a:t>
            </a:fld>
            <a:endParaRPr lang="en-US"/>
          </a:p>
        </p:txBody>
      </p:sp>
      <p:sp>
        <p:nvSpPr>
          <p:cNvPr id="6" name="Rectangle 9">
            <a:extLst>
              <a:ext uri="{FF2B5EF4-FFF2-40B4-BE49-F238E27FC236}">
                <a16:creationId xmlns:a16="http://schemas.microsoft.com/office/drawing/2014/main" id="{688FB0C9-8B75-4585-43E2-4FC571357DCC}"/>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7" name="Rectangle 10">
            <a:extLst>
              <a:ext uri="{FF2B5EF4-FFF2-40B4-BE49-F238E27FC236}">
                <a16:creationId xmlns:a16="http://schemas.microsoft.com/office/drawing/2014/main" id="{20A2DD40-A2FA-5C88-D99B-20894114BC75}"/>
              </a:ext>
            </a:extLst>
          </p:cNvPr>
          <p:cNvSpPr>
            <a:spLocks noGrp="1" noChangeArrowheads="1"/>
          </p:cNvSpPr>
          <p:nvPr>
            <p:ph type="sldNum" sz="quarter" idx="12"/>
          </p:nvPr>
        </p:nvSpPr>
        <p:spPr/>
        <p:txBody>
          <a:bodyPr/>
          <a:lstStyle>
            <a:lvl1pPr>
              <a:defRPr/>
            </a:lvl1pPr>
          </a:lstStyle>
          <a:p>
            <a:pPr>
              <a:defRPr/>
            </a:pPr>
            <a:fld id="{87E0752A-FA20-4732-A530-4E314AF8FED7}" type="slidenum">
              <a:rPr lang="ar-SA" altLang="ar-IQ"/>
              <a:pPr>
                <a:defRPr/>
              </a:pPr>
              <a:t>‹#›</a:t>
            </a:fld>
            <a:endParaRPr lang="en-US" altLang="ar-IQ"/>
          </a:p>
        </p:txBody>
      </p:sp>
    </p:spTree>
    <p:extLst>
      <p:ext uri="{BB962C8B-B14F-4D97-AF65-F5344CB8AC3E}">
        <p14:creationId xmlns:p14="http://schemas.microsoft.com/office/powerpoint/2010/main" val="2522247867"/>
      </p:ext>
    </p:extLst>
  </p:cSld>
  <p:clrMapOvr>
    <a:masterClrMapping/>
  </p:clrMapOvr>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4368F850-AA14-746D-E773-464C91A2ACEE}"/>
              </a:ext>
            </a:extLst>
          </p:cNvPr>
          <p:cNvSpPr>
            <a:spLocks noGrp="1" noChangeArrowheads="1"/>
          </p:cNvSpPr>
          <p:nvPr>
            <p:ph type="dt" sz="half" idx="10"/>
          </p:nvPr>
        </p:nvSpPr>
        <p:spPr/>
        <p:txBody>
          <a:bodyPr/>
          <a:lstStyle>
            <a:lvl1pPr>
              <a:defRPr/>
            </a:lvl1pPr>
          </a:lstStyle>
          <a:p>
            <a:pPr>
              <a:defRPr/>
            </a:pPr>
            <a:fld id="{25C05923-D1F6-4070-9DC8-948F08D8EE46}" type="datetime1">
              <a:rPr lang="hy-AM"/>
              <a:pPr>
                <a:defRPr/>
              </a:pPr>
              <a:t>21.10.2026</a:t>
            </a:fld>
            <a:endParaRPr lang="en-US"/>
          </a:p>
        </p:txBody>
      </p:sp>
      <p:sp>
        <p:nvSpPr>
          <p:cNvPr id="5" name="Rectangle 9">
            <a:extLst>
              <a:ext uri="{FF2B5EF4-FFF2-40B4-BE49-F238E27FC236}">
                <a16:creationId xmlns:a16="http://schemas.microsoft.com/office/drawing/2014/main" id="{44855BEC-43D0-3D50-686D-167DB5CF7AD5}"/>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23A715FB-F04D-8DC1-8916-78D7A340D378}"/>
              </a:ext>
            </a:extLst>
          </p:cNvPr>
          <p:cNvSpPr>
            <a:spLocks noGrp="1" noChangeArrowheads="1"/>
          </p:cNvSpPr>
          <p:nvPr>
            <p:ph type="sldNum" sz="quarter" idx="12"/>
          </p:nvPr>
        </p:nvSpPr>
        <p:spPr/>
        <p:txBody>
          <a:bodyPr/>
          <a:lstStyle>
            <a:lvl1pPr>
              <a:defRPr/>
            </a:lvl1pPr>
          </a:lstStyle>
          <a:p>
            <a:pPr>
              <a:defRPr/>
            </a:pPr>
            <a:fld id="{738EACF6-FB9B-4AF6-A80A-DFCE0C5FF962}" type="slidenum">
              <a:rPr lang="ar-SA" altLang="ar-IQ"/>
              <a:pPr>
                <a:defRPr/>
              </a:pPr>
              <a:t>‹#›</a:t>
            </a:fld>
            <a:endParaRPr lang="en-US" altLang="ar-IQ"/>
          </a:p>
        </p:txBody>
      </p:sp>
    </p:spTree>
    <p:extLst>
      <p:ext uri="{BB962C8B-B14F-4D97-AF65-F5344CB8AC3E}">
        <p14:creationId xmlns:p14="http://schemas.microsoft.com/office/powerpoint/2010/main" val="3546674633"/>
      </p:ext>
    </p:extLst>
  </p:cSld>
  <p:clrMapOvr>
    <a:masterClrMapping/>
  </p:clrMapOvr>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Rectangle 8">
            <a:extLst>
              <a:ext uri="{FF2B5EF4-FFF2-40B4-BE49-F238E27FC236}">
                <a16:creationId xmlns:a16="http://schemas.microsoft.com/office/drawing/2014/main" id="{3A3499C9-328A-176F-AADC-EF587619FFCC}"/>
              </a:ext>
            </a:extLst>
          </p:cNvPr>
          <p:cNvSpPr>
            <a:spLocks noGrp="1" noChangeArrowheads="1"/>
          </p:cNvSpPr>
          <p:nvPr>
            <p:ph type="dt" sz="half" idx="10"/>
          </p:nvPr>
        </p:nvSpPr>
        <p:spPr/>
        <p:txBody>
          <a:bodyPr/>
          <a:lstStyle>
            <a:lvl1pPr>
              <a:defRPr/>
            </a:lvl1pPr>
          </a:lstStyle>
          <a:p>
            <a:pPr>
              <a:defRPr/>
            </a:pPr>
            <a:fld id="{073D6423-5735-499E-ACA2-E0CC4569A65B}" type="datetime1">
              <a:rPr lang="hy-AM"/>
              <a:pPr>
                <a:defRPr/>
              </a:pPr>
              <a:t>21.10.2026</a:t>
            </a:fld>
            <a:endParaRPr lang="en-US"/>
          </a:p>
        </p:txBody>
      </p:sp>
      <p:sp>
        <p:nvSpPr>
          <p:cNvPr id="5" name="Rectangle 9">
            <a:extLst>
              <a:ext uri="{FF2B5EF4-FFF2-40B4-BE49-F238E27FC236}">
                <a16:creationId xmlns:a16="http://schemas.microsoft.com/office/drawing/2014/main" id="{B2D24750-C085-3E90-F743-2581AFE69614}"/>
              </a:ext>
            </a:extLst>
          </p:cNvPr>
          <p:cNvSpPr>
            <a:spLocks noGrp="1" noChangeArrowheads="1"/>
          </p:cNvSpPr>
          <p:nvPr>
            <p:ph type="ftr" sz="quarter" idx="11"/>
          </p:nvPr>
        </p:nvSpPr>
        <p:spPr/>
        <p:txBody>
          <a:bodyPr/>
          <a:lstStyle>
            <a:lvl1pPr>
              <a:defRPr/>
            </a:lvl1pPr>
          </a:lstStyle>
          <a:p>
            <a:pPr>
              <a:defRPr/>
            </a:pPr>
            <a:r>
              <a:rPr lang="en-US"/>
              <a:t>Ihsan Lash Ph D RN</a:t>
            </a:r>
          </a:p>
        </p:txBody>
      </p:sp>
      <p:sp>
        <p:nvSpPr>
          <p:cNvPr id="6" name="Rectangle 10">
            <a:extLst>
              <a:ext uri="{FF2B5EF4-FFF2-40B4-BE49-F238E27FC236}">
                <a16:creationId xmlns:a16="http://schemas.microsoft.com/office/drawing/2014/main" id="{DBBEA728-E089-6D89-77BA-2AB4580948D8}"/>
              </a:ext>
            </a:extLst>
          </p:cNvPr>
          <p:cNvSpPr>
            <a:spLocks noGrp="1" noChangeArrowheads="1"/>
          </p:cNvSpPr>
          <p:nvPr>
            <p:ph type="sldNum" sz="quarter" idx="12"/>
          </p:nvPr>
        </p:nvSpPr>
        <p:spPr/>
        <p:txBody>
          <a:bodyPr/>
          <a:lstStyle>
            <a:lvl1pPr>
              <a:defRPr/>
            </a:lvl1pPr>
          </a:lstStyle>
          <a:p>
            <a:pPr>
              <a:defRPr/>
            </a:pPr>
            <a:fld id="{2888E066-809C-4462-9BBD-0CD5DF2C3AA2}" type="slidenum">
              <a:rPr lang="ar-SA" altLang="ar-IQ"/>
              <a:pPr>
                <a:defRPr/>
              </a:pPr>
              <a:t>‹#›</a:t>
            </a:fld>
            <a:endParaRPr lang="en-US" altLang="ar-IQ"/>
          </a:p>
        </p:txBody>
      </p:sp>
    </p:spTree>
    <p:extLst>
      <p:ext uri="{BB962C8B-B14F-4D97-AF65-F5344CB8AC3E}">
        <p14:creationId xmlns:p14="http://schemas.microsoft.com/office/powerpoint/2010/main" val="223144820"/>
      </p:ext>
    </p:extLst>
  </p:cSld>
  <p:clrMapOvr>
    <a:masterClrMapping/>
  </p:clrMapOvr>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5B08E2AF-CFD6-7F7D-F347-B3BE41C28C18}"/>
              </a:ext>
            </a:extLst>
          </p:cNvPr>
          <p:cNvSpPr/>
          <p:nvPr userDrawn="1"/>
        </p:nvSpPr>
        <p:spPr bwMode="blackWhite">
          <a:xfrm>
            <a:off x="255588" y="263525"/>
            <a:ext cx="11680825" cy="633095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p>
        </p:txBody>
      </p:sp>
      <p:pic>
        <p:nvPicPr>
          <p:cNvPr id="5" name="Picture 7">
            <a:extLst>
              <a:ext uri="{FF2B5EF4-FFF2-40B4-BE49-F238E27FC236}">
                <a16:creationId xmlns:a16="http://schemas.microsoft.com/office/drawing/2014/main" id="{A942ADAF-72CA-3781-4BF4-003296EB0D2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648" r="13927" b="71478"/>
          <a:stretch>
            <a:fillRect/>
          </a:stretch>
        </p:blipFill>
        <p:spPr bwMode="auto">
          <a:xfrm>
            <a:off x="342900" y="4546600"/>
            <a:ext cx="11715750"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1333500"/>
            <a:ext cx="9144000" cy="1790700"/>
          </a:xfrm>
        </p:spPr>
        <p:txBody>
          <a:bodyPr tIns="0" bIns="0" rtlCol="0" anchor="t">
            <a:noAutofit/>
          </a:bodyPr>
          <a:lstStyle>
            <a:lvl1pPr>
              <a:lnSpc>
                <a:spcPct val="100000"/>
              </a:lnSpc>
              <a:defRPr lang="en-US" sz="3600" dirty="0">
                <a:solidFill>
                  <a:schemeClr val="bg1"/>
                </a:solidFill>
              </a:defRPr>
            </a:lvl1pPr>
          </a:lstStyle>
          <a:p>
            <a:pPr lvl="0"/>
            <a:r>
              <a:rPr lang="en-US"/>
              <a:t>Click to edit Master title style</a:t>
            </a:r>
            <a:endParaRPr lang="en-US" dirty="0"/>
          </a:p>
        </p:txBody>
      </p:sp>
      <p:sp>
        <p:nvSpPr>
          <p:cNvPr id="3" name="Subtitle 2"/>
          <p:cNvSpPr>
            <a:spLocks noGrp="1"/>
          </p:cNvSpPr>
          <p:nvPr>
            <p:ph type="subTitle" idx="1"/>
          </p:nvPr>
        </p:nvSpPr>
        <p:spPr>
          <a:xfrm>
            <a:off x="1524000" y="3128010"/>
            <a:ext cx="9144000" cy="1287675"/>
          </a:xfrm>
        </p:spPr>
        <p:txBody>
          <a:bodyPr>
            <a:noAutofit/>
          </a:bodyPr>
          <a:lstStyle>
            <a:lvl1pPr marL="0" indent="0">
              <a:buNone/>
              <a:defRPr lang="en-US" sz="1800" dirty="0">
                <a:solidFill>
                  <a:schemeClr val="bg1"/>
                </a:solidFill>
                <a:latin typeface="+mj-lt"/>
              </a:defRPr>
            </a:lvl1pPr>
          </a:lstStyle>
          <a:p>
            <a:pPr lvl="0"/>
            <a:r>
              <a:rPr lang="en-US"/>
              <a:t>Click to edit Master subtitle style</a:t>
            </a:r>
            <a:endParaRPr lang="en-US" dirty="0"/>
          </a:p>
        </p:txBody>
      </p:sp>
    </p:spTree>
    <p:extLst>
      <p:ext uri="{BB962C8B-B14F-4D97-AF65-F5344CB8AC3E}">
        <p14:creationId xmlns:p14="http://schemas.microsoft.com/office/powerpoint/2010/main" val="499592943"/>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A7678DB2-80BE-CBB9-7F35-B0F33CEC504B}"/>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04433" y="1604211"/>
            <a:ext cx="10983131" cy="4572752"/>
          </a:xfrm>
        </p:spPr>
        <p:txBody>
          <a:bodyP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4267987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Title and Tex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F0DCEBFD-1772-E506-831A-CB5ABDEAE4A5}"/>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04433" y="1604211"/>
            <a:ext cx="10983131" cy="4572752"/>
          </a:xfrm>
        </p:spPr>
        <p:txBody>
          <a:bodyP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39908227"/>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pic>
        <p:nvPicPr>
          <p:cNvPr id="2" name="Picture 9">
            <a:extLst>
              <a:ext uri="{FF2B5EF4-FFF2-40B4-BE49-F238E27FC236}">
                <a16:creationId xmlns:a16="http://schemas.microsoft.com/office/drawing/2014/main" id="{295AA660-33EC-EEE0-8A07-B0AC9AE55A9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a:spLocks noGrp="1"/>
          </p:cNvSpPr>
          <p:nvPr>
            <p:ph idx="1"/>
          </p:nvPr>
        </p:nvSpPr>
        <p:spPr>
          <a:xfrm>
            <a:off x="1090863" y="1507068"/>
            <a:ext cx="3192379" cy="4669896"/>
          </a:xfrm>
        </p:spPr>
        <p:txBody>
          <a:bodyPr anchor="ctr"/>
          <a:lstStyle>
            <a:lvl1pPr marL="0" indent="0" algn="l">
              <a:lnSpc>
                <a:spcPct val="150000"/>
              </a:lnSpc>
              <a:spcAft>
                <a:spcPts val="900"/>
              </a:spcAft>
              <a:buSzPct val="25000"/>
              <a:buFont typeface="Segoe UI" panose="020B0502040204020203" pitchFamily="34" charset="0"/>
              <a:buChar char=" "/>
              <a:defRPr sz="900"/>
            </a:lvl1pPr>
            <a:lvl2pPr marL="301229" indent="5954" algn="l">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p:cNvSpPr>
            <a:spLocks noGrp="1"/>
          </p:cNvSpPr>
          <p:nvPr>
            <p:ph idx="13"/>
          </p:nvPr>
        </p:nvSpPr>
        <p:spPr>
          <a:xfrm>
            <a:off x="4395538" y="1507068"/>
            <a:ext cx="7143905" cy="4669896"/>
          </a:xfrm>
        </p:spPr>
        <p:txBody>
          <a:bodyPr anchor="ctr"/>
          <a:lstStyle>
            <a:lvl1pPr marL="0" indent="0">
              <a:spcAft>
                <a:spcPts val="900"/>
              </a:spcAft>
              <a:buSzPct val="25000"/>
              <a:buFont typeface="Segoe UI" panose="020B0502040204020203" pitchFamily="34" charset="0"/>
              <a:buChar char=" "/>
              <a:defRPr sz="900"/>
            </a:lvl1pPr>
            <a:lvl2pPr marL="301229" indent="5954">
              <a:spcBef>
                <a:spcPts val="450"/>
              </a:spcBef>
              <a:spcAft>
                <a:spcPts val="900"/>
              </a:spcAft>
              <a:buFont typeface="Segoe UI" panose="020B0502040204020203" pitchFamily="34" charset="0"/>
              <a:buChar char=" "/>
              <a:defRPr sz="900"/>
            </a:lvl2pPr>
            <a:lvl3pPr marL="857250" indent="-171450">
              <a:buFont typeface="Segoe UI" panose="020B0502040204020203" pitchFamily="34" charset="0"/>
              <a:buChar char=" "/>
              <a:defRPr/>
            </a:lvl3pPr>
            <a:lvl4pPr marL="1200150" indent="-171450">
              <a:buFont typeface="Segoe UI" panose="020B0502040204020203" pitchFamily="34" charset="0"/>
              <a:buChar char=" "/>
              <a:defRPr/>
            </a:lvl4pPr>
            <a:lvl5pPr marL="1543050" indent="-17145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97543871"/>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 name="Rectangle 8">
            <a:extLst>
              <a:ext uri="{FF2B5EF4-FFF2-40B4-BE49-F238E27FC236}">
                <a16:creationId xmlns:a16="http://schemas.microsoft.com/office/drawing/2014/main" id="{36DAA8A6-CD08-A78F-3952-D4E63950C523}"/>
              </a:ext>
            </a:extLst>
          </p:cNvPr>
          <p:cNvSpPr/>
          <p:nvPr userDrawn="1"/>
        </p:nvSpPr>
        <p:spPr>
          <a:xfrm>
            <a:off x="255588" y="263525"/>
            <a:ext cx="11682412"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p>
        </p:txBody>
      </p:sp>
      <p:sp>
        <p:nvSpPr>
          <p:cNvPr id="4" name="Rectangle 9">
            <a:extLst>
              <a:ext uri="{FF2B5EF4-FFF2-40B4-BE49-F238E27FC236}">
                <a16:creationId xmlns:a16="http://schemas.microsoft.com/office/drawing/2014/main" id="{70D96B7C-6B42-6123-881D-FC978F1BF9ED}"/>
              </a:ext>
            </a:extLst>
          </p:cNvPr>
          <p:cNvSpPr/>
          <p:nvPr userDrawn="1"/>
        </p:nvSpPr>
        <p:spPr bwMode="blackWhite">
          <a:xfrm>
            <a:off x="255588" y="263525"/>
            <a:ext cx="11680825"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dirty="0"/>
          </a:p>
        </p:txBody>
      </p:sp>
      <p:sp>
        <p:nvSpPr>
          <p:cNvPr id="2" name="Title 1"/>
          <p:cNvSpPr>
            <a:spLocks noGrp="1"/>
          </p:cNvSpPr>
          <p:nvPr>
            <p:ph type="title"/>
          </p:nvPr>
        </p:nvSpPr>
        <p:spPr>
          <a:xfrm>
            <a:off x="521208" y="1536192"/>
            <a:ext cx="6876288" cy="640080"/>
          </a:xfrm>
        </p:spPr>
        <p:txBody>
          <a:bodyPr>
            <a:normAutofit/>
          </a:bodyPr>
          <a:lstStyle>
            <a:lvl1pPr>
              <a:defRPr sz="27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a:lstStyle>
            <a:lvl1pPr>
              <a:defRPr lang="en-US" sz="1800" smtClean="0">
                <a:solidFill>
                  <a:schemeClr val="tx1">
                    <a:lumMod val="75000"/>
                    <a:lumOff val="25000"/>
                  </a:schemeClr>
                </a:solidFill>
                <a:latin typeface="+mj-lt"/>
              </a:defRPr>
            </a:lvl1pPr>
            <a:lvl2pPr>
              <a:defRPr lang="en-US" sz="900" dirty="0" smtClean="0">
                <a:solidFill>
                  <a:schemeClr val="tx1">
                    <a:lumMod val="75000"/>
                    <a:lumOff val="25000"/>
                  </a:schemeClr>
                </a:solidFill>
              </a:defRPr>
            </a:lvl2pPr>
            <a:lvl3pPr>
              <a:defRPr lang="en-US" sz="900" dirty="0" smtClean="0">
                <a:solidFill>
                  <a:schemeClr val="tx1">
                    <a:lumMod val="75000"/>
                    <a:lumOff val="25000"/>
                  </a:schemeClr>
                </a:solidFill>
              </a:defRPr>
            </a:lvl3pPr>
            <a:lvl4pPr>
              <a:defRPr lang="en-US" sz="900" dirty="0" smtClean="0">
                <a:solidFill>
                  <a:schemeClr val="tx1">
                    <a:lumMod val="75000"/>
                    <a:lumOff val="25000"/>
                  </a:schemeClr>
                </a:solidFill>
              </a:defRPr>
            </a:lvl4pPr>
            <a:lvl5pPr>
              <a:defRPr lang="en-US" sz="900" dirty="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35776760"/>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40E4333-392D-E585-F7FB-4B3342348AD4}"/>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3" name="Straight Connector 11">
            <a:extLst>
              <a:ext uri="{FF2B5EF4-FFF2-40B4-BE49-F238E27FC236}">
                <a16:creationId xmlns:a16="http://schemas.microsoft.com/office/drawing/2014/main" id="{59AA157A-8168-5A5B-4BCD-882E4D6D0736}"/>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26441735"/>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Standar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09DDD7D7-38CE-9C48-C2A1-5BDD3FD31CC7}"/>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4" name="Straight Connector 11">
            <a:extLst>
              <a:ext uri="{FF2B5EF4-FFF2-40B4-BE49-F238E27FC236}">
                <a16:creationId xmlns:a16="http://schemas.microsoft.com/office/drawing/2014/main" id="{04D391AE-03DF-BD23-A67C-31D8ACF0BFF1}"/>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5" name="Picture 5">
            <a:extLst>
              <a:ext uri="{FF2B5EF4-FFF2-40B4-BE49-F238E27FC236}">
                <a16:creationId xmlns:a16="http://schemas.microsoft.com/office/drawing/2014/main" id="{D36FF09C-6B1F-68C0-CA54-F7E9C68E47A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41783"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1799213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772667"/>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userDrawn="1">
  <p:cSld name="6_Basic Layout">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51ACC51E-2D40-25E0-4BC4-53A2BEB3E02F}"/>
              </a:ext>
            </a:extLst>
          </p:cNvPr>
          <p:cNvSpPr/>
          <p:nvPr userDrawn="1"/>
        </p:nvSpPr>
        <p:spPr>
          <a:xfrm flipH="1">
            <a:off x="6480175" y="1508125"/>
            <a:ext cx="5711825" cy="3841750"/>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1799"/>
          </a:p>
        </p:txBody>
      </p:sp>
      <p:sp>
        <p:nvSpPr>
          <p:cNvPr id="8" name="Picture Placeholder 2"/>
          <p:cNvSpPr>
            <a:spLocks noGrp="1"/>
          </p:cNvSpPr>
          <p:nvPr>
            <p:ph type="pic" idx="13"/>
          </p:nvPr>
        </p:nvSpPr>
        <p:spPr>
          <a:xfrm>
            <a:off x="7110273" y="0"/>
            <a:ext cx="4451499" cy="6858000"/>
          </a:xfrm>
          <a:prstGeom prst="rect">
            <a:avLst/>
          </a:prstGeom>
          <a:solidFill>
            <a:schemeClr val="bg1">
              <a:lumMod val="95000"/>
            </a:schemeClr>
          </a:solidFill>
        </p:spPr>
        <p:txBody>
          <a:bodyPr rtlCol="0" anchor="ctr">
            <a:normAutofit/>
          </a:bodyPr>
          <a:lstStyle>
            <a:lvl1pPr marL="0" indent="0" algn="ctr">
              <a:buNone/>
              <a:defRPr sz="1200" baseline="0">
                <a:solidFill>
                  <a:schemeClr val="tx1">
                    <a:lumMod val="75000"/>
                    <a:lumOff val="25000"/>
                  </a:schemeClr>
                </a:solidFill>
                <a:latin typeface="+mn-lt"/>
                <a:cs typeface="Arial" pitchFamily="34" charset="0"/>
              </a:defRPr>
            </a:lvl1pPr>
            <a:lvl2pPr marL="457086" indent="0">
              <a:buNone/>
              <a:defRPr sz="2799"/>
            </a:lvl2pPr>
            <a:lvl3pPr marL="914171" indent="0">
              <a:buNone/>
              <a:defRPr sz="2399"/>
            </a:lvl3pPr>
            <a:lvl4pPr marL="1371257" indent="0">
              <a:buNone/>
              <a:defRPr sz="2000"/>
            </a:lvl4pPr>
            <a:lvl5pPr marL="1828343" indent="0">
              <a:buNone/>
              <a:defRPr sz="2000"/>
            </a:lvl5pPr>
            <a:lvl6pPr marL="2285429" indent="0">
              <a:buNone/>
              <a:defRPr sz="2000"/>
            </a:lvl6pPr>
            <a:lvl7pPr marL="2742515" indent="0">
              <a:buNone/>
              <a:defRPr sz="2000"/>
            </a:lvl7pPr>
            <a:lvl8pPr marL="3199600" indent="0">
              <a:buNone/>
              <a:defRPr sz="2000"/>
            </a:lvl8pPr>
            <a:lvl9pPr marL="3656686" indent="0">
              <a:buNone/>
              <a:defRPr sz="2000"/>
            </a:lvl9pPr>
          </a:lstStyle>
          <a:p>
            <a:pPr lvl="0"/>
            <a:r>
              <a:rPr lang="ar-SA" altLang="ko-KR" noProof="0"/>
              <a:t>انقر فوق الأيقونة لإضافة صورة</a:t>
            </a:r>
            <a:endParaRPr lang="ko-KR" altLang="en-US" noProof="0" dirty="0"/>
          </a:p>
        </p:txBody>
      </p:sp>
    </p:spTree>
    <p:extLst>
      <p:ext uri="{BB962C8B-B14F-4D97-AF65-F5344CB8AC3E}">
        <p14:creationId xmlns:p14="http://schemas.microsoft.com/office/powerpoint/2010/main" val="187697474"/>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6"/>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3"/>
            <a:ext cx="10972800" cy="4530725"/>
          </a:xfrm>
        </p:spPr>
        <p:txBody>
          <a:bodyPr rtlCol="0">
            <a:normAutofit/>
          </a:bodyPr>
          <a:lstStyle/>
          <a:p>
            <a:pPr lvl="0"/>
            <a:endParaRPr lang="ar-JO" noProof="0"/>
          </a:p>
        </p:txBody>
      </p:sp>
      <p:sp>
        <p:nvSpPr>
          <p:cNvPr id="4" name="Rectangle 4">
            <a:extLst>
              <a:ext uri="{FF2B5EF4-FFF2-40B4-BE49-F238E27FC236}">
                <a16:creationId xmlns:a16="http://schemas.microsoft.com/office/drawing/2014/main" id="{E82EA4A4-80EA-7B34-9226-B3773B67A191}"/>
              </a:ext>
            </a:extLst>
          </p:cNvPr>
          <p:cNvSpPr>
            <a:spLocks noGrp="1" noChangeArrowheads="1"/>
          </p:cNvSpPr>
          <p:nvPr>
            <p:ph type="dt" sz="half" idx="10"/>
          </p:nvPr>
        </p:nvSpPr>
        <p:spPr/>
        <p:txBody>
          <a:bodyPr/>
          <a:lstStyle>
            <a:lvl1pPr>
              <a:defRPr/>
            </a:lvl1pPr>
          </a:lstStyle>
          <a:p>
            <a:pPr>
              <a:defRPr/>
            </a:pPr>
            <a:fld id="{DF1F165F-D7A3-491D-8645-7C5120C0731D}" type="datetime1">
              <a:rPr lang="en-US"/>
              <a:pPr>
                <a:defRPr/>
              </a:pPr>
              <a:t>10/21/2026</a:t>
            </a:fld>
            <a:endParaRPr lang="en-US" altLang="en-US" dirty="0"/>
          </a:p>
        </p:txBody>
      </p:sp>
      <p:sp>
        <p:nvSpPr>
          <p:cNvPr id="5" name="Rectangle 5">
            <a:extLst>
              <a:ext uri="{FF2B5EF4-FFF2-40B4-BE49-F238E27FC236}">
                <a16:creationId xmlns:a16="http://schemas.microsoft.com/office/drawing/2014/main" id="{43075FC7-8628-5853-E191-8C5A289F992C}"/>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453153A2-8190-DE8C-3A2F-621ABEEC312C}"/>
              </a:ext>
            </a:extLst>
          </p:cNvPr>
          <p:cNvSpPr>
            <a:spLocks noGrp="1" noChangeArrowheads="1"/>
          </p:cNvSpPr>
          <p:nvPr>
            <p:ph type="sldNum" sz="quarter" idx="12"/>
          </p:nvPr>
        </p:nvSpPr>
        <p:spPr/>
        <p:txBody>
          <a:bodyPr/>
          <a:lstStyle>
            <a:lvl1pPr>
              <a:defRPr/>
            </a:lvl1pPr>
          </a:lstStyle>
          <a:p>
            <a:pPr>
              <a:defRPr/>
            </a:pPr>
            <a:fld id="{98C222B4-2928-4E00-AF33-5A82C90B728F}" type="slidenum">
              <a:rPr lang="ar-SA" altLang="en-US"/>
              <a:pPr>
                <a:defRPr/>
              </a:pPr>
              <a:t>‹#›</a:t>
            </a:fld>
            <a:endParaRPr lang="en-US" altLang="en-US" dirty="0"/>
          </a:p>
        </p:txBody>
      </p:sp>
    </p:spTree>
    <p:extLst>
      <p:ext uri="{BB962C8B-B14F-4D97-AF65-F5344CB8AC3E}">
        <p14:creationId xmlns:p14="http://schemas.microsoft.com/office/powerpoint/2010/main" val="1478650854"/>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F65D201B-7206-E0F0-3C7D-FA8432D0CEE2}"/>
              </a:ext>
            </a:extLst>
          </p:cNvPr>
          <p:cNvSpPr/>
          <p:nvPr userDrawn="1"/>
        </p:nvSpPr>
        <p:spPr bwMode="blackWhite">
          <a:xfrm>
            <a:off x="255588" y="263525"/>
            <a:ext cx="11680825" cy="633095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pic>
        <p:nvPicPr>
          <p:cNvPr id="5" name="Picture 7">
            <a:extLst>
              <a:ext uri="{FF2B5EF4-FFF2-40B4-BE49-F238E27FC236}">
                <a16:creationId xmlns:a16="http://schemas.microsoft.com/office/drawing/2014/main" id="{1C53186C-863E-E1A6-3E41-10998E10620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1648" r="13927" b="71478"/>
          <a:stretch>
            <a:fillRect/>
          </a:stretch>
        </p:blipFill>
        <p:spPr bwMode="auto">
          <a:xfrm>
            <a:off x="342900" y="4546600"/>
            <a:ext cx="11715750" cy="202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524000" y="1333500"/>
            <a:ext cx="9144000" cy="1790700"/>
          </a:xfrm>
        </p:spPr>
        <p:txBody>
          <a:bodyPr tIns="0" bIns="0" rtlCol="0" anchor="t">
            <a:noAutofit/>
          </a:bodyPr>
          <a:lstStyle>
            <a:lvl1pPr>
              <a:lnSpc>
                <a:spcPct val="100000"/>
              </a:lnSpc>
              <a:defRPr lang="en-US" sz="4800" dirty="0">
                <a:solidFill>
                  <a:schemeClr val="bg1"/>
                </a:solidFill>
              </a:defRPr>
            </a:lvl1pPr>
          </a:lstStyle>
          <a:p>
            <a:pPr lvl="0"/>
            <a:r>
              <a:rPr lang="en-US"/>
              <a:t>Click to edit Master title style</a:t>
            </a:r>
            <a:endParaRPr lang="en-US" dirty="0"/>
          </a:p>
        </p:txBody>
      </p:sp>
      <p:sp>
        <p:nvSpPr>
          <p:cNvPr id="3" name="Subtitle 2"/>
          <p:cNvSpPr>
            <a:spLocks noGrp="1"/>
          </p:cNvSpPr>
          <p:nvPr>
            <p:ph type="subTitle" idx="1"/>
          </p:nvPr>
        </p:nvSpPr>
        <p:spPr>
          <a:xfrm>
            <a:off x="1524000" y="3128009"/>
            <a:ext cx="9144000" cy="1287675"/>
          </a:xfrm>
        </p:spPr>
        <p:txBody>
          <a:bodyPr rtlCol="0">
            <a:noAutofit/>
          </a:bodyPr>
          <a:lstStyle>
            <a:lvl1pPr marL="0" indent="0">
              <a:buNone/>
              <a:defRPr lang="en-US" sz="2400" dirty="0">
                <a:solidFill>
                  <a:schemeClr val="bg1"/>
                </a:solidFill>
                <a:latin typeface="+mj-lt"/>
              </a:defRPr>
            </a:lvl1pPr>
          </a:lstStyle>
          <a:p>
            <a:pPr lvl="0"/>
            <a:r>
              <a:rPr lang="en-US"/>
              <a:t>Click to edit Master subtitle style</a:t>
            </a:r>
            <a:endParaRPr lang="en-US" dirty="0"/>
          </a:p>
        </p:txBody>
      </p:sp>
    </p:spTree>
    <p:extLst>
      <p:ext uri="{BB962C8B-B14F-4D97-AF65-F5344CB8AC3E}">
        <p14:creationId xmlns:p14="http://schemas.microsoft.com/office/powerpoint/2010/main" val="1597896451"/>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2841F2D1-7D78-771A-D3D4-1189FF42CA7A}"/>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Title 8"/>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8339552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D425ADDD-DD97-2429-C8CE-ABFAFCB8FD4A}"/>
              </a:ext>
              <a:ext uri="{C183D7F6-B498-43B3-948B-1728B52AA6E4}">
                <adec:decorative xmlns:adec="http://schemas.microsoft.com/office/drawing/2017/decorative" val="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604433" y="1604211"/>
            <a:ext cx="10983131" cy="4572752"/>
          </a:xfrm>
        </p:spPr>
        <p:txBody>
          <a:bodyP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90284002"/>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9">
            <a:extLst>
              <a:ext uri="{FF2B5EF4-FFF2-40B4-BE49-F238E27FC236}">
                <a16:creationId xmlns:a16="http://schemas.microsoft.com/office/drawing/2014/main" id="{A2CDF637-6632-DC91-7743-1AEE6693BE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a:spLocks noGrp="1"/>
          </p:cNvSpPr>
          <p:nvPr>
            <p:ph idx="1"/>
          </p:nvPr>
        </p:nvSpPr>
        <p:spPr>
          <a:xfrm>
            <a:off x="1090862" y="1507068"/>
            <a:ext cx="3192379" cy="4669896"/>
          </a:xfrm>
        </p:spPr>
        <p:txBody>
          <a:bodyPr anchor="ctr"/>
          <a:lstStyle>
            <a:lvl1pPr marL="0" indent="0" algn="l">
              <a:lnSpc>
                <a:spcPct val="150000"/>
              </a:lnSpc>
              <a:spcAft>
                <a:spcPts val="1200"/>
              </a:spcAft>
              <a:buSzPct val="25000"/>
              <a:buFont typeface="Segoe UI" panose="020B0502040204020203" pitchFamily="34" charset="0"/>
              <a:buChar char=" "/>
              <a:defRPr sz="1200"/>
            </a:lvl1pPr>
            <a:lvl2pPr marL="401638" indent="7938" algn="l">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9" name="Content Placeholder 2"/>
          <p:cNvSpPr>
            <a:spLocks noGrp="1"/>
          </p:cNvSpPr>
          <p:nvPr>
            <p:ph idx="13"/>
          </p:nvPr>
        </p:nvSpPr>
        <p:spPr>
          <a:xfrm>
            <a:off x="4395537" y="1507068"/>
            <a:ext cx="7143905" cy="4669896"/>
          </a:xfrm>
        </p:spPr>
        <p:txBody>
          <a:bodyPr anchor="ctr"/>
          <a:lstStyle>
            <a:lvl1pPr marL="0" indent="0">
              <a:spcAft>
                <a:spcPts val="1200"/>
              </a:spcAft>
              <a:buSzPct val="25000"/>
              <a:buFont typeface="Segoe UI" panose="020B0502040204020203" pitchFamily="34" charset="0"/>
              <a:buChar char=" "/>
              <a:defRPr sz="1200"/>
            </a:lvl1pPr>
            <a:lvl2pPr marL="401638" indent="7938">
              <a:spcBef>
                <a:spcPts val="600"/>
              </a:spcBef>
              <a:spcAft>
                <a:spcPts val="1200"/>
              </a:spcAft>
              <a:buFont typeface="Segoe UI" panose="020B0502040204020203" pitchFamily="34" charset="0"/>
              <a:buChar char=" "/>
              <a:defRPr sz="1200"/>
            </a:lvl2pPr>
            <a:lvl3pPr marL="1143000" indent="-228600">
              <a:buFont typeface="Segoe UI" panose="020B0502040204020203" pitchFamily="34" charset="0"/>
              <a:buChar char=" "/>
              <a:defRPr/>
            </a:lvl3pPr>
            <a:lvl4pPr marL="1600200" indent="-228600">
              <a:buFont typeface="Segoe UI" panose="020B0502040204020203" pitchFamily="34" charset="0"/>
              <a:buChar char=" "/>
              <a:defRPr/>
            </a:lvl4pPr>
            <a:lvl5pPr marL="2057400" indent="-228600">
              <a:buFont typeface="Segoe UI" panose="020B0502040204020203" pitchFamily="34" charset="0"/>
              <a:buChar char=" "/>
              <a:defRPr/>
            </a:lvl5pPr>
          </a:lstStyle>
          <a:p>
            <a:pPr lvl="0"/>
            <a:r>
              <a:rPr lang="en-US"/>
              <a:t>Edit Master text styles</a:t>
            </a:r>
          </a:p>
          <a:p>
            <a:pPr lvl="1"/>
            <a:r>
              <a:rPr lang="en-US"/>
              <a:t>Second level</a:t>
            </a:r>
          </a:p>
        </p:txBody>
      </p:sp>
      <p:sp>
        <p:nvSpPr>
          <p:cNvPr id="11" name="Title 10"/>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421163123"/>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Rectangle 8">
            <a:extLst>
              <a:ext uri="{FF2B5EF4-FFF2-40B4-BE49-F238E27FC236}">
                <a16:creationId xmlns:a16="http://schemas.microsoft.com/office/drawing/2014/main" id="{983CCEB0-4BC7-EFDA-DF34-AD37324D9176}"/>
              </a:ext>
            </a:extLst>
          </p:cNvPr>
          <p:cNvSpPr/>
          <p:nvPr userDrawn="1"/>
        </p:nvSpPr>
        <p:spPr>
          <a:xfrm>
            <a:off x="255588" y="263525"/>
            <a:ext cx="11682412" cy="6330950"/>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4" name="Rectangle 9">
            <a:extLst>
              <a:ext uri="{FF2B5EF4-FFF2-40B4-BE49-F238E27FC236}">
                <a16:creationId xmlns:a16="http://schemas.microsoft.com/office/drawing/2014/main" id="{80F87CEB-D661-FBAE-E38E-8778FDB3BDB2}"/>
              </a:ext>
            </a:extLst>
          </p:cNvPr>
          <p:cNvSpPr/>
          <p:nvPr userDrawn="1"/>
        </p:nvSpPr>
        <p:spPr bwMode="blackWhite">
          <a:xfrm>
            <a:off x="255588" y="263525"/>
            <a:ext cx="11680825" cy="207168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74128674"/>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7D5CB83D-0CD9-B684-8F05-2E84126D9EC3}"/>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dirty="0"/>
          </a:p>
        </p:txBody>
      </p:sp>
      <p:cxnSp>
        <p:nvCxnSpPr>
          <p:cNvPr id="3" name="Straight Connector 11">
            <a:extLst>
              <a:ext uri="{FF2B5EF4-FFF2-40B4-BE49-F238E27FC236}">
                <a16:creationId xmlns:a16="http://schemas.microsoft.com/office/drawing/2014/main" id="{C5DF1609-90D7-5987-5C95-1200BD0DC323}"/>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58979872"/>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Standard">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332EAA33-6FF4-BE20-9792-3947BA404DF2}"/>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dirty="0"/>
          </a:p>
        </p:txBody>
      </p:sp>
      <p:cxnSp>
        <p:nvCxnSpPr>
          <p:cNvPr id="4" name="Straight Connector 11">
            <a:extLst>
              <a:ext uri="{FF2B5EF4-FFF2-40B4-BE49-F238E27FC236}">
                <a16:creationId xmlns:a16="http://schemas.microsoft.com/office/drawing/2014/main" id="{F4F7E7B3-941B-D907-138A-BD7CAB5B35FF}"/>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5" name="Picture 5">
            <a:extLst>
              <a:ext uri="{FF2B5EF4-FFF2-40B4-BE49-F238E27FC236}">
                <a16:creationId xmlns:a16="http://schemas.microsoft.com/office/drawing/2014/main" id="{F1CEF1F4-0DE7-09E9-48AD-8B177FB7721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41783" t="-3"/>
          <a:stretch>
            <a:fillRect/>
          </a:stretch>
        </p:blipFill>
        <p:spPr bwMode="auto">
          <a:xfrm>
            <a:off x="268288" y="4802188"/>
            <a:ext cx="11655425" cy="178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4538372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6679978"/>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6_Basic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41F3450C-7843-5880-B104-68396B53FB85}"/>
              </a:ext>
            </a:extLst>
          </p:cNvPr>
          <p:cNvSpPr/>
          <p:nvPr userDrawn="1"/>
        </p:nvSpPr>
        <p:spPr>
          <a:xfrm flipH="1">
            <a:off x="6480175" y="1508125"/>
            <a:ext cx="5711825" cy="3841750"/>
          </a:xfrm>
          <a:prstGeom prst="rect">
            <a:avLst/>
          </a:prstGeom>
          <a:solidFill>
            <a:schemeClr val="accent3">
              <a:alpha val="8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sz="2399"/>
          </a:p>
        </p:txBody>
      </p:sp>
      <p:sp>
        <p:nvSpPr>
          <p:cNvPr id="8" name="Picture Placeholder 2"/>
          <p:cNvSpPr>
            <a:spLocks noGrp="1"/>
          </p:cNvSpPr>
          <p:nvPr>
            <p:ph type="pic" idx="13"/>
          </p:nvPr>
        </p:nvSpPr>
        <p:spPr>
          <a:xfrm>
            <a:off x="7110273" y="0"/>
            <a:ext cx="4451498" cy="6858000"/>
          </a:xfrm>
          <a:prstGeom prst="rect">
            <a:avLst/>
          </a:prstGeom>
          <a:solidFill>
            <a:schemeClr val="bg1">
              <a:lumMod val="95000"/>
            </a:schemeClr>
          </a:solidFill>
        </p:spPr>
        <p:txBody>
          <a:bodyPr rtlCol="0" anchor="ctr">
            <a:normAutofit/>
          </a:bodyPr>
          <a:lstStyle>
            <a:lvl1pPr marL="0" indent="0" algn="ctr">
              <a:buNone/>
              <a:defRPr sz="1600" baseline="0">
                <a:solidFill>
                  <a:schemeClr val="tx1">
                    <a:lumMod val="75000"/>
                    <a:lumOff val="25000"/>
                  </a:schemeClr>
                </a:solidFill>
                <a:latin typeface="+mn-lt"/>
                <a:cs typeface="Arial" pitchFamily="34" charset="0"/>
              </a:defRPr>
            </a:lvl1pPr>
            <a:lvl2pPr marL="609448" indent="0">
              <a:buNone/>
              <a:defRPr sz="3732"/>
            </a:lvl2pPr>
            <a:lvl3pPr marL="1218895" indent="0">
              <a:buNone/>
              <a:defRPr sz="3199"/>
            </a:lvl3pPr>
            <a:lvl4pPr marL="1828343" indent="0">
              <a:buNone/>
              <a:defRPr sz="2666"/>
            </a:lvl4pPr>
            <a:lvl5pPr marL="2437790" indent="0">
              <a:buNone/>
              <a:defRPr sz="2666"/>
            </a:lvl5pPr>
            <a:lvl6pPr marL="3047238" indent="0">
              <a:buNone/>
              <a:defRPr sz="2666"/>
            </a:lvl6pPr>
            <a:lvl7pPr marL="3656686" indent="0">
              <a:buNone/>
              <a:defRPr sz="2666"/>
            </a:lvl7pPr>
            <a:lvl8pPr marL="4266133" indent="0">
              <a:buNone/>
              <a:defRPr sz="2666"/>
            </a:lvl8pPr>
            <a:lvl9pPr marL="4875581" indent="0">
              <a:buNone/>
              <a:defRPr sz="2666"/>
            </a:lvl9pPr>
          </a:lstStyle>
          <a:p>
            <a:pPr lvl="0"/>
            <a:r>
              <a:rPr lang="ar-SA" altLang="ko-KR" noProof="0"/>
              <a:t>انقر فوق الأيقونة لإضافة صورة</a:t>
            </a:r>
            <a:endParaRPr lang="ko-KR" altLang="en-US" noProof="0" dirty="0"/>
          </a:p>
        </p:txBody>
      </p:sp>
    </p:spTree>
    <p:extLst>
      <p:ext uri="{BB962C8B-B14F-4D97-AF65-F5344CB8AC3E}">
        <p14:creationId xmlns:p14="http://schemas.microsoft.com/office/powerpoint/2010/main" val="2052029032"/>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endParaRPr lang="ar-JO"/>
          </a:p>
        </p:txBody>
      </p:sp>
      <p:sp>
        <p:nvSpPr>
          <p:cNvPr id="3" name="Table Placeholder 2"/>
          <p:cNvSpPr>
            <a:spLocks noGrp="1"/>
          </p:cNvSpPr>
          <p:nvPr>
            <p:ph type="tbl" idx="1"/>
          </p:nvPr>
        </p:nvSpPr>
        <p:spPr>
          <a:xfrm>
            <a:off x="609600" y="1600201"/>
            <a:ext cx="10972800" cy="4530725"/>
          </a:xfrm>
        </p:spPr>
        <p:txBody>
          <a:bodyPr rtlCol="0">
            <a:normAutofit/>
          </a:bodyPr>
          <a:lstStyle/>
          <a:p>
            <a:pPr lvl="0"/>
            <a:endParaRPr lang="ar-JO" noProof="0"/>
          </a:p>
        </p:txBody>
      </p:sp>
      <p:sp>
        <p:nvSpPr>
          <p:cNvPr id="4" name="Rectangle 4">
            <a:extLst>
              <a:ext uri="{FF2B5EF4-FFF2-40B4-BE49-F238E27FC236}">
                <a16:creationId xmlns:a16="http://schemas.microsoft.com/office/drawing/2014/main" id="{135CD88D-220E-8834-FA5A-F8FF0CBC601E}"/>
              </a:ext>
            </a:extLst>
          </p:cNvPr>
          <p:cNvSpPr>
            <a:spLocks noGrp="1" noChangeArrowheads="1"/>
          </p:cNvSpPr>
          <p:nvPr>
            <p:ph type="dt" sz="half" idx="10"/>
          </p:nvPr>
        </p:nvSpPr>
        <p:spPr/>
        <p:txBody>
          <a:bodyPr/>
          <a:lstStyle>
            <a:lvl1pPr>
              <a:defRPr/>
            </a:lvl1pPr>
          </a:lstStyle>
          <a:p>
            <a:pPr>
              <a:defRPr/>
            </a:pPr>
            <a:fld id="{0D7CC4B5-4DC5-4423-95F8-EF6A4E97C843}" type="datetime1">
              <a:rPr lang="en-US"/>
              <a:pPr>
                <a:defRPr/>
              </a:pPr>
              <a:t>10/21/2026</a:t>
            </a:fld>
            <a:endParaRPr lang="en-US" altLang="en-US" dirty="0"/>
          </a:p>
        </p:txBody>
      </p:sp>
      <p:sp>
        <p:nvSpPr>
          <p:cNvPr id="5" name="Rectangle 5">
            <a:extLst>
              <a:ext uri="{FF2B5EF4-FFF2-40B4-BE49-F238E27FC236}">
                <a16:creationId xmlns:a16="http://schemas.microsoft.com/office/drawing/2014/main" id="{FF73F716-157B-FBE3-E7D2-00F0698EB0CF}"/>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75DC80C1-832F-2FB2-6471-6C38A67F6269}"/>
              </a:ext>
            </a:extLst>
          </p:cNvPr>
          <p:cNvSpPr>
            <a:spLocks noGrp="1" noChangeArrowheads="1"/>
          </p:cNvSpPr>
          <p:nvPr>
            <p:ph type="sldNum" sz="quarter" idx="12"/>
          </p:nvPr>
        </p:nvSpPr>
        <p:spPr/>
        <p:txBody>
          <a:bodyPr/>
          <a:lstStyle>
            <a:lvl1pPr>
              <a:defRPr/>
            </a:lvl1pPr>
          </a:lstStyle>
          <a:p>
            <a:pPr>
              <a:defRPr/>
            </a:pPr>
            <a:fld id="{D4C3385A-C970-4CDE-AE44-062210FE8B4D}" type="slidenum">
              <a:rPr lang="ar-SA" altLang="en-US"/>
              <a:pPr>
                <a:defRPr/>
              </a:pPr>
              <a:t>‹#›</a:t>
            </a:fld>
            <a:endParaRPr lang="en-US" altLang="en-US" dirty="0"/>
          </a:p>
        </p:txBody>
      </p:sp>
    </p:spTree>
    <p:extLst>
      <p:ext uri="{BB962C8B-B14F-4D97-AF65-F5344CB8AC3E}">
        <p14:creationId xmlns:p14="http://schemas.microsoft.com/office/powerpoint/2010/main" val="2971355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theme" Target="../theme/theme9.xml"/><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7.xml"/><Relationship Id="rId3" Type="http://schemas.openxmlformats.org/officeDocument/2006/relationships/slideLayout" Target="../slideLayouts/slideLayout102.xml"/><Relationship Id="rId7" Type="http://schemas.openxmlformats.org/officeDocument/2006/relationships/slideLayout" Target="../slideLayouts/slideLayout106.xml"/><Relationship Id="rId12" Type="http://schemas.openxmlformats.org/officeDocument/2006/relationships/theme" Target="../theme/theme1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11" Type="http://schemas.openxmlformats.org/officeDocument/2006/relationships/slideLayout" Target="../slideLayouts/slideLayout110.xml"/><Relationship Id="rId5" Type="http://schemas.openxmlformats.org/officeDocument/2006/relationships/slideLayout" Target="../slideLayouts/slideLayout104.xml"/><Relationship Id="rId10" Type="http://schemas.openxmlformats.org/officeDocument/2006/relationships/slideLayout" Target="../slideLayouts/slideLayout109.xml"/><Relationship Id="rId4" Type="http://schemas.openxmlformats.org/officeDocument/2006/relationships/slideLayout" Target="../slideLayouts/slideLayout103.xml"/><Relationship Id="rId9" Type="http://schemas.openxmlformats.org/officeDocument/2006/relationships/slideLayout" Target="../slideLayouts/slideLayout108.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8.xml"/><Relationship Id="rId3" Type="http://schemas.openxmlformats.org/officeDocument/2006/relationships/slideLayout" Target="../slideLayouts/slideLayout113.xml"/><Relationship Id="rId7" Type="http://schemas.openxmlformats.org/officeDocument/2006/relationships/slideLayout" Target="../slideLayouts/slideLayout117.xml"/><Relationship Id="rId12" Type="http://schemas.openxmlformats.org/officeDocument/2006/relationships/theme" Target="../theme/theme11.xml"/><Relationship Id="rId2" Type="http://schemas.openxmlformats.org/officeDocument/2006/relationships/slideLayout" Target="../slideLayouts/slideLayout112.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5" Type="http://schemas.openxmlformats.org/officeDocument/2006/relationships/slideLayout" Target="../slideLayouts/slideLayout115.xml"/><Relationship Id="rId10" Type="http://schemas.openxmlformats.org/officeDocument/2006/relationships/slideLayout" Target="../slideLayouts/slideLayout120.xml"/><Relationship Id="rId4" Type="http://schemas.openxmlformats.org/officeDocument/2006/relationships/slideLayout" Target="../slideLayouts/slideLayout114.xml"/><Relationship Id="rId9" Type="http://schemas.openxmlformats.org/officeDocument/2006/relationships/slideLayout" Target="../slideLayouts/slideLayout119.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9.xml"/><Relationship Id="rId3" Type="http://schemas.openxmlformats.org/officeDocument/2006/relationships/slideLayout" Target="../slideLayouts/slideLayout124.xml"/><Relationship Id="rId7" Type="http://schemas.openxmlformats.org/officeDocument/2006/relationships/slideLayout" Target="../slideLayouts/slideLayout128.xml"/><Relationship Id="rId12" Type="http://schemas.openxmlformats.org/officeDocument/2006/relationships/theme" Target="../theme/theme12.xml"/><Relationship Id="rId2" Type="http://schemas.openxmlformats.org/officeDocument/2006/relationships/slideLayout" Target="../slideLayouts/slideLayout123.xml"/><Relationship Id="rId1" Type="http://schemas.openxmlformats.org/officeDocument/2006/relationships/slideLayout" Target="../slideLayouts/slideLayout122.xml"/><Relationship Id="rId6" Type="http://schemas.openxmlformats.org/officeDocument/2006/relationships/slideLayout" Target="../slideLayouts/slideLayout127.xml"/><Relationship Id="rId11" Type="http://schemas.openxmlformats.org/officeDocument/2006/relationships/slideLayout" Target="../slideLayouts/slideLayout132.xml"/><Relationship Id="rId5" Type="http://schemas.openxmlformats.org/officeDocument/2006/relationships/slideLayout" Target="../slideLayouts/slideLayout126.xml"/><Relationship Id="rId10" Type="http://schemas.openxmlformats.org/officeDocument/2006/relationships/slideLayout" Target="../slideLayouts/slideLayout131.xml"/><Relationship Id="rId4" Type="http://schemas.openxmlformats.org/officeDocument/2006/relationships/slideLayout" Target="../slideLayouts/slideLayout125.xml"/><Relationship Id="rId9" Type="http://schemas.openxmlformats.org/officeDocument/2006/relationships/slideLayout" Target="../slideLayouts/slideLayout130.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40.xml"/><Relationship Id="rId3" Type="http://schemas.openxmlformats.org/officeDocument/2006/relationships/slideLayout" Target="../slideLayouts/slideLayout135.xml"/><Relationship Id="rId7" Type="http://schemas.openxmlformats.org/officeDocument/2006/relationships/slideLayout" Target="../slideLayouts/slideLayout139.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theme" Target="../theme/theme13.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50.xml"/><Relationship Id="rId3" Type="http://schemas.openxmlformats.org/officeDocument/2006/relationships/slideLayout" Target="../slideLayouts/slideLayout145.xml"/><Relationship Id="rId7" Type="http://schemas.openxmlformats.org/officeDocument/2006/relationships/slideLayout" Target="../slideLayouts/slideLayout149.xml"/><Relationship Id="rId2" Type="http://schemas.openxmlformats.org/officeDocument/2006/relationships/slideLayout" Target="../slideLayouts/slideLayout144.xml"/><Relationship Id="rId1" Type="http://schemas.openxmlformats.org/officeDocument/2006/relationships/slideLayout" Target="../slideLayouts/slideLayout143.xml"/><Relationship Id="rId6" Type="http://schemas.openxmlformats.org/officeDocument/2006/relationships/slideLayout" Target="../slideLayouts/slideLayout148.xml"/><Relationship Id="rId11" Type="http://schemas.openxmlformats.org/officeDocument/2006/relationships/theme" Target="../theme/theme14.xml"/><Relationship Id="rId5" Type="http://schemas.openxmlformats.org/officeDocument/2006/relationships/slideLayout" Target="../slideLayouts/slideLayout147.xml"/><Relationship Id="rId10" Type="http://schemas.openxmlformats.org/officeDocument/2006/relationships/slideLayout" Target="../slideLayouts/slideLayout152.xml"/><Relationship Id="rId4" Type="http://schemas.openxmlformats.org/officeDocument/2006/relationships/slideLayout" Target="../slideLayouts/slideLayout146.xml"/><Relationship Id="rId9" Type="http://schemas.openxmlformats.org/officeDocument/2006/relationships/slideLayout" Target="../slideLayouts/slideLayout1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F01B420-9233-8460-6D31-BCF253A3292B}"/>
              </a:ext>
            </a:extLst>
          </p:cNvPr>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useBgFill="1">
        <p:nvSpPr>
          <p:cNvPr id="7" name="Rounded Rectangle 6">
            <a:extLst>
              <a:ext uri="{FF2B5EF4-FFF2-40B4-BE49-F238E27FC236}">
                <a16:creationId xmlns:a16="http://schemas.microsoft.com/office/drawing/2014/main" id="{879B3E6A-15B5-77C3-08B6-827EBD4D4957}"/>
              </a:ext>
            </a:extLst>
          </p:cNvPr>
          <p:cNvSpPr/>
          <p:nvPr/>
        </p:nvSpPr>
        <p:spPr>
          <a:xfrm>
            <a:off x="122238" y="101600"/>
            <a:ext cx="11947525" cy="6664325"/>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3" name="Text Placeholder 2">
            <a:extLst>
              <a:ext uri="{FF2B5EF4-FFF2-40B4-BE49-F238E27FC236}">
                <a16:creationId xmlns:a16="http://schemas.microsoft.com/office/drawing/2014/main" id="{6ACE3F79-DAB2-EF11-E6AD-82144FA2F8AB}"/>
              </a:ext>
            </a:extLst>
          </p:cNvPr>
          <p:cNvSpPr>
            <a:spLocks noGrp="1"/>
          </p:cNvSpPr>
          <p:nvPr>
            <p:ph type="body" idx="1"/>
          </p:nvPr>
        </p:nvSpPr>
        <p:spPr bwMode="auto">
          <a:xfrm>
            <a:off x="609600" y="1752600"/>
            <a:ext cx="10972800" cy="437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4" name="Date Placeholder 3">
            <a:extLst>
              <a:ext uri="{FF2B5EF4-FFF2-40B4-BE49-F238E27FC236}">
                <a16:creationId xmlns:a16="http://schemas.microsoft.com/office/drawing/2014/main" id="{5218EAAD-DF7E-DE91-95F1-A3CD52AC23B8}"/>
              </a:ext>
            </a:extLst>
          </p:cNvPr>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rtl="1" eaLnBrk="1" hangingPunct="1">
              <a:defRPr sz="1200">
                <a:solidFill>
                  <a:schemeClr val="tx2"/>
                </a:solidFill>
                <a:cs typeface="Arial" charset="0"/>
              </a:defRPr>
            </a:lvl1pPr>
          </a:lstStyle>
          <a:p>
            <a:pPr>
              <a:defRPr/>
            </a:pPr>
            <a:fld id="{1C5388D6-F98A-44DC-8C0B-ADCB2502723D}" type="datetime1">
              <a:rPr lang="hy-AM"/>
              <a:pPr>
                <a:defRPr/>
              </a:pPr>
              <a:t>21.10.2026</a:t>
            </a:fld>
            <a:endParaRPr lang="en-US"/>
          </a:p>
        </p:txBody>
      </p:sp>
      <p:sp>
        <p:nvSpPr>
          <p:cNvPr id="5" name="Footer Placeholder 4">
            <a:extLst>
              <a:ext uri="{FF2B5EF4-FFF2-40B4-BE49-F238E27FC236}">
                <a16:creationId xmlns:a16="http://schemas.microsoft.com/office/drawing/2014/main" id="{D3465C4F-8622-A5C0-E4F2-C403E3EC0BA7}"/>
              </a:ext>
            </a:extLst>
          </p:cNvPr>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rtl="1" eaLnBrk="1" hangingPunct="1">
              <a:defRPr sz="1200">
                <a:solidFill>
                  <a:schemeClr val="tx2"/>
                </a:solidFill>
                <a:cs typeface="Arial" charset="0"/>
              </a:defRPr>
            </a:lvl1pPr>
          </a:lstStyle>
          <a:p>
            <a:pPr>
              <a:defRPr/>
            </a:pPr>
            <a:endParaRPr lang="en-US"/>
          </a:p>
        </p:txBody>
      </p:sp>
      <p:sp>
        <p:nvSpPr>
          <p:cNvPr id="6" name="Slide Number Placeholder 5">
            <a:extLst>
              <a:ext uri="{FF2B5EF4-FFF2-40B4-BE49-F238E27FC236}">
                <a16:creationId xmlns:a16="http://schemas.microsoft.com/office/drawing/2014/main" id="{D7D72575-7B25-8CE3-923D-B94C03244ED8}"/>
              </a:ext>
            </a:extLst>
          </p:cNvPr>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rtl="1" eaLnBrk="1" hangingPunct="1">
              <a:defRPr sz="1200">
                <a:solidFill>
                  <a:schemeClr val="tx2"/>
                </a:solidFill>
              </a:defRPr>
            </a:lvl1pPr>
          </a:lstStyle>
          <a:p>
            <a:pPr>
              <a:defRPr/>
            </a:pPr>
            <a:fld id="{48D6CB01-65F1-4B96-A17F-0C7AD9B90D84}" type="slidenum">
              <a:rPr lang="ar-SA" altLang="ar-IQ"/>
              <a:pPr>
                <a:defRPr/>
              </a:pPr>
              <a:t>‹#›</a:t>
            </a:fld>
            <a:endParaRPr lang="en-US" altLang="ar-IQ"/>
          </a:p>
        </p:txBody>
      </p:sp>
      <p:sp>
        <p:nvSpPr>
          <p:cNvPr id="9" name="Rectangle 8">
            <a:extLst>
              <a:ext uri="{FF2B5EF4-FFF2-40B4-BE49-F238E27FC236}">
                <a16:creationId xmlns:a16="http://schemas.microsoft.com/office/drawing/2014/main" id="{D568899F-4480-959D-D5BF-2A7ABCBA3FD6}"/>
              </a:ext>
            </a:extLst>
          </p:cNvPr>
          <p:cNvSpPr/>
          <p:nvPr/>
        </p:nvSpPr>
        <p:spPr>
          <a:xfrm>
            <a:off x="365760" y="278166"/>
            <a:ext cx="11460480" cy="1325880"/>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F1897695-FB52-8635-7DD1-697D32608901}"/>
              </a:ext>
            </a:extLst>
          </p:cNvPr>
          <p:cNvSpPr/>
          <p:nvPr/>
        </p:nvSpPr>
        <p:spPr>
          <a:xfrm>
            <a:off x="496888" y="373063"/>
            <a:ext cx="11174412" cy="1117600"/>
          </a:xfrm>
          <a:prstGeom prst="rect">
            <a:avLst/>
          </a:prstGeom>
          <a:solidFill>
            <a:srgbClr val="FFFFFF"/>
          </a:solidFill>
          <a:ln w="63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rtl="1" eaLnBrk="1" hangingPunct="1">
              <a:defRPr/>
            </a:pPr>
            <a:endParaRPr lang="en-US"/>
          </a:p>
        </p:txBody>
      </p:sp>
      <p:sp>
        <p:nvSpPr>
          <p:cNvPr id="2" name="Title Placeholder 1">
            <a:extLst>
              <a:ext uri="{FF2B5EF4-FFF2-40B4-BE49-F238E27FC236}">
                <a16:creationId xmlns:a16="http://schemas.microsoft.com/office/drawing/2014/main" id="{49B4E152-BDC1-1C6A-3C0A-5C41611E6BA1}"/>
              </a:ext>
            </a:extLst>
          </p:cNvPr>
          <p:cNvSpPr>
            <a:spLocks noGrp="1"/>
          </p:cNvSpPr>
          <p:nvPr>
            <p:ph type="title"/>
          </p:nvPr>
        </p:nvSpPr>
        <p:spPr>
          <a:xfrm>
            <a:off x="566738" y="407988"/>
            <a:ext cx="11015662" cy="1039812"/>
          </a:xfrm>
          <a:prstGeom prst="rect">
            <a:avLst/>
          </a:prstGeom>
        </p:spPr>
        <p:txBody>
          <a:bodyPr vert="horz" lIns="91440" tIns="45720" rIns="91440" bIns="45720" rtlCol="0" anchor="ctr">
            <a:normAutofit/>
          </a:bodyPr>
          <a:lstStyle/>
          <a:p>
            <a:r>
              <a:rPr lang="en-US"/>
              <a:t>Click to edit Master title style</a:t>
            </a:r>
            <a:endParaRPr lang="en-US" dirty="0"/>
          </a:p>
        </p:txBody>
      </p:sp>
    </p:spTree>
  </p:cSld>
  <p:clrMap bg1="lt1" tx1="dk1" bg2="lt2" tx2="dk2" accent1="accent1" accent2="accent2" accent3="accent3" accent4="accent4" accent5="accent5" accent6="accent6" hlink="hlink" folHlink="folHlink"/>
  <p:sldLayoutIdLst>
    <p:sldLayoutId id="2147485561" r:id="rId1"/>
    <p:sldLayoutId id="2147485562" r:id="rId2"/>
    <p:sldLayoutId id="2147485563" r:id="rId3"/>
    <p:sldLayoutId id="2147485564" r:id="rId4"/>
    <p:sldLayoutId id="2147485565" r:id="rId5"/>
    <p:sldLayoutId id="2147485566" r:id="rId6"/>
    <p:sldLayoutId id="2147485567" r:id="rId7"/>
    <p:sldLayoutId id="2147485568" r:id="rId8"/>
    <p:sldLayoutId id="2147485569" r:id="rId9"/>
    <p:sldLayoutId id="2147485570" r:id="rId10"/>
    <p:sldLayoutId id="2147485571" r:id="rId11"/>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9"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44"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500"/>
                                        <p:tgtEl>
                                          <p:spTgt spid="3">
                                            <p:txEl>
                                              <p:pRg st="0" end="0"/>
                                            </p:txEl>
                                          </p:spTgt>
                                        </p:tgtEl>
                                      </p:cBhvr>
                                    </p:animEffect>
                                    <p:anim calcmode="lin" valueType="num">
                                      <p:cBhvr>
                                        <p:cTn id="1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500" fill="hold"/>
                                        <p:tgtEl>
                                          <p:spTgt spid="3">
                                            <p:txEl>
                                              <p:pRg st="0" end="0"/>
                                            </p:txEl>
                                          </p:spTgt>
                                        </p:tgtEl>
                                        <p:attrNameLst>
                                          <p:attrName>ppt_y</p:attrName>
                                        </p:attrNameLst>
                                      </p:cBhvr>
                                      <p:tavLst>
                                        <p:tav tm="0">
                                          <p:val>
                                            <p:strVal val="#ppt_y+.05"/>
                                          </p:val>
                                        </p:tav>
                                        <p:tav tm="100000">
                                          <p:val>
                                            <p:strVal val="#ppt_y"/>
                                          </p:val>
                                        </p:tav>
                                      </p:tavLst>
                                    </p:anim>
                                  </p:childTnLst>
                                </p:cTn>
                              </p:par>
                              <p:par>
                                <p:cTn id="17" presetID="44"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500"/>
                                        <p:tgtEl>
                                          <p:spTgt spid="3">
                                            <p:txEl>
                                              <p:pRg st="1" end="1"/>
                                            </p:txEl>
                                          </p:spTgt>
                                        </p:tgtEl>
                                      </p:cBhvr>
                                    </p:animEffect>
                                    <p:anim calcmode="lin" valueType="num">
                                      <p:cBhvr>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500" fill="hold"/>
                                        <p:tgtEl>
                                          <p:spTgt spid="3">
                                            <p:txEl>
                                              <p:pRg st="1" end="1"/>
                                            </p:txEl>
                                          </p:spTgt>
                                        </p:tgtEl>
                                        <p:attrNameLst>
                                          <p:attrName>ppt_y</p:attrName>
                                        </p:attrNameLst>
                                      </p:cBhvr>
                                      <p:tavLst>
                                        <p:tav tm="0">
                                          <p:val>
                                            <p:strVal val="#ppt_y+.05"/>
                                          </p:val>
                                        </p:tav>
                                        <p:tav tm="100000">
                                          <p:val>
                                            <p:strVal val="#ppt_y"/>
                                          </p:val>
                                        </p:tav>
                                      </p:tavLst>
                                    </p:anim>
                                  </p:childTnLst>
                                </p:cTn>
                              </p:par>
                              <p:par>
                                <p:cTn id="22" presetID="44" presetClass="entr" presetSubtype="0" fill="hold"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500"/>
                                        <p:tgtEl>
                                          <p:spTgt spid="3">
                                            <p:txEl>
                                              <p:pRg st="2" end="2"/>
                                            </p:txEl>
                                          </p:spTgt>
                                        </p:tgtEl>
                                      </p:cBhvr>
                                    </p:animEffect>
                                    <p:anim calcmode="lin" valueType="num">
                                      <p:cBhvr>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500" fill="hold"/>
                                        <p:tgtEl>
                                          <p:spTgt spid="3">
                                            <p:txEl>
                                              <p:pRg st="2" end="2"/>
                                            </p:txEl>
                                          </p:spTgt>
                                        </p:tgtEl>
                                        <p:attrNameLst>
                                          <p:attrName>ppt_y</p:attrName>
                                        </p:attrNameLst>
                                      </p:cBhvr>
                                      <p:tavLst>
                                        <p:tav tm="0">
                                          <p:val>
                                            <p:strVal val="#ppt_y+.05"/>
                                          </p:val>
                                        </p:tav>
                                        <p:tav tm="100000">
                                          <p:val>
                                            <p:strVal val="#ppt_y"/>
                                          </p:val>
                                        </p:tav>
                                      </p:tavLst>
                                    </p:anim>
                                  </p:childTnLst>
                                </p:cTn>
                              </p:par>
                              <p:par>
                                <p:cTn id="27" presetID="44" presetClass="entr" presetSubtype="0" fill="hold"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500"/>
                                        <p:tgtEl>
                                          <p:spTgt spid="3">
                                            <p:txEl>
                                              <p:pRg st="3" end="3"/>
                                            </p:txEl>
                                          </p:spTgt>
                                        </p:tgtEl>
                                      </p:cBhvr>
                                    </p:animEffect>
                                    <p:anim calcmode="lin" valueType="num">
                                      <p:cBhvr>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500" fill="hold"/>
                                        <p:tgtEl>
                                          <p:spTgt spid="3">
                                            <p:txEl>
                                              <p:pRg st="3" end="3"/>
                                            </p:txEl>
                                          </p:spTgt>
                                        </p:tgtEl>
                                        <p:attrNameLst>
                                          <p:attrName>ppt_y</p:attrName>
                                        </p:attrNameLst>
                                      </p:cBhvr>
                                      <p:tavLst>
                                        <p:tav tm="0">
                                          <p:val>
                                            <p:strVal val="#ppt_y+.05"/>
                                          </p:val>
                                        </p:tav>
                                        <p:tav tm="100000">
                                          <p:val>
                                            <p:strVal val="#ppt_y"/>
                                          </p:val>
                                        </p:tav>
                                      </p:tavLst>
                                    </p:anim>
                                  </p:childTnLst>
                                </p:cTn>
                              </p:par>
                              <p:par>
                                <p:cTn id="32" presetID="44" presetClass="entr" presetSubtype="0" fill="hold"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500"/>
                                        <p:tgtEl>
                                          <p:spTgt spid="3">
                                            <p:txEl>
                                              <p:pRg st="4" end="4"/>
                                            </p:txEl>
                                          </p:spTgt>
                                        </p:tgtEl>
                                      </p:cBhvr>
                                    </p:animEffect>
                                    <p:anim calcmode="lin" valueType="num">
                                      <p:cBhvr>
                                        <p:cTn id="3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500" fill="hold"/>
                                        <p:tgtEl>
                                          <p:spTgt spid="3">
                                            <p:txEl>
                                              <p:pRg st="4" end="4"/>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44"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anim calcmode="lin" valueType="num">
                      <p:cBhvr>
                        <p:cTn dur="500" fill="hold"/>
                        <p:tgtEl>
                          <p:spTgt spid="3"/>
                        </p:tgtEl>
                        <p:attrNameLst>
                          <p:attrName>ppt_x</p:attrName>
                        </p:attrNameLst>
                      </p:cBhvr>
                      <p:tavLst>
                        <p:tav tm="0">
                          <p:val>
                            <p:strVal val="#ppt_x"/>
                          </p:val>
                        </p:tav>
                        <p:tav tm="100000">
                          <p:val>
                            <p:strVal val="#ppt_x"/>
                          </p:val>
                        </p:tav>
                      </p:tavLst>
                    </p:anim>
                    <p:anim calcmode="lin" valueType="num">
                      <p:cBhvr>
                        <p:cTn dur="500" fill="hold"/>
                        <p:tgtEl>
                          <p:spTgt spid="3"/>
                        </p:tgtEl>
                        <p:attrNameLst>
                          <p:attrName>ppt_y</p:attrName>
                        </p:attrNameLst>
                      </p:cBhvr>
                      <p:tavLst>
                        <p:tav tm="0">
                          <p:val>
                            <p:strVal val="#ppt_y+.05"/>
                          </p:val>
                        </p:tav>
                        <p:tav tm="100000">
                          <p:val>
                            <p:strVal val="#ppt_y"/>
                          </p:val>
                        </p:tav>
                      </p:tavLst>
                    </p:anim>
                  </p:childTnLst>
                </p:cTn>
              </p:par>
            </p:tnLst>
          </p:tmpl>
          <p:tmpl lvl="2">
            <p:tnLst>
              <p:par>
                <p:cTn presetID="44"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anim calcmode="lin" valueType="num">
                      <p:cBhvr>
                        <p:cTn dur="500" fill="hold"/>
                        <p:tgtEl>
                          <p:spTgt spid="3"/>
                        </p:tgtEl>
                        <p:attrNameLst>
                          <p:attrName>ppt_x</p:attrName>
                        </p:attrNameLst>
                      </p:cBhvr>
                      <p:tavLst>
                        <p:tav tm="0">
                          <p:val>
                            <p:strVal val="#ppt_x"/>
                          </p:val>
                        </p:tav>
                        <p:tav tm="100000">
                          <p:val>
                            <p:strVal val="#ppt_x"/>
                          </p:val>
                        </p:tav>
                      </p:tavLst>
                    </p:anim>
                    <p:anim calcmode="lin" valueType="num">
                      <p:cBhvr>
                        <p:cTn dur="500" fill="hold"/>
                        <p:tgtEl>
                          <p:spTgt spid="3"/>
                        </p:tgtEl>
                        <p:attrNameLst>
                          <p:attrName>ppt_y</p:attrName>
                        </p:attrNameLst>
                      </p:cBhvr>
                      <p:tavLst>
                        <p:tav tm="0">
                          <p:val>
                            <p:strVal val="#ppt_y+.05"/>
                          </p:val>
                        </p:tav>
                        <p:tav tm="100000">
                          <p:val>
                            <p:strVal val="#ppt_y"/>
                          </p:val>
                        </p:tav>
                      </p:tavLst>
                    </p:anim>
                  </p:childTnLst>
                </p:cTn>
              </p:par>
            </p:tnLst>
          </p:tmpl>
          <p:tmpl lvl="3">
            <p:tnLst>
              <p:par>
                <p:cTn presetID="44"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anim calcmode="lin" valueType="num">
                      <p:cBhvr>
                        <p:cTn dur="500" fill="hold"/>
                        <p:tgtEl>
                          <p:spTgt spid="3"/>
                        </p:tgtEl>
                        <p:attrNameLst>
                          <p:attrName>ppt_x</p:attrName>
                        </p:attrNameLst>
                      </p:cBhvr>
                      <p:tavLst>
                        <p:tav tm="0">
                          <p:val>
                            <p:strVal val="#ppt_x"/>
                          </p:val>
                        </p:tav>
                        <p:tav tm="100000">
                          <p:val>
                            <p:strVal val="#ppt_x"/>
                          </p:val>
                        </p:tav>
                      </p:tavLst>
                    </p:anim>
                    <p:anim calcmode="lin" valueType="num">
                      <p:cBhvr>
                        <p:cTn dur="500" fill="hold"/>
                        <p:tgtEl>
                          <p:spTgt spid="3"/>
                        </p:tgtEl>
                        <p:attrNameLst>
                          <p:attrName>ppt_y</p:attrName>
                        </p:attrNameLst>
                      </p:cBhvr>
                      <p:tavLst>
                        <p:tav tm="0">
                          <p:val>
                            <p:strVal val="#ppt_y+.05"/>
                          </p:val>
                        </p:tav>
                        <p:tav tm="100000">
                          <p:val>
                            <p:strVal val="#ppt_y"/>
                          </p:val>
                        </p:tav>
                      </p:tavLst>
                    </p:anim>
                  </p:childTnLst>
                </p:cTn>
              </p:par>
            </p:tnLst>
          </p:tmpl>
          <p:tmpl lvl="4">
            <p:tnLst>
              <p:par>
                <p:cTn presetID="44"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anim calcmode="lin" valueType="num">
                      <p:cBhvr>
                        <p:cTn dur="500" fill="hold"/>
                        <p:tgtEl>
                          <p:spTgt spid="3"/>
                        </p:tgtEl>
                        <p:attrNameLst>
                          <p:attrName>ppt_x</p:attrName>
                        </p:attrNameLst>
                      </p:cBhvr>
                      <p:tavLst>
                        <p:tav tm="0">
                          <p:val>
                            <p:strVal val="#ppt_x"/>
                          </p:val>
                        </p:tav>
                        <p:tav tm="100000">
                          <p:val>
                            <p:strVal val="#ppt_x"/>
                          </p:val>
                        </p:tav>
                      </p:tavLst>
                    </p:anim>
                    <p:anim calcmode="lin" valueType="num">
                      <p:cBhvr>
                        <p:cTn dur="500" fill="hold"/>
                        <p:tgtEl>
                          <p:spTgt spid="3"/>
                        </p:tgtEl>
                        <p:attrNameLst>
                          <p:attrName>ppt_y</p:attrName>
                        </p:attrNameLst>
                      </p:cBhvr>
                      <p:tavLst>
                        <p:tav tm="0">
                          <p:val>
                            <p:strVal val="#ppt_y+.05"/>
                          </p:val>
                        </p:tav>
                        <p:tav tm="100000">
                          <p:val>
                            <p:strVal val="#ppt_y"/>
                          </p:val>
                        </p:tav>
                      </p:tavLst>
                    </p:anim>
                  </p:childTnLst>
                </p:cTn>
              </p:par>
            </p:tnLst>
          </p:tmpl>
          <p:tmpl lvl="5">
            <p:tnLst>
              <p:par>
                <p:cTn presetID="44"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anim calcmode="lin" valueType="num">
                      <p:cBhvr>
                        <p:cTn dur="500" fill="hold"/>
                        <p:tgtEl>
                          <p:spTgt spid="3"/>
                        </p:tgtEl>
                        <p:attrNameLst>
                          <p:attrName>ppt_x</p:attrName>
                        </p:attrNameLst>
                      </p:cBhvr>
                      <p:tavLst>
                        <p:tav tm="0">
                          <p:val>
                            <p:strVal val="#ppt_x"/>
                          </p:val>
                        </p:tav>
                        <p:tav tm="100000">
                          <p:val>
                            <p:strVal val="#ppt_x"/>
                          </p:val>
                        </p:tav>
                      </p:tavLst>
                    </p:anim>
                    <p:anim calcmode="lin" valueType="num">
                      <p:cBhvr>
                        <p:cTn dur="500" fill="hold"/>
                        <p:tgtEl>
                          <p:spTgt spid="3"/>
                        </p:tgtEl>
                        <p:attrNameLst>
                          <p:attrName>ppt_y</p:attrName>
                        </p:attrNameLst>
                      </p:cBhvr>
                      <p:tavLst>
                        <p:tav tm="0">
                          <p:val>
                            <p:strVal val="#ppt_y+.05"/>
                          </p:val>
                        </p:tav>
                        <p:tav tm="100000">
                          <p:val>
                            <p:strVal val="#ppt_y"/>
                          </p:val>
                        </p:tav>
                      </p:tavLst>
                    </p:anim>
                  </p:childTnLst>
                </p:cTn>
              </p:par>
            </p:tnLst>
          </p:tmpl>
        </p:tmplLst>
      </p:bldP>
      <p:bldP spid="2" grpId="0"/>
    </p:bldLst>
  </p:timing>
  <p:hf hdr="0" ftr="0"/>
  <p:txStyles>
    <p:titleStyle>
      <a:lvl1pPr algn="ctr" rtl="0" eaLnBrk="0" fontAlgn="base" hangingPunct="0">
        <a:spcBef>
          <a:spcPct val="0"/>
        </a:spcBef>
        <a:spcAft>
          <a:spcPct val="0"/>
        </a:spcAft>
        <a:defRPr sz="3500" kern="1200" cap="all">
          <a:solidFill>
            <a:srgbClr val="6B7D72"/>
          </a:solidFill>
          <a:latin typeface="+mj-lt"/>
          <a:ea typeface="+mj-ea"/>
          <a:cs typeface="+mj-cs"/>
        </a:defRPr>
      </a:lvl1pPr>
      <a:lvl2pPr algn="ctr" rtl="0" eaLnBrk="0" fontAlgn="base" hangingPunct="0">
        <a:spcBef>
          <a:spcPct val="0"/>
        </a:spcBef>
        <a:spcAft>
          <a:spcPct val="0"/>
        </a:spcAft>
        <a:defRPr sz="3500">
          <a:solidFill>
            <a:srgbClr val="6B7D72"/>
          </a:solidFill>
          <a:latin typeface="Book Antiqua" pitchFamily="18" charset="0"/>
          <a:cs typeface="Times New Roman" pitchFamily="18" charset="0"/>
        </a:defRPr>
      </a:lvl2pPr>
      <a:lvl3pPr algn="ctr" rtl="0" eaLnBrk="0" fontAlgn="base" hangingPunct="0">
        <a:spcBef>
          <a:spcPct val="0"/>
        </a:spcBef>
        <a:spcAft>
          <a:spcPct val="0"/>
        </a:spcAft>
        <a:defRPr sz="3500">
          <a:solidFill>
            <a:srgbClr val="6B7D72"/>
          </a:solidFill>
          <a:latin typeface="Book Antiqua" pitchFamily="18" charset="0"/>
          <a:cs typeface="Times New Roman" pitchFamily="18" charset="0"/>
        </a:defRPr>
      </a:lvl3pPr>
      <a:lvl4pPr algn="ctr" rtl="0" eaLnBrk="0" fontAlgn="base" hangingPunct="0">
        <a:spcBef>
          <a:spcPct val="0"/>
        </a:spcBef>
        <a:spcAft>
          <a:spcPct val="0"/>
        </a:spcAft>
        <a:defRPr sz="3500">
          <a:solidFill>
            <a:srgbClr val="6B7D72"/>
          </a:solidFill>
          <a:latin typeface="Book Antiqua" pitchFamily="18" charset="0"/>
          <a:cs typeface="Times New Roman" pitchFamily="18" charset="0"/>
        </a:defRPr>
      </a:lvl4pPr>
      <a:lvl5pPr algn="ctr" rtl="0" eaLnBrk="0" fontAlgn="base" hangingPunct="0">
        <a:spcBef>
          <a:spcPct val="0"/>
        </a:spcBef>
        <a:spcAft>
          <a:spcPct val="0"/>
        </a:spcAft>
        <a:defRPr sz="3500">
          <a:solidFill>
            <a:srgbClr val="6B7D72"/>
          </a:solidFill>
          <a:latin typeface="Book Antiqua" pitchFamily="18" charset="0"/>
          <a:cs typeface="Times New Roman" pitchFamily="18" charset="0"/>
        </a:defRPr>
      </a:lvl5pPr>
      <a:lvl6pPr marL="457200" algn="ctr" rtl="0" fontAlgn="base">
        <a:spcBef>
          <a:spcPct val="0"/>
        </a:spcBef>
        <a:spcAft>
          <a:spcPct val="0"/>
        </a:spcAft>
        <a:defRPr sz="3500">
          <a:solidFill>
            <a:srgbClr val="6B7D72"/>
          </a:solidFill>
          <a:latin typeface="Book Antiqua" pitchFamily="18" charset="0"/>
          <a:cs typeface="Times New Roman" pitchFamily="18" charset="0"/>
        </a:defRPr>
      </a:lvl6pPr>
      <a:lvl7pPr marL="914400" algn="ctr" rtl="0" fontAlgn="base">
        <a:spcBef>
          <a:spcPct val="0"/>
        </a:spcBef>
        <a:spcAft>
          <a:spcPct val="0"/>
        </a:spcAft>
        <a:defRPr sz="3500">
          <a:solidFill>
            <a:srgbClr val="6B7D72"/>
          </a:solidFill>
          <a:latin typeface="Book Antiqua" pitchFamily="18" charset="0"/>
          <a:cs typeface="Times New Roman" pitchFamily="18" charset="0"/>
        </a:defRPr>
      </a:lvl7pPr>
      <a:lvl8pPr marL="1371600" algn="ctr" rtl="0" fontAlgn="base">
        <a:spcBef>
          <a:spcPct val="0"/>
        </a:spcBef>
        <a:spcAft>
          <a:spcPct val="0"/>
        </a:spcAft>
        <a:defRPr sz="3500">
          <a:solidFill>
            <a:srgbClr val="6B7D72"/>
          </a:solidFill>
          <a:latin typeface="Book Antiqua" pitchFamily="18" charset="0"/>
          <a:cs typeface="Times New Roman" pitchFamily="18" charset="0"/>
        </a:defRPr>
      </a:lvl8pPr>
      <a:lvl9pPr marL="1828800" algn="ctr" rtl="0" fontAlgn="base">
        <a:spcBef>
          <a:spcPct val="0"/>
        </a:spcBef>
        <a:spcAft>
          <a:spcPct val="0"/>
        </a:spcAft>
        <a:defRPr sz="3500">
          <a:solidFill>
            <a:srgbClr val="6B7D72"/>
          </a:solidFill>
          <a:latin typeface="Book Antiqua" pitchFamily="18" charset="0"/>
          <a:cs typeface="Times New Roman" pitchFamily="18" charset="0"/>
        </a:defRPr>
      </a:lvl9pPr>
    </p:titleStyle>
    <p:bodyStyle>
      <a:lvl1pPr marL="342900" indent="-228600" algn="l" rtl="0" eaLnBrk="0" fontAlgn="base" hangingPunct="0">
        <a:spcBef>
          <a:spcPct val="20000"/>
        </a:spcBef>
        <a:spcAft>
          <a:spcPct val="0"/>
        </a:spcAft>
        <a:buClr>
          <a:schemeClr val="accent1"/>
        </a:buClr>
        <a:buFont typeface="Arial" panose="020B0604020202020204" pitchFamily="34" charset="0"/>
        <a:buChar char="•"/>
        <a:defRPr sz="2400" kern="1200">
          <a:solidFill>
            <a:schemeClr val="tx2"/>
          </a:solidFill>
          <a:latin typeface="+mn-lt"/>
          <a:ea typeface="+mn-ea"/>
          <a:cs typeface="+mn-cs"/>
        </a:defRPr>
      </a:lvl1pPr>
      <a:lvl2pPr marL="639763" indent="-228600" algn="l" rtl="0" eaLnBrk="0" fontAlgn="base" hangingPunct="0">
        <a:spcBef>
          <a:spcPct val="20000"/>
        </a:spcBef>
        <a:spcAft>
          <a:spcPct val="0"/>
        </a:spcAft>
        <a:buClr>
          <a:schemeClr val="accent2"/>
        </a:buClr>
        <a:buFont typeface="Arial" panose="020B0604020202020204" pitchFamily="34" charset="0"/>
        <a:buChar char="•"/>
        <a:defRPr sz="2000" kern="1200">
          <a:solidFill>
            <a:schemeClr val="tx2"/>
          </a:solidFill>
          <a:latin typeface="+mn-lt"/>
          <a:ea typeface="+mn-ea"/>
          <a:cs typeface="+mn-cs"/>
        </a:defRPr>
      </a:lvl2pPr>
      <a:lvl3pPr marL="914400" indent="-228600" algn="l" rtl="0" eaLnBrk="0" fontAlgn="base" hangingPunct="0">
        <a:spcBef>
          <a:spcPct val="20000"/>
        </a:spcBef>
        <a:spcAft>
          <a:spcPct val="0"/>
        </a:spcAft>
        <a:buClr>
          <a:srgbClr val="B5AE53"/>
        </a:buClr>
        <a:buFont typeface="Arial" panose="020B0604020202020204" pitchFamily="34" charset="0"/>
        <a:buChar char="•"/>
        <a:defRPr kern="1200">
          <a:solidFill>
            <a:schemeClr val="tx2"/>
          </a:solidFill>
          <a:latin typeface="+mn-lt"/>
          <a:ea typeface="+mn-ea"/>
          <a:cs typeface="+mn-cs"/>
        </a:defRPr>
      </a:lvl3pPr>
      <a:lvl4pPr marL="1279525" indent="-228600" algn="l" rtl="0" eaLnBrk="0" fontAlgn="base" hangingPunct="0">
        <a:spcBef>
          <a:spcPct val="20000"/>
        </a:spcBef>
        <a:spcAft>
          <a:spcPct val="0"/>
        </a:spcAft>
        <a:buClr>
          <a:srgbClr val="848058"/>
        </a:buClr>
        <a:buFont typeface="Arial" panose="020B0604020202020204" pitchFamily="34" charset="0"/>
        <a:buChar char="•"/>
        <a:defRPr sz="1600" kern="1200">
          <a:solidFill>
            <a:schemeClr val="tx2"/>
          </a:solidFill>
          <a:latin typeface="+mn-lt"/>
          <a:ea typeface="+mn-ea"/>
          <a:cs typeface="+mn-cs"/>
        </a:defRPr>
      </a:lvl4pPr>
      <a:lvl5pPr marL="1554163" indent="-228600" algn="l" rtl="0" eaLnBrk="0" fontAlgn="base" hangingPunct="0">
        <a:spcBef>
          <a:spcPct val="20000"/>
        </a:spcBef>
        <a:spcAft>
          <a:spcPct val="0"/>
        </a:spcAft>
        <a:buClr>
          <a:srgbClr val="E8B54D"/>
        </a:buClr>
        <a:buFont typeface="Arial" panose="020B0604020202020204" pitchFamily="34" charset="0"/>
        <a:buChar char="•"/>
        <a:defRPr sz="1600" kern="120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050" name="Group 2">
            <a:extLst>
              <a:ext uri="{FF2B5EF4-FFF2-40B4-BE49-F238E27FC236}">
                <a16:creationId xmlns:a16="http://schemas.microsoft.com/office/drawing/2014/main" id="{12A82BA4-2B3E-E85C-5D64-A59BC66CE084}"/>
              </a:ext>
            </a:extLst>
          </p:cNvPr>
          <p:cNvGrpSpPr>
            <a:grpSpLocks/>
          </p:cNvGrpSpPr>
          <p:nvPr/>
        </p:nvGrpSpPr>
        <p:grpSpPr bwMode="auto">
          <a:xfrm>
            <a:off x="-4318000" y="0"/>
            <a:ext cx="15900400" cy="3810000"/>
            <a:chOff x="-2040" y="0"/>
            <a:chExt cx="7512" cy="2400"/>
          </a:xfrm>
        </p:grpSpPr>
        <p:sp>
          <p:nvSpPr>
            <p:cNvPr id="2056" name="AutoShape 3">
              <a:extLst>
                <a:ext uri="{FF2B5EF4-FFF2-40B4-BE49-F238E27FC236}">
                  <a16:creationId xmlns:a16="http://schemas.microsoft.com/office/drawing/2014/main" id="{3D2C8416-9BD4-54F6-E106-5BFEF1B6AC29}"/>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2057" name="AutoShape 4">
              <a:extLst>
                <a:ext uri="{FF2B5EF4-FFF2-40B4-BE49-F238E27FC236}">
                  <a16:creationId xmlns:a16="http://schemas.microsoft.com/office/drawing/2014/main" id="{CB83DE1C-1E13-97EE-0819-05AF6E241AE4}"/>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2058" name="Line 5">
              <a:extLst>
                <a:ext uri="{FF2B5EF4-FFF2-40B4-BE49-F238E27FC236}">
                  <a16:creationId xmlns:a16="http://schemas.microsoft.com/office/drawing/2014/main" id="{72E7138C-CC79-88C7-654D-227ADF68318E}"/>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2051" name="Rectangle 6">
            <a:extLst>
              <a:ext uri="{FF2B5EF4-FFF2-40B4-BE49-F238E27FC236}">
                <a16:creationId xmlns:a16="http://schemas.microsoft.com/office/drawing/2014/main" id="{C5A91CC1-BFB7-1681-24E3-4AD5EEF376FC}"/>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2052" name="Rectangle 7">
            <a:extLst>
              <a:ext uri="{FF2B5EF4-FFF2-40B4-BE49-F238E27FC236}">
                <a16:creationId xmlns:a16="http://schemas.microsoft.com/office/drawing/2014/main" id="{B66F65A3-2C32-608F-5A06-AECF0D6F8174}"/>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F8251872-603E-A2DA-414B-9F31ABDEE55B}"/>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25D6CA95-64DE-434F-A923-5C33F32C3E08}" type="datetime1">
              <a:rPr lang="hy-AM"/>
              <a:pPr>
                <a:defRPr/>
              </a:pPr>
              <a:t>21.10.2026</a:t>
            </a:fld>
            <a:endParaRPr lang="en-US"/>
          </a:p>
        </p:txBody>
      </p:sp>
      <p:sp>
        <p:nvSpPr>
          <p:cNvPr id="117769" name="Rectangle 9">
            <a:extLst>
              <a:ext uri="{FF2B5EF4-FFF2-40B4-BE49-F238E27FC236}">
                <a16:creationId xmlns:a16="http://schemas.microsoft.com/office/drawing/2014/main" id="{34D4477A-3D41-3DE3-A593-FB41DA710AF5}"/>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3344C78F-6404-8890-3451-AF567CAB20CA}"/>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03C5CEDB-36A9-429B-82CD-57C64BE4D7DB}"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5572" r:id="rId1"/>
    <p:sldLayoutId id="2147485573" r:id="rId2"/>
    <p:sldLayoutId id="2147485574" r:id="rId3"/>
    <p:sldLayoutId id="2147485575" r:id="rId4"/>
    <p:sldLayoutId id="2147485576" r:id="rId5"/>
    <p:sldLayoutId id="2147485577" r:id="rId6"/>
    <p:sldLayoutId id="2147485578" r:id="rId7"/>
    <p:sldLayoutId id="2147485579" r:id="rId8"/>
    <p:sldLayoutId id="2147485580" r:id="rId9"/>
    <p:sldLayoutId id="2147485581" r:id="rId10"/>
    <p:sldLayoutId id="2147485582"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3074" name="Group 2">
            <a:extLst>
              <a:ext uri="{FF2B5EF4-FFF2-40B4-BE49-F238E27FC236}">
                <a16:creationId xmlns:a16="http://schemas.microsoft.com/office/drawing/2014/main" id="{2C3BA5FE-8880-FF3E-033D-22526A243880}"/>
              </a:ext>
            </a:extLst>
          </p:cNvPr>
          <p:cNvGrpSpPr>
            <a:grpSpLocks/>
          </p:cNvGrpSpPr>
          <p:nvPr/>
        </p:nvGrpSpPr>
        <p:grpSpPr bwMode="auto">
          <a:xfrm>
            <a:off x="-4318000" y="0"/>
            <a:ext cx="15900400" cy="3810000"/>
            <a:chOff x="-2040" y="0"/>
            <a:chExt cx="7512" cy="2400"/>
          </a:xfrm>
        </p:grpSpPr>
        <p:sp>
          <p:nvSpPr>
            <p:cNvPr id="3080" name="AutoShape 3">
              <a:extLst>
                <a:ext uri="{FF2B5EF4-FFF2-40B4-BE49-F238E27FC236}">
                  <a16:creationId xmlns:a16="http://schemas.microsoft.com/office/drawing/2014/main" id="{04F00623-A1B5-8F4F-D59D-10727D19F1D1}"/>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3081" name="AutoShape 4">
              <a:extLst>
                <a:ext uri="{FF2B5EF4-FFF2-40B4-BE49-F238E27FC236}">
                  <a16:creationId xmlns:a16="http://schemas.microsoft.com/office/drawing/2014/main" id="{43FD68D6-14B2-630B-BD1C-8879F61CD4CE}"/>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3082" name="Line 5">
              <a:extLst>
                <a:ext uri="{FF2B5EF4-FFF2-40B4-BE49-F238E27FC236}">
                  <a16:creationId xmlns:a16="http://schemas.microsoft.com/office/drawing/2014/main" id="{57311BC3-A3C2-ED74-2E7B-BDB7EC75A537}"/>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3075" name="Rectangle 6">
            <a:extLst>
              <a:ext uri="{FF2B5EF4-FFF2-40B4-BE49-F238E27FC236}">
                <a16:creationId xmlns:a16="http://schemas.microsoft.com/office/drawing/2014/main" id="{E0093631-6F42-F0D7-A5D4-B801BA05A402}"/>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3076" name="Rectangle 7">
            <a:extLst>
              <a:ext uri="{FF2B5EF4-FFF2-40B4-BE49-F238E27FC236}">
                <a16:creationId xmlns:a16="http://schemas.microsoft.com/office/drawing/2014/main" id="{EF27E88F-14CD-E0A9-5622-2253C25A6CE0}"/>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F5BC0DEB-FEA6-561B-DDBA-6E81D99E557A}"/>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A8988A67-8F4C-4EC3-8F53-656926B908DA}" type="datetime1">
              <a:rPr lang="hy-AM"/>
              <a:pPr>
                <a:defRPr/>
              </a:pPr>
              <a:t>21.10.2026</a:t>
            </a:fld>
            <a:endParaRPr lang="en-US"/>
          </a:p>
        </p:txBody>
      </p:sp>
      <p:sp>
        <p:nvSpPr>
          <p:cNvPr id="117769" name="Rectangle 9">
            <a:extLst>
              <a:ext uri="{FF2B5EF4-FFF2-40B4-BE49-F238E27FC236}">
                <a16:creationId xmlns:a16="http://schemas.microsoft.com/office/drawing/2014/main" id="{F07BD404-51F7-2AAA-1031-E8A1BD755848}"/>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FCF5F0EA-1EA8-9135-26C6-A8B7E0426AEF}"/>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8E90186B-C755-4128-8A20-5336D4887C68}"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5583" r:id="rId1"/>
    <p:sldLayoutId id="2147485584" r:id="rId2"/>
    <p:sldLayoutId id="2147485585" r:id="rId3"/>
    <p:sldLayoutId id="2147485586" r:id="rId4"/>
    <p:sldLayoutId id="2147485587" r:id="rId5"/>
    <p:sldLayoutId id="2147485588" r:id="rId6"/>
    <p:sldLayoutId id="2147485589" r:id="rId7"/>
    <p:sldLayoutId id="2147485590" r:id="rId8"/>
    <p:sldLayoutId id="2147485591" r:id="rId9"/>
    <p:sldLayoutId id="2147485592" r:id="rId10"/>
    <p:sldLayoutId id="2147485593"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4098" name="Group 2">
            <a:extLst>
              <a:ext uri="{FF2B5EF4-FFF2-40B4-BE49-F238E27FC236}">
                <a16:creationId xmlns:a16="http://schemas.microsoft.com/office/drawing/2014/main" id="{6625E045-C7F4-C93E-9BA1-2A5455A41586}"/>
              </a:ext>
            </a:extLst>
          </p:cNvPr>
          <p:cNvGrpSpPr>
            <a:grpSpLocks/>
          </p:cNvGrpSpPr>
          <p:nvPr/>
        </p:nvGrpSpPr>
        <p:grpSpPr bwMode="auto">
          <a:xfrm>
            <a:off x="-4318000" y="0"/>
            <a:ext cx="15900400" cy="3810000"/>
            <a:chOff x="-2040" y="0"/>
            <a:chExt cx="7512" cy="2400"/>
          </a:xfrm>
        </p:grpSpPr>
        <p:sp>
          <p:nvSpPr>
            <p:cNvPr id="4104" name="AutoShape 3">
              <a:extLst>
                <a:ext uri="{FF2B5EF4-FFF2-40B4-BE49-F238E27FC236}">
                  <a16:creationId xmlns:a16="http://schemas.microsoft.com/office/drawing/2014/main" id="{2FB8F432-C71A-E3E5-4F4D-F5CD726B39A6}"/>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4105" name="AutoShape 4">
              <a:extLst>
                <a:ext uri="{FF2B5EF4-FFF2-40B4-BE49-F238E27FC236}">
                  <a16:creationId xmlns:a16="http://schemas.microsoft.com/office/drawing/2014/main" id="{ABFE2014-6D8F-416E-60C2-FE989F15C67B}"/>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4106" name="Line 5">
              <a:extLst>
                <a:ext uri="{FF2B5EF4-FFF2-40B4-BE49-F238E27FC236}">
                  <a16:creationId xmlns:a16="http://schemas.microsoft.com/office/drawing/2014/main" id="{26A9089F-3A6C-5B3D-69AC-9A9EA2A2E0FA}"/>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4099" name="Rectangle 6">
            <a:extLst>
              <a:ext uri="{FF2B5EF4-FFF2-40B4-BE49-F238E27FC236}">
                <a16:creationId xmlns:a16="http://schemas.microsoft.com/office/drawing/2014/main" id="{18855FA8-12F3-0E76-BA29-91BCDF2043AB}"/>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4100" name="Rectangle 7">
            <a:extLst>
              <a:ext uri="{FF2B5EF4-FFF2-40B4-BE49-F238E27FC236}">
                <a16:creationId xmlns:a16="http://schemas.microsoft.com/office/drawing/2014/main" id="{BDFB107B-C847-95B5-B8F3-F81A51EF86A9}"/>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6F862DED-FEB5-F893-D382-6443A5770948}"/>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328C5F49-047D-4137-9087-D747DDDEA1AF}" type="datetime1">
              <a:rPr lang="hy-AM"/>
              <a:pPr>
                <a:defRPr/>
              </a:pPr>
              <a:t>21.10.2026</a:t>
            </a:fld>
            <a:endParaRPr lang="en-US"/>
          </a:p>
        </p:txBody>
      </p:sp>
      <p:sp>
        <p:nvSpPr>
          <p:cNvPr id="117769" name="Rectangle 9">
            <a:extLst>
              <a:ext uri="{FF2B5EF4-FFF2-40B4-BE49-F238E27FC236}">
                <a16:creationId xmlns:a16="http://schemas.microsoft.com/office/drawing/2014/main" id="{F906E2EC-905C-D2E4-1CED-30AC2CBD8B21}"/>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7F6F0757-0787-E9C7-DF00-32D15F8B3159}"/>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FA86E5DC-A945-490E-A010-66374FB7E4F5}"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5594" r:id="rId1"/>
    <p:sldLayoutId id="2147485595" r:id="rId2"/>
    <p:sldLayoutId id="2147485596" r:id="rId3"/>
    <p:sldLayoutId id="2147485597" r:id="rId4"/>
    <p:sldLayoutId id="2147485598" r:id="rId5"/>
    <p:sldLayoutId id="2147485599" r:id="rId6"/>
    <p:sldLayoutId id="2147485600" r:id="rId7"/>
    <p:sldLayoutId id="2147485601" r:id="rId8"/>
    <p:sldLayoutId id="2147485602" r:id="rId9"/>
    <p:sldLayoutId id="2147485603" r:id="rId10"/>
    <p:sldLayoutId id="2147485604"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5122" name="Group 2">
            <a:extLst>
              <a:ext uri="{FF2B5EF4-FFF2-40B4-BE49-F238E27FC236}">
                <a16:creationId xmlns:a16="http://schemas.microsoft.com/office/drawing/2014/main" id="{4A2D147E-8BE0-8EE0-0E9A-9B5C18177AD0}"/>
              </a:ext>
            </a:extLst>
          </p:cNvPr>
          <p:cNvGrpSpPr>
            <a:grpSpLocks/>
          </p:cNvGrpSpPr>
          <p:nvPr/>
        </p:nvGrpSpPr>
        <p:grpSpPr bwMode="auto">
          <a:xfrm>
            <a:off x="-4318000" y="0"/>
            <a:ext cx="15900400" cy="3810000"/>
            <a:chOff x="-2040" y="0"/>
            <a:chExt cx="7512" cy="2400"/>
          </a:xfrm>
        </p:grpSpPr>
        <p:sp>
          <p:nvSpPr>
            <p:cNvPr id="5128" name="AutoShape 3">
              <a:extLst>
                <a:ext uri="{FF2B5EF4-FFF2-40B4-BE49-F238E27FC236}">
                  <a16:creationId xmlns:a16="http://schemas.microsoft.com/office/drawing/2014/main" id="{CC81E5ED-3145-18E0-ACF0-5E276434693E}"/>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129" name="AutoShape 4">
              <a:extLst>
                <a:ext uri="{FF2B5EF4-FFF2-40B4-BE49-F238E27FC236}">
                  <a16:creationId xmlns:a16="http://schemas.microsoft.com/office/drawing/2014/main" id="{2828861A-D0BF-8B08-9386-1AC4CBE1A6F0}"/>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5130" name="Line 5">
              <a:extLst>
                <a:ext uri="{FF2B5EF4-FFF2-40B4-BE49-F238E27FC236}">
                  <a16:creationId xmlns:a16="http://schemas.microsoft.com/office/drawing/2014/main" id="{320CA0BE-57A2-D223-FDFF-6DD9E353FD7E}"/>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5123" name="Rectangle 6">
            <a:extLst>
              <a:ext uri="{FF2B5EF4-FFF2-40B4-BE49-F238E27FC236}">
                <a16:creationId xmlns:a16="http://schemas.microsoft.com/office/drawing/2014/main" id="{D576CEEA-84F3-215D-C582-BDEA0472FFC2}"/>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5124" name="Rectangle 7">
            <a:extLst>
              <a:ext uri="{FF2B5EF4-FFF2-40B4-BE49-F238E27FC236}">
                <a16:creationId xmlns:a16="http://schemas.microsoft.com/office/drawing/2014/main" id="{14FFA479-E90B-AAE8-18FD-92C9348BB161}"/>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8D515606-5699-447A-CB3E-EEA9C2D67CA8}"/>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73681909-D12B-4B0B-81F0-877BB36FBBA9}" type="datetime1">
              <a:rPr lang="hy-AM"/>
              <a:pPr>
                <a:defRPr/>
              </a:pPr>
              <a:t>21.10.2026</a:t>
            </a:fld>
            <a:endParaRPr lang="en-US"/>
          </a:p>
        </p:txBody>
      </p:sp>
      <p:sp>
        <p:nvSpPr>
          <p:cNvPr id="117769" name="Rectangle 9">
            <a:extLst>
              <a:ext uri="{FF2B5EF4-FFF2-40B4-BE49-F238E27FC236}">
                <a16:creationId xmlns:a16="http://schemas.microsoft.com/office/drawing/2014/main" id="{FC057C52-650D-F2FD-CDEC-A797AF014F34}"/>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50D7C13A-D1FC-B2D6-03FC-AD13D34B9655}"/>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9C01C5F3-94B5-408F-A7DF-B7AB2BA8BD75}"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5605" r:id="rId1"/>
    <p:sldLayoutId id="2147485606" r:id="rId2"/>
    <p:sldLayoutId id="2147485607" r:id="rId3"/>
    <p:sldLayoutId id="2147485608" r:id="rId4"/>
    <p:sldLayoutId id="2147485609" r:id="rId5"/>
    <p:sldLayoutId id="2147485610" r:id="rId6"/>
    <p:sldLayoutId id="2147485611" r:id="rId7"/>
    <p:sldLayoutId id="2147485612" r:id="rId8"/>
    <p:sldLayoutId id="2147485613" r:id="rId9"/>
    <p:sldLayoutId id="2147485614" r:id="rId10"/>
    <p:sldLayoutId id="2147485615"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6146" name="Group 2">
            <a:extLst>
              <a:ext uri="{FF2B5EF4-FFF2-40B4-BE49-F238E27FC236}">
                <a16:creationId xmlns:a16="http://schemas.microsoft.com/office/drawing/2014/main" id="{B8B58C33-0D8B-7BB6-23DB-30FD9B76833D}"/>
              </a:ext>
            </a:extLst>
          </p:cNvPr>
          <p:cNvGrpSpPr>
            <a:grpSpLocks/>
          </p:cNvGrpSpPr>
          <p:nvPr/>
        </p:nvGrpSpPr>
        <p:grpSpPr bwMode="auto">
          <a:xfrm>
            <a:off x="-4318000" y="0"/>
            <a:ext cx="15900400" cy="3810000"/>
            <a:chOff x="-2040" y="0"/>
            <a:chExt cx="7512" cy="2400"/>
          </a:xfrm>
        </p:grpSpPr>
        <p:sp>
          <p:nvSpPr>
            <p:cNvPr id="6152" name="AutoShape 3">
              <a:extLst>
                <a:ext uri="{FF2B5EF4-FFF2-40B4-BE49-F238E27FC236}">
                  <a16:creationId xmlns:a16="http://schemas.microsoft.com/office/drawing/2014/main" id="{860FACE7-7E2C-0233-B5EF-362F8A5F9016}"/>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6153" name="AutoShape 4">
              <a:extLst>
                <a:ext uri="{FF2B5EF4-FFF2-40B4-BE49-F238E27FC236}">
                  <a16:creationId xmlns:a16="http://schemas.microsoft.com/office/drawing/2014/main" id="{15449373-2034-EA1E-0D50-D35C2FC94D45}"/>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6154" name="Line 5">
              <a:extLst>
                <a:ext uri="{FF2B5EF4-FFF2-40B4-BE49-F238E27FC236}">
                  <a16:creationId xmlns:a16="http://schemas.microsoft.com/office/drawing/2014/main" id="{8E063C25-66FD-A8AC-4DB5-DAB0502FE525}"/>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6147" name="Rectangle 6">
            <a:extLst>
              <a:ext uri="{FF2B5EF4-FFF2-40B4-BE49-F238E27FC236}">
                <a16:creationId xmlns:a16="http://schemas.microsoft.com/office/drawing/2014/main" id="{47DC0080-1445-3EFA-B593-F92DA0F7BD32}"/>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6148" name="Rectangle 7">
            <a:extLst>
              <a:ext uri="{FF2B5EF4-FFF2-40B4-BE49-F238E27FC236}">
                <a16:creationId xmlns:a16="http://schemas.microsoft.com/office/drawing/2014/main" id="{9FB52953-AD0F-E2C8-1096-550A0B9BE93E}"/>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7BD43E6C-7F25-A6C1-8BFF-66C28B65C2B3}"/>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01404520-5BE6-4503-9E28-F32B82B58FC3}" type="datetime1">
              <a:rPr lang="hy-AM"/>
              <a:pPr>
                <a:defRPr/>
              </a:pPr>
              <a:t>21.10.2026</a:t>
            </a:fld>
            <a:endParaRPr lang="en-US"/>
          </a:p>
        </p:txBody>
      </p:sp>
      <p:sp>
        <p:nvSpPr>
          <p:cNvPr id="117769" name="Rectangle 9">
            <a:extLst>
              <a:ext uri="{FF2B5EF4-FFF2-40B4-BE49-F238E27FC236}">
                <a16:creationId xmlns:a16="http://schemas.microsoft.com/office/drawing/2014/main" id="{0E2CB168-98D9-0D04-8A9D-A3D6E89500C6}"/>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2153474E-0591-354F-1810-A9C8BE4315EC}"/>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4FC718AD-25B7-405A-B782-705F6E974EF0}"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5616" r:id="rId1"/>
    <p:sldLayoutId id="2147485617" r:id="rId2"/>
    <p:sldLayoutId id="2147485618" r:id="rId3"/>
    <p:sldLayoutId id="2147485619" r:id="rId4"/>
    <p:sldLayoutId id="2147485620" r:id="rId5"/>
    <p:sldLayoutId id="2147485621" r:id="rId6"/>
    <p:sldLayoutId id="2147485622" r:id="rId7"/>
    <p:sldLayoutId id="2147485623" r:id="rId8"/>
    <p:sldLayoutId id="2147485624" r:id="rId9"/>
    <p:sldLayoutId id="2147485625" r:id="rId10"/>
    <p:sldLayoutId id="2147485626"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7170" name="Group 2">
            <a:extLst>
              <a:ext uri="{FF2B5EF4-FFF2-40B4-BE49-F238E27FC236}">
                <a16:creationId xmlns:a16="http://schemas.microsoft.com/office/drawing/2014/main" id="{FB2BF5C3-7639-E933-7D1A-2067EBA651F8}"/>
              </a:ext>
            </a:extLst>
          </p:cNvPr>
          <p:cNvGrpSpPr>
            <a:grpSpLocks/>
          </p:cNvGrpSpPr>
          <p:nvPr/>
        </p:nvGrpSpPr>
        <p:grpSpPr bwMode="auto">
          <a:xfrm>
            <a:off x="-4318000" y="0"/>
            <a:ext cx="15900400" cy="3810000"/>
            <a:chOff x="-2040" y="0"/>
            <a:chExt cx="7512" cy="2400"/>
          </a:xfrm>
        </p:grpSpPr>
        <p:sp>
          <p:nvSpPr>
            <p:cNvPr id="7176" name="AutoShape 3">
              <a:extLst>
                <a:ext uri="{FF2B5EF4-FFF2-40B4-BE49-F238E27FC236}">
                  <a16:creationId xmlns:a16="http://schemas.microsoft.com/office/drawing/2014/main" id="{F92BC591-95D9-D676-EAAE-F01A18DF07F8}"/>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7177" name="AutoShape 4">
              <a:extLst>
                <a:ext uri="{FF2B5EF4-FFF2-40B4-BE49-F238E27FC236}">
                  <a16:creationId xmlns:a16="http://schemas.microsoft.com/office/drawing/2014/main" id="{4786A99B-1430-7075-03C8-092FA0CFB593}"/>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7178" name="Line 5">
              <a:extLst>
                <a:ext uri="{FF2B5EF4-FFF2-40B4-BE49-F238E27FC236}">
                  <a16:creationId xmlns:a16="http://schemas.microsoft.com/office/drawing/2014/main" id="{A3CC9887-B102-72C8-7E1F-C8DCA5266C61}"/>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7171" name="Rectangle 6">
            <a:extLst>
              <a:ext uri="{FF2B5EF4-FFF2-40B4-BE49-F238E27FC236}">
                <a16:creationId xmlns:a16="http://schemas.microsoft.com/office/drawing/2014/main" id="{A9DAC9B4-6644-85F7-5D8C-98A9393A30B1}"/>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7172" name="Rectangle 7">
            <a:extLst>
              <a:ext uri="{FF2B5EF4-FFF2-40B4-BE49-F238E27FC236}">
                <a16:creationId xmlns:a16="http://schemas.microsoft.com/office/drawing/2014/main" id="{2E29C0D8-0AC7-8B20-C900-55CDF801D445}"/>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E1B01743-CC49-C565-59B4-E22B1E1F6D97}"/>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B30D0CF6-6D04-4B14-94AC-5BB660E345A2}" type="datetime1">
              <a:rPr lang="hy-AM"/>
              <a:pPr>
                <a:defRPr/>
              </a:pPr>
              <a:t>21.10.2026</a:t>
            </a:fld>
            <a:endParaRPr lang="en-US"/>
          </a:p>
        </p:txBody>
      </p:sp>
      <p:sp>
        <p:nvSpPr>
          <p:cNvPr id="117769" name="Rectangle 9">
            <a:extLst>
              <a:ext uri="{FF2B5EF4-FFF2-40B4-BE49-F238E27FC236}">
                <a16:creationId xmlns:a16="http://schemas.microsoft.com/office/drawing/2014/main" id="{FD073407-791D-5553-BD38-34F0F5301D38}"/>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08D9105E-1E55-D833-47BD-CA25D17896B3}"/>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2FE18671-4869-4F7D-974D-7958B68AF9E7}"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5627" r:id="rId1"/>
    <p:sldLayoutId id="2147485628" r:id="rId2"/>
    <p:sldLayoutId id="2147485629" r:id="rId3"/>
    <p:sldLayoutId id="2147485630" r:id="rId4"/>
    <p:sldLayoutId id="2147485631" r:id="rId5"/>
    <p:sldLayoutId id="2147485632" r:id="rId6"/>
    <p:sldLayoutId id="2147485633" r:id="rId7"/>
    <p:sldLayoutId id="2147485634" r:id="rId8"/>
    <p:sldLayoutId id="2147485635" r:id="rId9"/>
    <p:sldLayoutId id="2147485636" r:id="rId10"/>
    <p:sldLayoutId id="2147485637"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8194" name="Group 2">
            <a:extLst>
              <a:ext uri="{FF2B5EF4-FFF2-40B4-BE49-F238E27FC236}">
                <a16:creationId xmlns:a16="http://schemas.microsoft.com/office/drawing/2014/main" id="{B516706A-C2BE-D17C-B5C8-CF9B686C8CE3}"/>
              </a:ext>
            </a:extLst>
          </p:cNvPr>
          <p:cNvGrpSpPr>
            <a:grpSpLocks/>
          </p:cNvGrpSpPr>
          <p:nvPr/>
        </p:nvGrpSpPr>
        <p:grpSpPr bwMode="auto">
          <a:xfrm>
            <a:off x="-4318000" y="0"/>
            <a:ext cx="15900400" cy="3810000"/>
            <a:chOff x="-2040" y="0"/>
            <a:chExt cx="7512" cy="2400"/>
          </a:xfrm>
        </p:grpSpPr>
        <p:sp>
          <p:nvSpPr>
            <p:cNvPr id="8200" name="AutoShape 3">
              <a:extLst>
                <a:ext uri="{FF2B5EF4-FFF2-40B4-BE49-F238E27FC236}">
                  <a16:creationId xmlns:a16="http://schemas.microsoft.com/office/drawing/2014/main" id="{667DF59E-FDA6-76BD-91C3-31FE51DF7BEB}"/>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8201" name="AutoShape 4">
              <a:extLst>
                <a:ext uri="{FF2B5EF4-FFF2-40B4-BE49-F238E27FC236}">
                  <a16:creationId xmlns:a16="http://schemas.microsoft.com/office/drawing/2014/main" id="{274A9FCF-3992-E457-B166-7E327A99AAF8}"/>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8202" name="Line 5">
              <a:extLst>
                <a:ext uri="{FF2B5EF4-FFF2-40B4-BE49-F238E27FC236}">
                  <a16:creationId xmlns:a16="http://schemas.microsoft.com/office/drawing/2014/main" id="{26535F57-09B7-6E08-5356-EDC5C0C592E5}"/>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8195" name="Rectangle 6">
            <a:extLst>
              <a:ext uri="{FF2B5EF4-FFF2-40B4-BE49-F238E27FC236}">
                <a16:creationId xmlns:a16="http://schemas.microsoft.com/office/drawing/2014/main" id="{0262A121-203D-5BD8-0D50-EF366DC3E4E5}"/>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8196" name="Rectangle 7">
            <a:extLst>
              <a:ext uri="{FF2B5EF4-FFF2-40B4-BE49-F238E27FC236}">
                <a16:creationId xmlns:a16="http://schemas.microsoft.com/office/drawing/2014/main" id="{656D5EA3-9456-E3D0-C0D8-41E67C17AD36}"/>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6251C736-4786-7B78-0C3E-216B6E1BDE2F}"/>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81405067-B4C2-47B1-ADF2-463B0A88FD59}" type="datetime1">
              <a:rPr lang="hy-AM"/>
              <a:pPr>
                <a:defRPr/>
              </a:pPr>
              <a:t>21.10.2026</a:t>
            </a:fld>
            <a:endParaRPr lang="en-US"/>
          </a:p>
        </p:txBody>
      </p:sp>
      <p:sp>
        <p:nvSpPr>
          <p:cNvPr id="117769" name="Rectangle 9">
            <a:extLst>
              <a:ext uri="{FF2B5EF4-FFF2-40B4-BE49-F238E27FC236}">
                <a16:creationId xmlns:a16="http://schemas.microsoft.com/office/drawing/2014/main" id="{09D5A3B2-CF0E-12D5-2FEC-D5C4E38F2A8C}"/>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4E4BCC72-A4CF-EC80-28DE-0BBBE8B3AD7E}"/>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CB35DE05-45D5-4DB6-8529-03C16496AB66}"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5638" r:id="rId1"/>
    <p:sldLayoutId id="2147485639" r:id="rId2"/>
    <p:sldLayoutId id="2147485640" r:id="rId3"/>
    <p:sldLayoutId id="2147485641" r:id="rId4"/>
    <p:sldLayoutId id="2147485642" r:id="rId5"/>
    <p:sldLayoutId id="2147485643" r:id="rId6"/>
    <p:sldLayoutId id="2147485644" r:id="rId7"/>
    <p:sldLayoutId id="2147485645" r:id="rId8"/>
    <p:sldLayoutId id="2147485646" r:id="rId9"/>
    <p:sldLayoutId id="2147485647" r:id="rId10"/>
    <p:sldLayoutId id="2147485648"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9218" name="Group 2">
            <a:extLst>
              <a:ext uri="{FF2B5EF4-FFF2-40B4-BE49-F238E27FC236}">
                <a16:creationId xmlns:a16="http://schemas.microsoft.com/office/drawing/2014/main" id="{0D9BCE17-9163-54D6-CF1C-11C378E4137D}"/>
              </a:ext>
            </a:extLst>
          </p:cNvPr>
          <p:cNvGrpSpPr>
            <a:grpSpLocks/>
          </p:cNvGrpSpPr>
          <p:nvPr/>
        </p:nvGrpSpPr>
        <p:grpSpPr bwMode="auto">
          <a:xfrm>
            <a:off x="-4318000" y="0"/>
            <a:ext cx="15900400" cy="3810000"/>
            <a:chOff x="-2040" y="0"/>
            <a:chExt cx="7512" cy="2400"/>
          </a:xfrm>
        </p:grpSpPr>
        <p:sp>
          <p:nvSpPr>
            <p:cNvPr id="9224" name="AutoShape 3">
              <a:extLst>
                <a:ext uri="{FF2B5EF4-FFF2-40B4-BE49-F238E27FC236}">
                  <a16:creationId xmlns:a16="http://schemas.microsoft.com/office/drawing/2014/main" id="{B9FF93C5-4E14-33F9-15A8-6169246BFAD3}"/>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9225" name="AutoShape 4">
              <a:extLst>
                <a:ext uri="{FF2B5EF4-FFF2-40B4-BE49-F238E27FC236}">
                  <a16:creationId xmlns:a16="http://schemas.microsoft.com/office/drawing/2014/main" id="{91838F18-2018-7684-C2CC-A3D0923C16B7}"/>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9226" name="Line 5">
              <a:extLst>
                <a:ext uri="{FF2B5EF4-FFF2-40B4-BE49-F238E27FC236}">
                  <a16:creationId xmlns:a16="http://schemas.microsoft.com/office/drawing/2014/main" id="{9FF4BFE9-D554-B2CA-0862-980565F42809}"/>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9219" name="Rectangle 6">
            <a:extLst>
              <a:ext uri="{FF2B5EF4-FFF2-40B4-BE49-F238E27FC236}">
                <a16:creationId xmlns:a16="http://schemas.microsoft.com/office/drawing/2014/main" id="{267FD250-260B-DD67-E476-565924B3CBC6}"/>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9220" name="Rectangle 7">
            <a:extLst>
              <a:ext uri="{FF2B5EF4-FFF2-40B4-BE49-F238E27FC236}">
                <a16:creationId xmlns:a16="http://schemas.microsoft.com/office/drawing/2014/main" id="{F6DB7B96-7DA9-1DAE-7D2F-65E14850FD2A}"/>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48796508-287D-DBD4-A0A7-95C1E83F9669}"/>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4E6048B7-67A0-4FC5-AD1C-2C30D00CEBBE}" type="datetime1">
              <a:rPr lang="hy-AM"/>
              <a:pPr>
                <a:defRPr/>
              </a:pPr>
              <a:t>21.10.2026</a:t>
            </a:fld>
            <a:endParaRPr lang="en-US"/>
          </a:p>
        </p:txBody>
      </p:sp>
      <p:sp>
        <p:nvSpPr>
          <p:cNvPr id="117769" name="Rectangle 9">
            <a:extLst>
              <a:ext uri="{FF2B5EF4-FFF2-40B4-BE49-F238E27FC236}">
                <a16:creationId xmlns:a16="http://schemas.microsoft.com/office/drawing/2014/main" id="{9550C8AA-6434-2695-16EF-63AA06B1A9EA}"/>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16593CB4-D647-FE06-E614-92508DF768A0}"/>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B7E30A87-4DFA-4EF6-A6BB-022C47166548}"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5649" r:id="rId1"/>
    <p:sldLayoutId id="2147485650" r:id="rId2"/>
    <p:sldLayoutId id="2147485651" r:id="rId3"/>
    <p:sldLayoutId id="2147485652" r:id="rId4"/>
    <p:sldLayoutId id="2147485653" r:id="rId5"/>
    <p:sldLayoutId id="2147485654" r:id="rId6"/>
    <p:sldLayoutId id="2147485655" r:id="rId7"/>
    <p:sldLayoutId id="2147485656" r:id="rId8"/>
    <p:sldLayoutId id="2147485657" r:id="rId9"/>
    <p:sldLayoutId id="2147485658" r:id="rId10"/>
    <p:sldLayoutId id="2147485659"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10242" name="Group 2">
            <a:extLst>
              <a:ext uri="{FF2B5EF4-FFF2-40B4-BE49-F238E27FC236}">
                <a16:creationId xmlns:a16="http://schemas.microsoft.com/office/drawing/2014/main" id="{E6A0ED18-A5AD-268F-0A3F-F4ABB19C7626}"/>
              </a:ext>
            </a:extLst>
          </p:cNvPr>
          <p:cNvGrpSpPr>
            <a:grpSpLocks/>
          </p:cNvGrpSpPr>
          <p:nvPr/>
        </p:nvGrpSpPr>
        <p:grpSpPr bwMode="auto">
          <a:xfrm>
            <a:off x="-4318000" y="0"/>
            <a:ext cx="15900400" cy="3810000"/>
            <a:chOff x="-2040" y="0"/>
            <a:chExt cx="7512" cy="2400"/>
          </a:xfrm>
        </p:grpSpPr>
        <p:sp>
          <p:nvSpPr>
            <p:cNvPr id="10248" name="AutoShape 3">
              <a:extLst>
                <a:ext uri="{FF2B5EF4-FFF2-40B4-BE49-F238E27FC236}">
                  <a16:creationId xmlns:a16="http://schemas.microsoft.com/office/drawing/2014/main" id="{D2FF75DD-7FA9-6FB3-AE21-C9A617827C95}"/>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10249" name="AutoShape 4">
              <a:extLst>
                <a:ext uri="{FF2B5EF4-FFF2-40B4-BE49-F238E27FC236}">
                  <a16:creationId xmlns:a16="http://schemas.microsoft.com/office/drawing/2014/main" id="{D57C4F66-78B2-A4B6-75AD-25DB1689D989}"/>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10250" name="Line 5">
              <a:extLst>
                <a:ext uri="{FF2B5EF4-FFF2-40B4-BE49-F238E27FC236}">
                  <a16:creationId xmlns:a16="http://schemas.microsoft.com/office/drawing/2014/main" id="{151B6BBC-6F45-5E76-F512-698F0E7D823E}"/>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10243" name="Rectangle 6">
            <a:extLst>
              <a:ext uri="{FF2B5EF4-FFF2-40B4-BE49-F238E27FC236}">
                <a16:creationId xmlns:a16="http://schemas.microsoft.com/office/drawing/2014/main" id="{9786A343-1820-9797-652E-72830E43BEE9}"/>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10244" name="Rectangle 7">
            <a:extLst>
              <a:ext uri="{FF2B5EF4-FFF2-40B4-BE49-F238E27FC236}">
                <a16:creationId xmlns:a16="http://schemas.microsoft.com/office/drawing/2014/main" id="{A0043C70-9A98-2F49-EF09-834A285FDBDF}"/>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AB176995-862C-6B93-DD1C-30CB7187BE0B}"/>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3DF6139A-6A0B-417D-86CE-278B7AAF30C1}" type="datetime1">
              <a:rPr lang="hy-AM"/>
              <a:pPr>
                <a:defRPr/>
              </a:pPr>
              <a:t>21.10.2026</a:t>
            </a:fld>
            <a:endParaRPr lang="en-US"/>
          </a:p>
        </p:txBody>
      </p:sp>
      <p:sp>
        <p:nvSpPr>
          <p:cNvPr id="117769" name="Rectangle 9">
            <a:extLst>
              <a:ext uri="{FF2B5EF4-FFF2-40B4-BE49-F238E27FC236}">
                <a16:creationId xmlns:a16="http://schemas.microsoft.com/office/drawing/2014/main" id="{853198C8-61D0-C5A2-4886-0F7ADC80CB0B}"/>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B871EBA1-39FF-DE50-90A5-6B0531A1B222}"/>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6CB620F4-E154-4677-BCA7-C6A1D7C65A2E}"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5660" r:id="rId1"/>
    <p:sldLayoutId id="2147485661" r:id="rId2"/>
    <p:sldLayoutId id="2147485662" r:id="rId3"/>
    <p:sldLayoutId id="2147485663" r:id="rId4"/>
    <p:sldLayoutId id="2147485664" r:id="rId5"/>
    <p:sldLayoutId id="2147485665" r:id="rId6"/>
    <p:sldLayoutId id="2147485666" r:id="rId7"/>
    <p:sldLayoutId id="2147485667" r:id="rId8"/>
    <p:sldLayoutId id="2147485668" r:id="rId9"/>
    <p:sldLayoutId id="2147485669" r:id="rId10"/>
    <p:sldLayoutId id="2147485670"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11266" name="Group 2">
            <a:extLst>
              <a:ext uri="{FF2B5EF4-FFF2-40B4-BE49-F238E27FC236}">
                <a16:creationId xmlns:a16="http://schemas.microsoft.com/office/drawing/2014/main" id="{9E30EFC4-ACF8-DFE7-759F-00D2450ACAA2}"/>
              </a:ext>
            </a:extLst>
          </p:cNvPr>
          <p:cNvGrpSpPr>
            <a:grpSpLocks/>
          </p:cNvGrpSpPr>
          <p:nvPr/>
        </p:nvGrpSpPr>
        <p:grpSpPr bwMode="auto">
          <a:xfrm>
            <a:off x="-4318000" y="0"/>
            <a:ext cx="15900400" cy="3810000"/>
            <a:chOff x="-2040" y="0"/>
            <a:chExt cx="7512" cy="2400"/>
          </a:xfrm>
        </p:grpSpPr>
        <p:sp>
          <p:nvSpPr>
            <p:cNvPr id="11272" name="AutoShape 3">
              <a:extLst>
                <a:ext uri="{FF2B5EF4-FFF2-40B4-BE49-F238E27FC236}">
                  <a16:creationId xmlns:a16="http://schemas.microsoft.com/office/drawing/2014/main" id="{413B1026-241A-7106-7E58-74DCEA3C0CAF}"/>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11273" name="AutoShape 4">
              <a:extLst>
                <a:ext uri="{FF2B5EF4-FFF2-40B4-BE49-F238E27FC236}">
                  <a16:creationId xmlns:a16="http://schemas.microsoft.com/office/drawing/2014/main" id="{635AF75E-75F8-F0B4-E1E6-D872877819B7}"/>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11274" name="Line 5">
              <a:extLst>
                <a:ext uri="{FF2B5EF4-FFF2-40B4-BE49-F238E27FC236}">
                  <a16:creationId xmlns:a16="http://schemas.microsoft.com/office/drawing/2014/main" id="{171832A5-FF37-EB8B-94FD-0D0A1BC7C9C5}"/>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11267" name="Rectangle 6">
            <a:extLst>
              <a:ext uri="{FF2B5EF4-FFF2-40B4-BE49-F238E27FC236}">
                <a16:creationId xmlns:a16="http://schemas.microsoft.com/office/drawing/2014/main" id="{26F70D50-BDF3-69CB-C381-CBE8ED755A22}"/>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11268" name="Rectangle 7">
            <a:extLst>
              <a:ext uri="{FF2B5EF4-FFF2-40B4-BE49-F238E27FC236}">
                <a16:creationId xmlns:a16="http://schemas.microsoft.com/office/drawing/2014/main" id="{08DA2CD1-C65E-7103-246D-7322A0487AD4}"/>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CE21A3A8-4C7A-3C54-9650-28B8E2FFDAD2}"/>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10587506-FB3A-4549-8683-BDC067A4C4CB}" type="datetime1">
              <a:rPr lang="hy-AM"/>
              <a:pPr>
                <a:defRPr/>
              </a:pPr>
              <a:t>21.10.2026</a:t>
            </a:fld>
            <a:endParaRPr lang="en-US"/>
          </a:p>
        </p:txBody>
      </p:sp>
      <p:sp>
        <p:nvSpPr>
          <p:cNvPr id="117769" name="Rectangle 9">
            <a:extLst>
              <a:ext uri="{FF2B5EF4-FFF2-40B4-BE49-F238E27FC236}">
                <a16:creationId xmlns:a16="http://schemas.microsoft.com/office/drawing/2014/main" id="{D52DAE1A-0532-A0EB-A86F-B0D6A51DCB68}"/>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C72F920A-E2F3-322D-CBC9-8FFD14871019}"/>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598CA681-CFA9-434E-948F-7194AA3AD920}"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5671" r:id="rId1"/>
    <p:sldLayoutId id="2147485672" r:id="rId2"/>
    <p:sldLayoutId id="2147485673" r:id="rId3"/>
    <p:sldLayoutId id="2147485674" r:id="rId4"/>
    <p:sldLayoutId id="2147485675" r:id="rId5"/>
    <p:sldLayoutId id="2147485676" r:id="rId6"/>
    <p:sldLayoutId id="2147485677" r:id="rId7"/>
    <p:sldLayoutId id="2147485678" r:id="rId8"/>
    <p:sldLayoutId id="2147485679" r:id="rId9"/>
    <p:sldLayoutId id="2147485680" r:id="rId10"/>
    <p:sldLayoutId id="2147485681"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12290" name="Group 2">
            <a:extLst>
              <a:ext uri="{FF2B5EF4-FFF2-40B4-BE49-F238E27FC236}">
                <a16:creationId xmlns:a16="http://schemas.microsoft.com/office/drawing/2014/main" id="{8DD995AD-0ACF-AE9B-FED0-23875BBB1C97}"/>
              </a:ext>
            </a:extLst>
          </p:cNvPr>
          <p:cNvGrpSpPr>
            <a:grpSpLocks/>
          </p:cNvGrpSpPr>
          <p:nvPr/>
        </p:nvGrpSpPr>
        <p:grpSpPr bwMode="auto">
          <a:xfrm>
            <a:off x="-4318000" y="0"/>
            <a:ext cx="15900400" cy="3810000"/>
            <a:chOff x="-2040" y="0"/>
            <a:chExt cx="7512" cy="2400"/>
          </a:xfrm>
        </p:grpSpPr>
        <p:sp>
          <p:nvSpPr>
            <p:cNvPr id="12296" name="AutoShape 3">
              <a:extLst>
                <a:ext uri="{FF2B5EF4-FFF2-40B4-BE49-F238E27FC236}">
                  <a16:creationId xmlns:a16="http://schemas.microsoft.com/office/drawing/2014/main" id="{96EE56B1-43FD-A0E5-E79D-2E783046B6E2}"/>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12297" name="AutoShape 4">
              <a:extLst>
                <a:ext uri="{FF2B5EF4-FFF2-40B4-BE49-F238E27FC236}">
                  <a16:creationId xmlns:a16="http://schemas.microsoft.com/office/drawing/2014/main" id="{A2B1D0B2-BA3E-EE6B-7B54-F3306EC7363B}"/>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ar-IQ"/>
            </a:p>
          </p:txBody>
        </p:sp>
        <p:sp>
          <p:nvSpPr>
            <p:cNvPr id="12298" name="Line 5">
              <a:extLst>
                <a:ext uri="{FF2B5EF4-FFF2-40B4-BE49-F238E27FC236}">
                  <a16:creationId xmlns:a16="http://schemas.microsoft.com/office/drawing/2014/main" id="{100CCEF8-C6F5-C225-D711-3127F5CFF7B0}"/>
                </a:ext>
              </a:extLst>
            </p:cNvPr>
            <p:cNvSpPr>
              <a:spLocks noChangeShapeType="1"/>
            </p:cNvSpPr>
            <p:nvPr/>
          </p:nvSpPr>
          <p:spPr bwMode="auto">
            <a:xfrm>
              <a:off x="864" y="960"/>
              <a:ext cx="460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ar-IQ"/>
            </a:p>
          </p:txBody>
        </p:sp>
      </p:grpSp>
      <p:sp>
        <p:nvSpPr>
          <p:cNvPr id="12291" name="Rectangle 6">
            <a:extLst>
              <a:ext uri="{FF2B5EF4-FFF2-40B4-BE49-F238E27FC236}">
                <a16:creationId xmlns:a16="http://schemas.microsoft.com/office/drawing/2014/main" id="{88B8D2C7-F03A-926B-6EA4-089E00106699}"/>
              </a:ext>
            </a:extLst>
          </p:cNvPr>
          <p:cNvSpPr>
            <a:spLocks noGrp="1" noChangeArrowheads="1"/>
          </p:cNvSpPr>
          <p:nvPr>
            <p:ph type="title"/>
          </p:nvPr>
        </p:nvSpPr>
        <p:spPr bwMode="auto">
          <a:xfrm>
            <a:off x="1827213" y="301625"/>
            <a:ext cx="975042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ar-IQ"/>
              <a:t>Click to edit Master title style</a:t>
            </a:r>
          </a:p>
        </p:txBody>
      </p:sp>
      <p:sp>
        <p:nvSpPr>
          <p:cNvPr id="12292" name="Rectangle 7">
            <a:extLst>
              <a:ext uri="{FF2B5EF4-FFF2-40B4-BE49-F238E27FC236}">
                <a16:creationId xmlns:a16="http://schemas.microsoft.com/office/drawing/2014/main" id="{AD09E60C-4488-B631-9C7A-DA04F42DCE58}"/>
              </a:ext>
            </a:extLst>
          </p:cNvPr>
          <p:cNvSpPr>
            <a:spLocks noGrp="1" noChangeArrowheads="1"/>
          </p:cNvSpPr>
          <p:nvPr>
            <p:ph type="body" idx="1"/>
          </p:nvPr>
        </p:nvSpPr>
        <p:spPr bwMode="auto">
          <a:xfrm>
            <a:off x="1827213" y="1827213"/>
            <a:ext cx="97504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ar-IQ"/>
              <a:t>Click to 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117768" name="Rectangle 8">
            <a:extLst>
              <a:ext uri="{FF2B5EF4-FFF2-40B4-BE49-F238E27FC236}">
                <a16:creationId xmlns:a16="http://schemas.microsoft.com/office/drawing/2014/main" id="{563C2331-538F-1E58-C59F-6BF679F249CB}"/>
              </a:ext>
            </a:extLst>
          </p:cNvPr>
          <p:cNvSpPr>
            <a:spLocks noGrp="1" noChangeArrowheads="1"/>
          </p:cNvSpPr>
          <p:nvPr>
            <p:ph type="dt" sz="half" idx="2"/>
          </p:nvPr>
        </p:nvSpPr>
        <p:spPr bwMode="auto">
          <a:xfrm>
            <a:off x="609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l" rtl="0" eaLnBrk="1" hangingPunct="1">
              <a:defRPr sz="1200">
                <a:solidFill>
                  <a:srgbClr val="000000"/>
                </a:solidFill>
                <a:cs typeface="Arial" pitchFamily="34" charset="0"/>
              </a:defRPr>
            </a:lvl1pPr>
          </a:lstStyle>
          <a:p>
            <a:pPr>
              <a:defRPr/>
            </a:pPr>
            <a:fld id="{49F540C4-9A51-4AB3-AA2C-7DD0F64E54AD}" type="datetime1">
              <a:rPr lang="hy-AM"/>
              <a:pPr>
                <a:defRPr/>
              </a:pPr>
              <a:t>21.10.2026</a:t>
            </a:fld>
            <a:endParaRPr lang="en-US"/>
          </a:p>
        </p:txBody>
      </p:sp>
      <p:sp>
        <p:nvSpPr>
          <p:cNvPr id="117769" name="Rectangle 9">
            <a:extLst>
              <a:ext uri="{FF2B5EF4-FFF2-40B4-BE49-F238E27FC236}">
                <a16:creationId xmlns:a16="http://schemas.microsoft.com/office/drawing/2014/main" id="{3E23A756-4E92-353E-4158-B2699A9C4F81}"/>
              </a:ext>
            </a:extLst>
          </p:cNvPr>
          <p:cNvSpPr>
            <a:spLocks noGrp="1" noChangeArrowheads="1"/>
          </p:cNvSpPr>
          <p:nvPr>
            <p:ph type="ftr" sz="quarter" idx="3"/>
          </p:nvPr>
        </p:nvSpPr>
        <p:spPr bwMode="auto">
          <a:xfrm>
            <a:off x="4165600" y="6248400"/>
            <a:ext cx="3860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ctr" rtl="0" eaLnBrk="1" hangingPunct="1">
              <a:defRPr sz="1200">
                <a:solidFill>
                  <a:srgbClr val="000000"/>
                </a:solidFill>
                <a:cs typeface="Arial" pitchFamily="34" charset="0"/>
              </a:defRPr>
            </a:lvl1pPr>
          </a:lstStyle>
          <a:p>
            <a:pPr>
              <a:defRPr/>
            </a:pPr>
            <a:r>
              <a:rPr lang="en-US"/>
              <a:t>Ihsan Lash Ph D RN</a:t>
            </a:r>
          </a:p>
        </p:txBody>
      </p:sp>
      <p:sp>
        <p:nvSpPr>
          <p:cNvPr id="117770" name="Rectangle 10">
            <a:extLst>
              <a:ext uri="{FF2B5EF4-FFF2-40B4-BE49-F238E27FC236}">
                <a16:creationId xmlns:a16="http://schemas.microsoft.com/office/drawing/2014/main" id="{C9EE4919-D9E9-D4DD-A018-E0CE48105916}"/>
              </a:ext>
            </a:extLst>
          </p:cNvPr>
          <p:cNvSpPr>
            <a:spLocks noGrp="1" noChangeArrowheads="1"/>
          </p:cNvSpPr>
          <p:nvPr>
            <p:ph type="sldNum" sz="quarter" idx="4"/>
          </p:nvPr>
        </p:nvSpPr>
        <p:spPr bwMode="auto">
          <a:xfrm>
            <a:off x="8737600" y="6248400"/>
            <a:ext cx="2844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rtl="0" eaLnBrk="1" hangingPunct="1">
              <a:defRPr sz="1200">
                <a:solidFill>
                  <a:srgbClr val="000000"/>
                </a:solidFill>
              </a:defRPr>
            </a:lvl1pPr>
          </a:lstStyle>
          <a:p>
            <a:pPr>
              <a:defRPr/>
            </a:pPr>
            <a:fld id="{A8752999-AA08-4FA7-8EBD-DCAAD16F93F2}" type="slidenum">
              <a:rPr lang="ar-SA" altLang="ar-IQ"/>
              <a:pPr>
                <a:defRPr/>
              </a:pPr>
              <a:t>‹#›</a:t>
            </a:fld>
            <a:endParaRPr lang="en-US" altLang="ar-IQ"/>
          </a:p>
        </p:txBody>
      </p:sp>
    </p:spTree>
  </p:cSld>
  <p:clrMap bg1="lt1" tx1="dk1" bg2="lt2" tx2="dk2" accent1="accent1" accent2="accent2" accent3="accent3" accent4="accent4" accent5="accent5" accent6="accent6" hlink="hlink" folHlink="folHlink"/>
  <p:sldLayoutIdLst>
    <p:sldLayoutId id="2147485682" r:id="rId1"/>
    <p:sldLayoutId id="2147485683" r:id="rId2"/>
    <p:sldLayoutId id="2147485684" r:id="rId3"/>
    <p:sldLayoutId id="2147485685" r:id="rId4"/>
    <p:sldLayoutId id="2147485686" r:id="rId5"/>
    <p:sldLayoutId id="2147485687" r:id="rId6"/>
    <p:sldLayoutId id="2147485688" r:id="rId7"/>
    <p:sldLayoutId id="2147485689" r:id="rId8"/>
    <p:sldLayoutId id="2147485690" r:id="rId9"/>
    <p:sldLayoutId id="2147485691" r:id="rId10"/>
    <p:sldLayoutId id="2147485692" r:id="rId11"/>
  </p:sldLayoutIdLst>
  <p:transition/>
  <p:hf hdr="0"/>
  <p:txStyles>
    <p:titleStyle>
      <a:lvl1pPr algn="l" rtl="1" eaLnBrk="0" fontAlgn="base" hangingPunct="0">
        <a:spcBef>
          <a:spcPct val="0"/>
        </a:spcBef>
        <a:spcAft>
          <a:spcPct val="0"/>
        </a:spcAft>
        <a:defRPr sz="3600">
          <a:solidFill>
            <a:schemeClr val="tx2"/>
          </a:solidFill>
          <a:latin typeface="+mj-lt"/>
          <a:ea typeface="+mj-ea"/>
          <a:cs typeface="+mj-cs"/>
        </a:defRPr>
      </a:lvl1pPr>
      <a:lvl2pPr algn="l" rtl="1" eaLnBrk="0" fontAlgn="base" hangingPunct="0">
        <a:spcBef>
          <a:spcPct val="0"/>
        </a:spcBef>
        <a:spcAft>
          <a:spcPct val="0"/>
        </a:spcAft>
        <a:defRPr sz="3600">
          <a:solidFill>
            <a:schemeClr val="tx2"/>
          </a:solidFill>
          <a:latin typeface="Arial" pitchFamily="34" charset="0"/>
          <a:cs typeface="Arial" pitchFamily="34" charset="0"/>
        </a:defRPr>
      </a:lvl2pPr>
      <a:lvl3pPr algn="l" rtl="1" eaLnBrk="0" fontAlgn="base" hangingPunct="0">
        <a:spcBef>
          <a:spcPct val="0"/>
        </a:spcBef>
        <a:spcAft>
          <a:spcPct val="0"/>
        </a:spcAft>
        <a:defRPr sz="3600">
          <a:solidFill>
            <a:schemeClr val="tx2"/>
          </a:solidFill>
          <a:latin typeface="Arial" pitchFamily="34" charset="0"/>
          <a:cs typeface="Arial" pitchFamily="34" charset="0"/>
        </a:defRPr>
      </a:lvl3pPr>
      <a:lvl4pPr algn="l" rtl="1" eaLnBrk="0" fontAlgn="base" hangingPunct="0">
        <a:spcBef>
          <a:spcPct val="0"/>
        </a:spcBef>
        <a:spcAft>
          <a:spcPct val="0"/>
        </a:spcAft>
        <a:defRPr sz="3600">
          <a:solidFill>
            <a:schemeClr val="tx2"/>
          </a:solidFill>
          <a:latin typeface="Arial" pitchFamily="34" charset="0"/>
          <a:cs typeface="Arial" pitchFamily="34" charset="0"/>
        </a:defRPr>
      </a:lvl4pPr>
      <a:lvl5pPr algn="l" rtl="1" eaLnBrk="0" fontAlgn="base" hangingPunct="0">
        <a:spcBef>
          <a:spcPct val="0"/>
        </a:spcBef>
        <a:spcAft>
          <a:spcPct val="0"/>
        </a:spcAft>
        <a:defRPr sz="3600">
          <a:solidFill>
            <a:schemeClr val="tx2"/>
          </a:solidFill>
          <a:latin typeface="Arial" pitchFamily="34" charset="0"/>
          <a:cs typeface="Arial" pitchFamily="34" charset="0"/>
        </a:defRPr>
      </a:lvl5pPr>
      <a:lvl6pPr marL="457200" algn="l" rtl="1" fontAlgn="base">
        <a:spcBef>
          <a:spcPct val="0"/>
        </a:spcBef>
        <a:spcAft>
          <a:spcPct val="0"/>
        </a:spcAft>
        <a:defRPr sz="3600">
          <a:solidFill>
            <a:schemeClr val="tx2"/>
          </a:solidFill>
          <a:latin typeface="Arial" pitchFamily="34" charset="0"/>
          <a:cs typeface="Arial" pitchFamily="34" charset="0"/>
        </a:defRPr>
      </a:lvl6pPr>
      <a:lvl7pPr marL="914400" algn="l" rtl="1" fontAlgn="base">
        <a:spcBef>
          <a:spcPct val="0"/>
        </a:spcBef>
        <a:spcAft>
          <a:spcPct val="0"/>
        </a:spcAft>
        <a:defRPr sz="3600">
          <a:solidFill>
            <a:schemeClr val="tx2"/>
          </a:solidFill>
          <a:latin typeface="Arial" pitchFamily="34" charset="0"/>
          <a:cs typeface="Arial" pitchFamily="34" charset="0"/>
        </a:defRPr>
      </a:lvl7pPr>
      <a:lvl8pPr marL="1371600" algn="l" rtl="1" fontAlgn="base">
        <a:spcBef>
          <a:spcPct val="0"/>
        </a:spcBef>
        <a:spcAft>
          <a:spcPct val="0"/>
        </a:spcAft>
        <a:defRPr sz="3600">
          <a:solidFill>
            <a:schemeClr val="tx2"/>
          </a:solidFill>
          <a:latin typeface="Arial" pitchFamily="34" charset="0"/>
          <a:cs typeface="Arial" pitchFamily="34" charset="0"/>
        </a:defRPr>
      </a:lvl8pPr>
      <a:lvl9pPr marL="1828800" algn="l" rtl="1" fontAlgn="base">
        <a:spcBef>
          <a:spcPct val="0"/>
        </a:spcBef>
        <a:spcAft>
          <a:spcPct val="0"/>
        </a:spcAft>
        <a:defRPr sz="3600">
          <a:solidFill>
            <a:schemeClr val="tx2"/>
          </a:solidFill>
          <a:latin typeface="Arial" pitchFamily="34" charset="0"/>
          <a:cs typeface="Arial" pitchFamily="34" charset="0"/>
        </a:defRPr>
      </a:lvl9pPr>
    </p:titleStyle>
    <p:bodyStyle>
      <a:lvl1pPr marL="342900" indent="-342900" algn="r" rtl="1"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r" rtl="1"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cs typeface="+mn-cs"/>
        </a:defRPr>
      </a:lvl2pPr>
      <a:lvl3pPr marL="1143000" indent="-228600" algn="r" rtl="1"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cs typeface="+mn-cs"/>
        </a:defRPr>
      </a:lvl3pPr>
      <a:lvl4pPr marL="1600200" indent="-228600" algn="r" rtl="1"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cs typeface="+mn-cs"/>
        </a:defRPr>
      </a:lvl4pPr>
      <a:lvl5pPr marL="2057400" indent="-228600" algn="r" rtl="1"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cs typeface="+mn-cs"/>
        </a:defRPr>
      </a:lvl5pPr>
      <a:lvl6pPr marL="25146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6pPr>
      <a:lvl7pPr marL="29718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7pPr>
      <a:lvl8pPr marL="34290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8pPr>
      <a:lvl9pPr marL="3886200" indent="-228600" algn="r" rtl="1" fontAlgn="base">
        <a:spcBef>
          <a:spcPct val="20000"/>
        </a:spcBef>
        <a:spcAft>
          <a:spcPct val="0"/>
        </a:spcAft>
        <a:buClr>
          <a:schemeClr val="tx2"/>
        </a:buClr>
        <a:buSzPct val="60000"/>
        <a:buFont typeface="Wingdings" pitchFamily="2" charset="2"/>
        <a:buChar char="¡"/>
        <a:defRPr sz="1900">
          <a:solidFill>
            <a:schemeClr val="tx1"/>
          </a:solidFill>
          <a:latin typeface="+mn-lt"/>
          <a:cs typeface="+mn-cs"/>
        </a:defRPr>
      </a:lvl9pPr>
    </p:bodyStyle>
    <p:otherStyle>
      <a:defPPr>
        <a:defRPr lang="ar-IQ"/>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286250B-6CE6-CD8C-91FE-7E7A835DD162}"/>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sp>
        <p:nvSpPr>
          <p:cNvPr id="13315" name="Title Placeholder 1">
            <a:extLst>
              <a:ext uri="{FF2B5EF4-FFF2-40B4-BE49-F238E27FC236}">
                <a16:creationId xmlns:a16="http://schemas.microsoft.com/office/drawing/2014/main" id="{D688FC6D-CE94-5221-6B70-7C10F8190545}"/>
              </a:ext>
            </a:extLst>
          </p:cNvPr>
          <p:cNvSpPr>
            <a:spLocks noGrp="1" noChangeArrowheads="1"/>
          </p:cNvSpPr>
          <p:nvPr>
            <p:ph type="title"/>
          </p:nvPr>
        </p:nvSpPr>
        <p:spPr bwMode="auto">
          <a:xfrm>
            <a:off x="604838" y="449263"/>
            <a:ext cx="10982325"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ar-IQ"/>
              <a:t>Click to edit Master title style</a:t>
            </a:r>
          </a:p>
        </p:txBody>
      </p:sp>
      <p:sp>
        <p:nvSpPr>
          <p:cNvPr id="13316" name="Text Placeholder 2">
            <a:extLst>
              <a:ext uri="{FF2B5EF4-FFF2-40B4-BE49-F238E27FC236}">
                <a16:creationId xmlns:a16="http://schemas.microsoft.com/office/drawing/2014/main" id="{27863C5D-D98C-8CBF-399B-BADD6BF87019}"/>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IQ"/>
              <a:t>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4" name="Date Placeholder 3">
            <a:extLst>
              <a:ext uri="{FF2B5EF4-FFF2-40B4-BE49-F238E27FC236}">
                <a16:creationId xmlns:a16="http://schemas.microsoft.com/office/drawing/2014/main" id="{EEDCF476-C239-0E22-AD7A-2281BC999B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4744E560-77BF-4D1A-B6E7-CD55CE12B1B8}" type="datetimeFigureOut">
              <a:rPr lang="en-US"/>
              <a:pPr>
                <a:defRPr/>
              </a:pPr>
              <a:t>10/21/2026</a:t>
            </a:fld>
            <a:endParaRPr lang="en-US" dirty="0"/>
          </a:p>
        </p:txBody>
      </p:sp>
      <p:sp>
        <p:nvSpPr>
          <p:cNvPr id="5" name="Footer Placeholder 4">
            <a:extLst>
              <a:ext uri="{FF2B5EF4-FFF2-40B4-BE49-F238E27FC236}">
                <a16:creationId xmlns:a16="http://schemas.microsoft.com/office/drawing/2014/main" id="{DAAE0694-1F18-41F9-44A3-EF705D7202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BF9BB615-D563-99DE-E11A-CA1D25F8C5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716DAAC4-82F1-4A8C-B769-650605524E5D}" type="slidenum">
              <a:rPr lang="en-US"/>
              <a:pPr>
                <a:defRPr/>
              </a:pPr>
              <a:t>‹#›</a:t>
            </a:fld>
            <a:endParaRPr lang="en-US" dirty="0"/>
          </a:p>
        </p:txBody>
      </p:sp>
      <p:cxnSp>
        <p:nvCxnSpPr>
          <p:cNvPr id="8" name="Straight Connector 7">
            <a:extLst>
              <a:ext uri="{FF2B5EF4-FFF2-40B4-BE49-F238E27FC236}">
                <a16:creationId xmlns:a16="http://schemas.microsoft.com/office/drawing/2014/main" id="{61AADDE0-F437-87D9-3526-13FA1B43214B}"/>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5693" r:id="rId1"/>
    <p:sldLayoutId id="2147485694" r:id="rId2"/>
    <p:sldLayoutId id="2147485695" r:id="rId3"/>
    <p:sldLayoutId id="2147485696" r:id="rId4"/>
    <p:sldLayoutId id="2147485697" r:id="rId5"/>
    <p:sldLayoutId id="2147485698" r:id="rId6"/>
    <p:sldLayoutId id="2147485699" r:id="rId7"/>
    <p:sldLayoutId id="2147485700" r:id="rId8"/>
    <p:sldLayoutId id="2147485701" r:id="rId9"/>
    <p:sldLayoutId id="2147485702" r:id="rId10"/>
  </p:sldLayoutIdLst>
  <p:txStyles>
    <p:titleStyle>
      <a:lvl1pPr algn="l" defTabSz="685800" rtl="0" eaLnBrk="0" fontAlgn="base" hangingPunct="0">
        <a:lnSpc>
          <a:spcPct val="90000"/>
        </a:lnSpc>
        <a:spcBef>
          <a:spcPct val="0"/>
        </a:spcBef>
        <a:spcAft>
          <a:spcPct val="0"/>
        </a:spcAft>
        <a:defRPr lang="en-US" sz="2100" kern="1200">
          <a:solidFill>
            <a:srgbClr val="114864"/>
          </a:solidFill>
          <a:latin typeface="+mj-lt"/>
          <a:ea typeface="+mj-ea"/>
          <a:cs typeface="+mj-cs"/>
        </a:defRPr>
      </a:lvl1pPr>
      <a:lvl2pPr algn="l" defTabSz="685800" rtl="0" eaLnBrk="0" fontAlgn="base" hangingPunct="0">
        <a:lnSpc>
          <a:spcPct val="90000"/>
        </a:lnSpc>
        <a:spcBef>
          <a:spcPct val="0"/>
        </a:spcBef>
        <a:spcAft>
          <a:spcPct val="0"/>
        </a:spcAft>
        <a:defRPr sz="2100">
          <a:solidFill>
            <a:srgbClr val="114864"/>
          </a:solidFill>
          <a:latin typeface="Segoe UI Light" panose="020B0502040204020203" pitchFamily="34" charset="0"/>
        </a:defRPr>
      </a:lvl2pPr>
      <a:lvl3pPr algn="l" defTabSz="685800" rtl="0" eaLnBrk="0" fontAlgn="base" hangingPunct="0">
        <a:lnSpc>
          <a:spcPct val="90000"/>
        </a:lnSpc>
        <a:spcBef>
          <a:spcPct val="0"/>
        </a:spcBef>
        <a:spcAft>
          <a:spcPct val="0"/>
        </a:spcAft>
        <a:defRPr sz="2100">
          <a:solidFill>
            <a:srgbClr val="114864"/>
          </a:solidFill>
          <a:latin typeface="Segoe UI Light" panose="020B0502040204020203" pitchFamily="34" charset="0"/>
        </a:defRPr>
      </a:lvl3pPr>
      <a:lvl4pPr algn="l" defTabSz="685800" rtl="0" eaLnBrk="0" fontAlgn="base" hangingPunct="0">
        <a:lnSpc>
          <a:spcPct val="90000"/>
        </a:lnSpc>
        <a:spcBef>
          <a:spcPct val="0"/>
        </a:spcBef>
        <a:spcAft>
          <a:spcPct val="0"/>
        </a:spcAft>
        <a:defRPr sz="2100">
          <a:solidFill>
            <a:srgbClr val="114864"/>
          </a:solidFill>
          <a:latin typeface="Segoe UI Light" panose="020B0502040204020203" pitchFamily="34" charset="0"/>
        </a:defRPr>
      </a:lvl4pPr>
      <a:lvl5pPr algn="l" defTabSz="685800" rtl="0" eaLnBrk="0" fontAlgn="base" hangingPunct="0">
        <a:lnSpc>
          <a:spcPct val="90000"/>
        </a:lnSpc>
        <a:spcBef>
          <a:spcPct val="0"/>
        </a:spcBef>
        <a:spcAft>
          <a:spcPct val="0"/>
        </a:spcAft>
        <a:defRPr sz="2100">
          <a:solidFill>
            <a:srgbClr val="114864"/>
          </a:solidFill>
          <a:latin typeface="Segoe UI Light" panose="020B0502040204020203" pitchFamily="34" charset="0"/>
        </a:defRPr>
      </a:lvl5pPr>
      <a:lvl6pPr marL="457200" algn="l" defTabSz="685800" rtl="0" fontAlgn="base">
        <a:lnSpc>
          <a:spcPct val="90000"/>
        </a:lnSpc>
        <a:spcBef>
          <a:spcPct val="0"/>
        </a:spcBef>
        <a:spcAft>
          <a:spcPct val="0"/>
        </a:spcAft>
        <a:defRPr sz="2100">
          <a:solidFill>
            <a:srgbClr val="114864"/>
          </a:solidFill>
          <a:latin typeface="Segoe UI Light" panose="020B0502040204020203" pitchFamily="34" charset="0"/>
        </a:defRPr>
      </a:lvl6pPr>
      <a:lvl7pPr marL="914400" algn="l" defTabSz="685800" rtl="0" fontAlgn="base">
        <a:lnSpc>
          <a:spcPct val="90000"/>
        </a:lnSpc>
        <a:spcBef>
          <a:spcPct val="0"/>
        </a:spcBef>
        <a:spcAft>
          <a:spcPct val="0"/>
        </a:spcAft>
        <a:defRPr sz="2100">
          <a:solidFill>
            <a:srgbClr val="114864"/>
          </a:solidFill>
          <a:latin typeface="Segoe UI Light" panose="020B0502040204020203" pitchFamily="34" charset="0"/>
        </a:defRPr>
      </a:lvl7pPr>
      <a:lvl8pPr marL="1371600" algn="l" defTabSz="685800" rtl="0" fontAlgn="base">
        <a:lnSpc>
          <a:spcPct val="90000"/>
        </a:lnSpc>
        <a:spcBef>
          <a:spcPct val="0"/>
        </a:spcBef>
        <a:spcAft>
          <a:spcPct val="0"/>
        </a:spcAft>
        <a:defRPr sz="2100">
          <a:solidFill>
            <a:srgbClr val="114864"/>
          </a:solidFill>
          <a:latin typeface="Segoe UI Light" panose="020B0502040204020203" pitchFamily="34" charset="0"/>
        </a:defRPr>
      </a:lvl8pPr>
      <a:lvl9pPr marL="1828800" algn="l" defTabSz="685800" rtl="0" fontAlgn="base">
        <a:lnSpc>
          <a:spcPct val="90000"/>
        </a:lnSpc>
        <a:spcBef>
          <a:spcPct val="0"/>
        </a:spcBef>
        <a:spcAft>
          <a:spcPct val="0"/>
        </a:spcAft>
        <a:defRPr sz="2100">
          <a:solidFill>
            <a:srgbClr val="114864"/>
          </a:solidFill>
          <a:latin typeface="Segoe UI Light" panose="020B0502040204020203"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88B56A5-C035-9709-FFCC-D42ABF273DF0}"/>
              </a:ext>
            </a:extLst>
          </p:cNvPr>
          <p:cNvSpPr/>
          <p:nvPr userDrawn="1"/>
        </p:nvSpPr>
        <p:spPr>
          <a:xfrm>
            <a:off x="255588" y="265113"/>
            <a:ext cx="11684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dirty="0"/>
          </a:p>
        </p:txBody>
      </p:sp>
      <p:sp>
        <p:nvSpPr>
          <p:cNvPr id="14339" name="Title Placeholder 1">
            <a:extLst>
              <a:ext uri="{FF2B5EF4-FFF2-40B4-BE49-F238E27FC236}">
                <a16:creationId xmlns:a16="http://schemas.microsoft.com/office/drawing/2014/main" id="{7C490202-F3E5-D830-94D4-FA15240226E7}"/>
              </a:ext>
            </a:extLst>
          </p:cNvPr>
          <p:cNvSpPr>
            <a:spLocks noGrp="1" noChangeArrowheads="1"/>
          </p:cNvSpPr>
          <p:nvPr>
            <p:ph type="title"/>
          </p:nvPr>
        </p:nvSpPr>
        <p:spPr bwMode="auto">
          <a:xfrm>
            <a:off x="604838" y="449263"/>
            <a:ext cx="10982325" cy="74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ar-IQ"/>
              <a:t>Click to edit Master title style</a:t>
            </a:r>
          </a:p>
        </p:txBody>
      </p:sp>
      <p:sp>
        <p:nvSpPr>
          <p:cNvPr id="14340" name="Text Placeholder 2">
            <a:extLst>
              <a:ext uri="{FF2B5EF4-FFF2-40B4-BE49-F238E27FC236}">
                <a16:creationId xmlns:a16="http://schemas.microsoft.com/office/drawing/2014/main" id="{37A79690-42BD-F944-42E7-958B0E323176}"/>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ar-IQ"/>
              <a:t>Edit Master text styles</a:t>
            </a:r>
          </a:p>
          <a:p>
            <a:pPr lvl="1"/>
            <a:r>
              <a:rPr lang="en-US" altLang="ar-IQ"/>
              <a:t>Second level</a:t>
            </a:r>
          </a:p>
          <a:p>
            <a:pPr lvl="2"/>
            <a:r>
              <a:rPr lang="en-US" altLang="ar-IQ"/>
              <a:t>Third level</a:t>
            </a:r>
          </a:p>
          <a:p>
            <a:pPr lvl="3"/>
            <a:r>
              <a:rPr lang="en-US" altLang="ar-IQ"/>
              <a:t>Fourth level</a:t>
            </a:r>
          </a:p>
          <a:p>
            <a:pPr lvl="4"/>
            <a:r>
              <a:rPr lang="en-US" altLang="ar-IQ"/>
              <a:t>Fifth level</a:t>
            </a:r>
          </a:p>
        </p:txBody>
      </p:sp>
      <p:sp>
        <p:nvSpPr>
          <p:cNvPr id="4" name="Date Placeholder 3">
            <a:extLst>
              <a:ext uri="{FF2B5EF4-FFF2-40B4-BE49-F238E27FC236}">
                <a16:creationId xmlns:a16="http://schemas.microsoft.com/office/drawing/2014/main" id="{BA7B3C3D-6D36-D1ED-3C71-9C2F2A8DFC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744E560-77BF-4D1A-B6E7-CD55CE12B1B8}" type="datetimeFigureOut">
              <a:rPr lang="en-US"/>
              <a:pPr>
                <a:defRPr/>
              </a:pPr>
              <a:t>10/21/2026</a:t>
            </a:fld>
            <a:endParaRPr lang="en-US" dirty="0"/>
          </a:p>
        </p:txBody>
      </p:sp>
      <p:sp>
        <p:nvSpPr>
          <p:cNvPr id="5" name="Footer Placeholder 4">
            <a:extLst>
              <a:ext uri="{FF2B5EF4-FFF2-40B4-BE49-F238E27FC236}">
                <a16:creationId xmlns:a16="http://schemas.microsoft.com/office/drawing/2014/main" id="{582FA7D2-827F-9F25-387F-CC120E6C14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B983CB2B-FCCD-B147-A69D-D75E0BB571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D652C4D7-34E8-40BC-9241-C3F9836BD09A}" type="slidenum">
              <a:rPr lang="en-US"/>
              <a:pPr>
                <a:defRPr/>
              </a:pPr>
              <a:t>‹#›</a:t>
            </a:fld>
            <a:endParaRPr lang="en-US" dirty="0"/>
          </a:p>
        </p:txBody>
      </p:sp>
      <p:cxnSp>
        <p:nvCxnSpPr>
          <p:cNvPr id="8" name="Straight Connector 7">
            <a:extLst>
              <a:ext uri="{FF2B5EF4-FFF2-40B4-BE49-F238E27FC236}">
                <a16:creationId xmlns:a16="http://schemas.microsoft.com/office/drawing/2014/main" id="{B4C348D3-324F-B586-2749-B7BABAA5A2B7}"/>
              </a:ext>
            </a:extLst>
          </p:cNvPr>
          <p:cNvCxnSpPr/>
          <p:nvPr userDrawn="1"/>
        </p:nvCxnSpPr>
        <p:spPr>
          <a:xfrm>
            <a:off x="604838" y="1196975"/>
            <a:ext cx="10982325"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5703" r:id="rId1"/>
    <p:sldLayoutId id="2147485704" r:id="rId2"/>
    <p:sldLayoutId id="2147485705" r:id="rId3"/>
    <p:sldLayoutId id="2147485706" r:id="rId4"/>
    <p:sldLayoutId id="2147485707" r:id="rId5"/>
    <p:sldLayoutId id="2147485708" r:id="rId6"/>
    <p:sldLayoutId id="2147485709" r:id="rId7"/>
    <p:sldLayoutId id="2147485710" r:id="rId8"/>
    <p:sldLayoutId id="2147485711" r:id="rId9"/>
    <p:sldLayoutId id="2147485712" r:id="rId10"/>
  </p:sldLayoutIdLst>
  <p:txStyles>
    <p:titleStyle>
      <a:lvl1pPr algn="l" rtl="0" eaLnBrk="0" fontAlgn="base" hangingPunct="0">
        <a:lnSpc>
          <a:spcPct val="90000"/>
        </a:lnSpc>
        <a:spcBef>
          <a:spcPct val="0"/>
        </a:spcBef>
        <a:spcAft>
          <a:spcPct val="0"/>
        </a:spcAft>
        <a:defRPr lang="en-US" sz="2800" kern="1200">
          <a:solidFill>
            <a:srgbClr val="114864"/>
          </a:solidFill>
          <a:latin typeface="+mj-lt"/>
          <a:ea typeface="+mj-ea"/>
          <a:cs typeface="+mj-cs"/>
        </a:defRPr>
      </a:lvl1pPr>
      <a:lvl2pPr algn="l" rtl="0" eaLnBrk="0" fontAlgn="base" hangingPunct="0">
        <a:lnSpc>
          <a:spcPct val="90000"/>
        </a:lnSpc>
        <a:spcBef>
          <a:spcPct val="0"/>
        </a:spcBef>
        <a:spcAft>
          <a:spcPct val="0"/>
        </a:spcAft>
        <a:defRPr sz="2800">
          <a:solidFill>
            <a:srgbClr val="114864"/>
          </a:solidFill>
          <a:latin typeface="Segoe UI Light" panose="020B0502040204020203" pitchFamily="34" charset="0"/>
        </a:defRPr>
      </a:lvl2pPr>
      <a:lvl3pPr algn="l" rtl="0" eaLnBrk="0" fontAlgn="base" hangingPunct="0">
        <a:lnSpc>
          <a:spcPct val="90000"/>
        </a:lnSpc>
        <a:spcBef>
          <a:spcPct val="0"/>
        </a:spcBef>
        <a:spcAft>
          <a:spcPct val="0"/>
        </a:spcAft>
        <a:defRPr sz="2800">
          <a:solidFill>
            <a:srgbClr val="114864"/>
          </a:solidFill>
          <a:latin typeface="Segoe UI Light" panose="020B0502040204020203" pitchFamily="34" charset="0"/>
        </a:defRPr>
      </a:lvl3pPr>
      <a:lvl4pPr algn="l" rtl="0" eaLnBrk="0" fontAlgn="base" hangingPunct="0">
        <a:lnSpc>
          <a:spcPct val="90000"/>
        </a:lnSpc>
        <a:spcBef>
          <a:spcPct val="0"/>
        </a:spcBef>
        <a:spcAft>
          <a:spcPct val="0"/>
        </a:spcAft>
        <a:defRPr sz="2800">
          <a:solidFill>
            <a:srgbClr val="114864"/>
          </a:solidFill>
          <a:latin typeface="Segoe UI Light" panose="020B0502040204020203" pitchFamily="34" charset="0"/>
        </a:defRPr>
      </a:lvl4pPr>
      <a:lvl5pPr algn="l" rtl="0" eaLnBrk="0" fontAlgn="base" hangingPunct="0">
        <a:lnSpc>
          <a:spcPct val="90000"/>
        </a:lnSpc>
        <a:spcBef>
          <a:spcPct val="0"/>
        </a:spcBef>
        <a:spcAft>
          <a:spcPct val="0"/>
        </a:spcAft>
        <a:defRPr sz="2800">
          <a:solidFill>
            <a:srgbClr val="114864"/>
          </a:solidFill>
          <a:latin typeface="Segoe UI Light" panose="020B0502040204020203" pitchFamily="34" charset="0"/>
        </a:defRPr>
      </a:lvl5pPr>
      <a:lvl6pPr marL="457200" algn="l" rtl="0" fontAlgn="base">
        <a:lnSpc>
          <a:spcPct val="90000"/>
        </a:lnSpc>
        <a:spcBef>
          <a:spcPct val="0"/>
        </a:spcBef>
        <a:spcAft>
          <a:spcPct val="0"/>
        </a:spcAft>
        <a:defRPr sz="2800">
          <a:solidFill>
            <a:srgbClr val="114864"/>
          </a:solidFill>
          <a:latin typeface="Segoe UI Light" panose="020B0502040204020203" pitchFamily="34" charset="0"/>
        </a:defRPr>
      </a:lvl6pPr>
      <a:lvl7pPr marL="914400" algn="l" rtl="0" fontAlgn="base">
        <a:lnSpc>
          <a:spcPct val="90000"/>
        </a:lnSpc>
        <a:spcBef>
          <a:spcPct val="0"/>
        </a:spcBef>
        <a:spcAft>
          <a:spcPct val="0"/>
        </a:spcAft>
        <a:defRPr sz="2800">
          <a:solidFill>
            <a:srgbClr val="114864"/>
          </a:solidFill>
          <a:latin typeface="Segoe UI Light" panose="020B0502040204020203" pitchFamily="34" charset="0"/>
        </a:defRPr>
      </a:lvl7pPr>
      <a:lvl8pPr marL="1371600" algn="l" rtl="0" fontAlgn="base">
        <a:lnSpc>
          <a:spcPct val="90000"/>
        </a:lnSpc>
        <a:spcBef>
          <a:spcPct val="0"/>
        </a:spcBef>
        <a:spcAft>
          <a:spcPct val="0"/>
        </a:spcAft>
        <a:defRPr sz="2800">
          <a:solidFill>
            <a:srgbClr val="114864"/>
          </a:solidFill>
          <a:latin typeface="Segoe UI Light" panose="020B0502040204020203" pitchFamily="34" charset="0"/>
        </a:defRPr>
      </a:lvl8pPr>
      <a:lvl9pPr marL="1828800" algn="l" rtl="0" fontAlgn="base">
        <a:lnSpc>
          <a:spcPct val="90000"/>
        </a:lnSpc>
        <a:spcBef>
          <a:spcPct val="0"/>
        </a:spcBef>
        <a:spcAft>
          <a:spcPct val="0"/>
        </a:spcAft>
        <a:defRPr sz="2800">
          <a:solidFill>
            <a:srgbClr val="114864"/>
          </a:solidFill>
          <a:latin typeface="Segoe UI Light" panose="020B0502040204020203"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3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5.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46.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7.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8.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9.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90.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01.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12.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12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361ED576-C097-01E7-E95D-67B9A047C744}"/>
              </a:ext>
            </a:extLst>
          </p:cNvPr>
          <p:cNvSpPr/>
          <p:nvPr/>
        </p:nvSpPr>
        <p:spPr>
          <a:xfrm>
            <a:off x="249238" y="250825"/>
            <a:ext cx="11679237" cy="6372225"/>
          </a:xfrm>
          <a:prstGeom prst="rect">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solidFill>
                <a:prstClr val="white"/>
              </a:solidFill>
            </a:endParaRPr>
          </a:p>
        </p:txBody>
      </p:sp>
      <p:sp>
        <p:nvSpPr>
          <p:cNvPr id="172035" name="Title 1">
            <a:extLst>
              <a:ext uri="{FF2B5EF4-FFF2-40B4-BE49-F238E27FC236}">
                <a16:creationId xmlns:a16="http://schemas.microsoft.com/office/drawing/2014/main" id="{41D2BFF5-3829-ED3B-CCA2-6A99C5816CAE}"/>
              </a:ext>
            </a:extLst>
          </p:cNvPr>
          <p:cNvSpPr>
            <a:spLocks noGrp="1" noChangeArrowheads="1"/>
          </p:cNvSpPr>
          <p:nvPr>
            <p:ph type="ctrTitle"/>
          </p:nvPr>
        </p:nvSpPr>
        <p:spPr/>
        <p:txBody>
          <a:bodyPr anchor="ctr"/>
          <a:lstStyle/>
          <a:p>
            <a:pPr eaLnBrk="1" hangingPunct="1"/>
            <a:r>
              <a:rPr altLang="ar-IQ"/>
              <a:t>Growth and development Overview</a:t>
            </a:r>
            <a:endParaRPr altLang="ar-IQ" sz="1800">
              <a:latin typeface="Segoe UI Semibold" panose="020B0702040204020203" pitchFamily="34" charset="0"/>
              <a:cs typeface="Segoe UI Semibold" panose="020B0702040204020203" pitchFamily="34" charset="0"/>
            </a:endParaRPr>
          </a:p>
        </p:txBody>
      </p:sp>
      <p:pic>
        <p:nvPicPr>
          <p:cNvPr id="172036" name="Grid" descr="grid plane">
            <a:extLst>
              <a:ext uri="{FF2B5EF4-FFF2-40B4-BE49-F238E27FC236}">
                <a16:creationId xmlns:a16="http://schemas.microsoft.com/office/drawing/2014/main" id="{337A1071-AC49-2DB6-3182-CAC563531A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07" r="-943" b="64944"/>
          <a:stretch>
            <a:fillRect/>
          </a:stretch>
        </p:blipFill>
        <p:spPr bwMode="auto">
          <a:xfrm>
            <a:off x="407988" y="5591175"/>
            <a:ext cx="11520487"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037" name="Subtitle 2">
            <a:extLst>
              <a:ext uri="{FF2B5EF4-FFF2-40B4-BE49-F238E27FC236}">
                <a16:creationId xmlns:a16="http://schemas.microsoft.com/office/drawing/2014/main" id="{79BCA220-5AB2-56F4-0983-D8A78C612D69}"/>
              </a:ext>
            </a:extLst>
          </p:cNvPr>
          <p:cNvSpPr txBox="1">
            <a:spLocks noChangeArrowheads="1"/>
          </p:cNvSpPr>
          <p:nvPr/>
        </p:nvSpPr>
        <p:spPr bwMode="auto">
          <a:xfrm>
            <a:off x="8256588" y="4389438"/>
            <a:ext cx="2686050" cy="123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514350">
              <a:lnSpc>
                <a:spcPct val="90000"/>
              </a:lnSpc>
              <a:spcBef>
                <a:spcPts val="750"/>
              </a:spcBef>
              <a:buFont typeface="Arial" panose="020B0604020202020204" pitchFamily="34" charset="0"/>
              <a:buChar char="•"/>
              <a:defRPr sz="2100">
                <a:solidFill>
                  <a:schemeClr val="tx1"/>
                </a:solidFill>
                <a:latin typeface="Segoe UI" panose="020B0502040204020203" pitchFamily="34" charset="0"/>
              </a:defRPr>
            </a:lvl1pPr>
            <a:lvl2pPr marL="685800" indent="-171450" defTabSz="514350">
              <a:lnSpc>
                <a:spcPct val="90000"/>
              </a:lnSpc>
              <a:spcBef>
                <a:spcPts val="375"/>
              </a:spcBef>
              <a:buFont typeface="Arial" panose="020B0604020202020204" pitchFamily="34" charset="0"/>
              <a:buChar char="•"/>
              <a:defRPr>
                <a:solidFill>
                  <a:schemeClr val="tx1"/>
                </a:solidFill>
                <a:latin typeface="Segoe UI" panose="020B0502040204020203" pitchFamily="34" charset="0"/>
              </a:defRPr>
            </a:lvl2pPr>
            <a:lvl3pPr marL="1143000" indent="-171450" defTabSz="514350">
              <a:lnSpc>
                <a:spcPct val="90000"/>
              </a:lnSpc>
              <a:spcBef>
                <a:spcPts val="375"/>
              </a:spcBef>
              <a:buFont typeface="Arial" panose="020B0604020202020204" pitchFamily="34" charset="0"/>
              <a:buChar char="•"/>
              <a:defRPr sz="1500">
                <a:solidFill>
                  <a:schemeClr val="tx1"/>
                </a:solidFill>
                <a:latin typeface="Segoe UI" panose="020B0502040204020203" pitchFamily="34" charset="0"/>
              </a:defRPr>
            </a:lvl3pPr>
            <a:lvl4pPr marL="16002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4pPr>
            <a:lvl5pPr marL="2057400" indent="-171450" defTabSz="514350">
              <a:lnSpc>
                <a:spcPct val="90000"/>
              </a:lnSpc>
              <a:spcBef>
                <a:spcPts val="375"/>
              </a:spcBef>
              <a:buFont typeface="Arial" panose="020B0604020202020204" pitchFamily="34" charset="0"/>
              <a:buChar char="•"/>
              <a:defRPr sz="1300">
                <a:solidFill>
                  <a:schemeClr val="tx1"/>
                </a:solidFill>
                <a:latin typeface="Segoe UI" panose="020B0502040204020203" pitchFamily="34" charset="0"/>
              </a:defRPr>
            </a:lvl5pPr>
            <a:lvl6pPr marL="25146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6pPr>
            <a:lvl7pPr marL="29718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7pPr>
            <a:lvl8pPr marL="34290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8pPr>
            <a:lvl9pPr marL="3886200" indent="-171450" algn="l" defTabSz="514350" rtl="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Segoe UI" panose="020B0502040204020203" pitchFamily="34" charset="0"/>
              </a:defRPr>
            </a:lvl9pPr>
          </a:lstStyle>
          <a:p>
            <a:pPr eaLnBrk="1" hangingPunct="1">
              <a:lnSpc>
                <a:spcPct val="100000"/>
              </a:lnSpc>
              <a:spcBef>
                <a:spcPts val="563"/>
              </a:spcBef>
              <a:buFont typeface="Arial" panose="020B0604020202020204" pitchFamily="34" charset="0"/>
              <a:buNone/>
            </a:pPr>
            <a:r>
              <a:rPr lang="en-US" altLang="ar-IQ" sz="1200">
                <a:solidFill>
                  <a:srgbClr val="FFFFFF"/>
                </a:solidFill>
                <a:latin typeface="Segoe UI Light" panose="020B0502040204020203" pitchFamily="34" charset="0"/>
                <a:cs typeface="Segoe UI Light" panose="020B0502040204020203" pitchFamily="34" charset="0"/>
              </a:rPr>
              <a:t>Third Stage</a:t>
            </a:r>
          </a:p>
          <a:p>
            <a:pPr eaLnBrk="1" hangingPunct="1">
              <a:lnSpc>
                <a:spcPct val="100000"/>
              </a:lnSpc>
              <a:spcBef>
                <a:spcPts val="563"/>
              </a:spcBef>
              <a:buFont typeface="Arial" panose="020B0604020202020204" pitchFamily="34" charset="0"/>
              <a:buNone/>
            </a:pPr>
            <a:r>
              <a:rPr lang="en-US" altLang="ar-IQ" sz="1200">
                <a:solidFill>
                  <a:srgbClr val="FFFFFF"/>
                </a:solidFill>
                <a:latin typeface="Segoe UI Variable Small Semibol" pitchFamily="2" charset="0"/>
                <a:cs typeface="Segoe UI Light" panose="020B0502040204020203" pitchFamily="34" charset="0"/>
              </a:rPr>
              <a:t>Dr. Moustafa Alshammari</a:t>
            </a:r>
          </a:p>
          <a:p>
            <a:pPr eaLnBrk="1" hangingPunct="1">
              <a:lnSpc>
                <a:spcPct val="100000"/>
              </a:lnSpc>
              <a:spcBef>
                <a:spcPts val="563"/>
              </a:spcBef>
              <a:buFont typeface="Arial" panose="020B0604020202020204" pitchFamily="34" charset="0"/>
              <a:buNone/>
            </a:pPr>
            <a:r>
              <a:rPr lang="en-US" altLang="ar-IQ" sz="1200">
                <a:solidFill>
                  <a:srgbClr val="FFFFFF"/>
                </a:solidFill>
                <a:latin typeface="Segoe UI Light" panose="020B0502040204020203" pitchFamily="34" charset="0"/>
                <a:cs typeface="Segoe UI Light" panose="020B0502040204020203" pitchFamily="34" charset="0"/>
              </a:rPr>
              <a:t>Growth and Developments </a:t>
            </a: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0ADD7361-2861-08B8-12C9-40A5F3CBA1B2}"/>
              </a:ext>
            </a:extLst>
          </p:cNvPr>
          <p:cNvSpPr>
            <a:spLocks noGrp="1"/>
          </p:cNvSpPr>
          <p:nvPr>
            <p:ph type="title"/>
          </p:nvPr>
        </p:nvSpPr>
        <p:spPr/>
        <p:txBody>
          <a:bodyPr>
            <a:normAutofit fontScale="90000"/>
          </a:bodyPr>
          <a:lstStyle/>
          <a:p>
            <a:pPr eaLnBrk="1" fontAlgn="auto" hangingPunct="1">
              <a:spcAft>
                <a:spcPts val="0"/>
              </a:spcAft>
              <a:defRPr/>
            </a:pPr>
            <a:r>
              <a:rPr lang="en-US" sz="4000" u="sng">
                <a:solidFill>
                  <a:schemeClr val="accent1">
                    <a:lumMod val="75000"/>
                  </a:schemeClr>
                </a:solidFill>
              </a:rPr>
              <a:t>Learning Objectives:</a:t>
            </a:r>
            <a:br>
              <a:rPr lang="en-US" sz="4000">
                <a:solidFill>
                  <a:schemeClr val="tx1"/>
                </a:solidFill>
              </a:rPr>
            </a:br>
            <a:endParaRPr lang="ar-JO">
              <a:solidFill>
                <a:schemeClr val="accent1">
                  <a:lumMod val="75000"/>
                </a:schemeClr>
              </a:solidFill>
            </a:endParaRPr>
          </a:p>
        </p:txBody>
      </p:sp>
      <p:sp>
        <p:nvSpPr>
          <p:cNvPr id="3" name="Content Placeholder 2">
            <a:extLst>
              <a:ext uri="{FF2B5EF4-FFF2-40B4-BE49-F238E27FC236}">
                <a16:creationId xmlns:a16="http://schemas.microsoft.com/office/drawing/2014/main" id="{35B5DF85-27D8-C6BA-98B5-FC8278E3808C}"/>
              </a:ext>
            </a:extLst>
          </p:cNvPr>
          <p:cNvSpPr>
            <a:spLocks noGrp="1"/>
          </p:cNvSpPr>
          <p:nvPr>
            <p:ph idx="1"/>
          </p:nvPr>
        </p:nvSpPr>
        <p:spPr>
          <a:xfrm>
            <a:off x="1127125" y="928688"/>
            <a:ext cx="9721850" cy="5013325"/>
          </a:xfrm>
        </p:spPr>
        <p:txBody>
          <a:bodyPr rtlCol="0">
            <a:normAutofit/>
          </a:bodyPr>
          <a:lstStyle/>
          <a:p>
            <a:pPr eaLnBrk="1" fontAlgn="auto" hangingPunct="1">
              <a:spcAft>
                <a:spcPts val="0"/>
              </a:spcAft>
              <a:buFont typeface="Arial" panose="020B0604020202020204" pitchFamily="34" charset="0"/>
              <a:buNone/>
              <a:defRPr/>
            </a:pPr>
            <a:r>
              <a:rPr lang="en-US" dirty="0"/>
              <a:t>Mastery of content in this chapter will enable the student to:</a:t>
            </a:r>
          </a:p>
          <a:p>
            <a:pPr marL="514350" indent="-514350" eaLnBrk="1" fontAlgn="auto" hangingPunct="1">
              <a:spcAft>
                <a:spcPts val="0"/>
              </a:spcAft>
              <a:buFont typeface="+mj-lt"/>
              <a:buAutoNum type="arabicPeriod"/>
              <a:defRPr/>
            </a:pPr>
            <a:r>
              <a:rPr lang="en-US" dirty="0"/>
              <a:t>Identify the importance of growth and development.</a:t>
            </a:r>
          </a:p>
          <a:p>
            <a:pPr marL="514350" indent="-514350" eaLnBrk="1" fontAlgn="auto" hangingPunct="1">
              <a:spcAft>
                <a:spcPts val="0"/>
              </a:spcAft>
              <a:buFont typeface="+mj-lt"/>
              <a:buAutoNum type="arabicPeriod"/>
              <a:defRPr/>
            </a:pPr>
            <a:r>
              <a:rPr lang="en-US" dirty="0"/>
              <a:t>Describe and differentiate between growth and development.</a:t>
            </a:r>
          </a:p>
          <a:p>
            <a:pPr marL="514350" indent="-514350" eaLnBrk="1" fontAlgn="auto" hangingPunct="1">
              <a:spcAft>
                <a:spcPts val="0"/>
              </a:spcAft>
              <a:buFont typeface="+mj-lt"/>
              <a:buAutoNum type="arabicPeriod"/>
              <a:defRPr/>
            </a:pPr>
            <a:r>
              <a:rPr lang="en-US" dirty="0"/>
              <a:t>Recognize and discuss the factors that influencing growth and development.</a:t>
            </a:r>
          </a:p>
          <a:p>
            <a:pPr marL="514350" indent="-514350" eaLnBrk="1" fontAlgn="auto" hangingPunct="1">
              <a:spcAft>
                <a:spcPts val="0"/>
              </a:spcAft>
              <a:buFont typeface="+mj-lt"/>
              <a:buAutoNum type="arabicPeriod"/>
              <a:defRPr/>
            </a:pPr>
            <a:r>
              <a:rPr lang="en-US" dirty="0"/>
              <a:t>Describe the stages of development. </a:t>
            </a:r>
          </a:p>
          <a:p>
            <a:pPr eaLnBrk="1" fontAlgn="auto" hangingPunct="1">
              <a:spcAft>
                <a:spcPts val="0"/>
              </a:spcAft>
              <a:defRPr/>
            </a:pPr>
            <a:endParaRPr lang="ar-JO" dirty="0"/>
          </a:p>
        </p:txBody>
      </p:sp>
      <p:sp>
        <p:nvSpPr>
          <p:cNvPr id="174084" name="Date Placeholder 3">
            <a:extLst>
              <a:ext uri="{FF2B5EF4-FFF2-40B4-BE49-F238E27FC236}">
                <a16:creationId xmlns:a16="http://schemas.microsoft.com/office/drawing/2014/main" id="{8FE9F155-7384-607D-A3C1-6AECE15FA36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46D2D52E-9C75-477A-8ACA-A4EDB37E768A}"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74085" name="Slide Number Placeholder 4">
            <a:extLst>
              <a:ext uri="{FF2B5EF4-FFF2-40B4-BE49-F238E27FC236}">
                <a16:creationId xmlns:a16="http://schemas.microsoft.com/office/drawing/2014/main" id="{01411D7B-D181-E405-832D-E375A77AFE0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3D8476AF-E1AD-4D79-B22F-80864F9DD687}"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4" name="Rectangle 2">
            <a:extLst>
              <a:ext uri="{FF2B5EF4-FFF2-40B4-BE49-F238E27FC236}">
                <a16:creationId xmlns:a16="http://schemas.microsoft.com/office/drawing/2014/main" id="{1CEFBEE7-6D95-C582-72AC-5DA09E1A1CA2}"/>
              </a:ext>
            </a:extLst>
          </p:cNvPr>
          <p:cNvSpPr>
            <a:spLocks noGrp="1" noChangeArrowheads="1"/>
          </p:cNvSpPr>
          <p:nvPr>
            <p:ph type="title"/>
          </p:nvPr>
        </p:nvSpPr>
        <p:spPr>
          <a:xfrm>
            <a:off x="1981200" y="188913"/>
            <a:ext cx="8435975" cy="719137"/>
          </a:xfrm>
        </p:spPr>
        <p:txBody>
          <a:bodyPr/>
          <a:lstStyle/>
          <a:p>
            <a:pPr eaLnBrk="1" fontAlgn="auto" hangingPunct="1">
              <a:spcAft>
                <a:spcPts val="0"/>
              </a:spcAft>
              <a:defRPr/>
            </a:pPr>
            <a:r>
              <a:rPr lang="en-US" b="1" i="1" dirty="0">
                <a:solidFill>
                  <a:schemeClr val="accent2"/>
                </a:solidFill>
              </a:rPr>
              <a:t>Growth and Development</a:t>
            </a:r>
          </a:p>
        </p:txBody>
      </p:sp>
      <p:sp>
        <p:nvSpPr>
          <p:cNvPr id="175107" name="Rectangle 3">
            <a:extLst>
              <a:ext uri="{FF2B5EF4-FFF2-40B4-BE49-F238E27FC236}">
                <a16:creationId xmlns:a16="http://schemas.microsoft.com/office/drawing/2014/main" id="{53A93F43-C1A4-60BA-1BF1-A56032B9C00D}"/>
              </a:ext>
            </a:extLst>
          </p:cNvPr>
          <p:cNvSpPr>
            <a:spLocks noGrp="1"/>
          </p:cNvSpPr>
          <p:nvPr>
            <p:ph idx="1"/>
          </p:nvPr>
        </p:nvSpPr>
        <p:spPr>
          <a:xfrm>
            <a:off x="2279650" y="981075"/>
            <a:ext cx="8064500" cy="5616575"/>
          </a:xfrm>
        </p:spPr>
        <p:txBody>
          <a:bodyPr/>
          <a:lstStyle/>
          <a:p>
            <a:pPr marL="609600" indent="-609600" eaLnBrk="1" hangingPunct="1">
              <a:lnSpc>
                <a:spcPct val="80000"/>
              </a:lnSpc>
            </a:pPr>
            <a:endParaRPr lang="en-US" altLang="ar-IQ" sz="700" b="1"/>
          </a:p>
          <a:p>
            <a:pPr marL="609600" indent="-609600" eaLnBrk="1" hangingPunct="1">
              <a:lnSpc>
                <a:spcPct val="80000"/>
              </a:lnSpc>
              <a:buFont typeface="Arial" panose="020B0604020202020204" pitchFamily="34" charset="0"/>
              <a:buNone/>
            </a:pPr>
            <a:r>
              <a:rPr lang="en-US" altLang="ar-IQ" sz="2500" b="1" u="sng"/>
              <a:t>Definitions:</a:t>
            </a:r>
            <a:endParaRPr lang="en-US" altLang="ar-IQ" sz="2500" b="1"/>
          </a:p>
          <a:p>
            <a:pPr marL="609600" indent="-609600" eaLnBrk="1" hangingPunct="1">
              <a:buClr>
                <a:schemeClr val="tx1"/>
              </a:buClr>
            </a:pPr>
            <a:r>
              <a:rPr lang="en-US" altLang="ar-IQ" sz="2500" b="1" u="sng">
                <a:solidFill>
                  <a:schemeClr val="accent2"/>
                </a:solidFill>
              </a:rPr>
              <a:t>Growth:</a:t>
            </a:r>
          </a:p>
          <a:p>
            <a:pPr marL="609600" indent="-609600" eaLnBrk="1" hangingPunct="1">
              <a:buClr>
                <a:schemeClr val="tx1"/>
              </a:buClr>
              <a:buFont typeface="Arial" panose="020B0604020202020204" pitchFamily="34" charset="0"/>
              <a:buNone/>
            </a:pPr>
            <a:r>
              <a:rPr lang="en-US" altLang="ar-IQ" sz="2500" b="1" i="1"/>
              <a:t> </a:t>
            </a:r>
            <a:r>
              <a:rPr lang="en-US" altLang="ar-IQ" sz="2500"/>
              <a:t>It is the increase in physical size of the </a:t>
            </a:r>
          </a:p>
          <a:p>
            <a:pPr marL="609600" indent="-609600" eaLnBrk="1" hangingPunct="1">
              <a:buClr>
                <a:schemeClr val="tx1"/>
              </a:buClr>
              <a:buFont typeface="Arial" panose="020B0604020202020204" pitchFamily="34" charset="0"/>
              <a:buNone/>
            </a:pPr>
            <a:r>
              <a:rPr lang="en-US" altLang="ar-IQ" sz="2500"/>
              <a:t> whole body or any of the parts of the body. </a:t>
            </a:r>
          </a:p>
          <a:p>
            <a:pPr marL="609600" indent="-609600" eaLnBrk="1" hangingPunct="1">
              <a:buClr>
                <a:schemeClr val="tx1"/>
              </a:buClr>
              <a:buFont typeface="Arial" panose="020B0604020202020204" pitchFamily="34" charset="0"/>
              <a:buNone/>
            </a:pPr>
            <a:r>
              <a:rPr lang="en-US" altLang="ar-IQ" sz="2500"/>
              <a:t> Because of cell division and synthesis of </a:t>
            </a:r>
          </a:p>
          <a:p>
            <a:pPr marL="609600" indent="-609600" eaLnBrk="1" hangingPunct="1">
              <a:buClr>
                <a:schemeClr val="tx1"/>
              </a:buClr>
              <a:buFont typeface="Arial" panose="020B0604020202020204" pitchFamily="34" charset="0"/>
              <a:buNone/>
            </a:pPr>
            <a:r>
              <a:rPr lang="en-US" altLang="ar-IQ" sz="2500"/>
              <a:t> proteins. </a:t>
            </a:r>
            <a:r>
              <a:rPr lang="en-US" altLang="ar-IQ" sz="2500" u="sng"/>
              <a:t>It causes a quantitative change in </a:t>
            </a:r>
          </a:p>
          <a:p>
            <a:pPr marL="609600" indent="-609600" eaLnBrk="1" hangingPunct="1">
              <a:buClr>
                <a:schemeClr val="tx1"/>
              </a:buClr>
              <a:buFont typeface="Arial" panose="020B0604020202020204" pitchFamily="34" charset="0"/>
              <a:buNone/>
            </a:pPr>
            <a:r>
              <a:rPr lang="en-US" altLang="ar-IQ" sz="2500" u="sng"/>
              <a:t> the child's body. </a:t>
            </a:r>
          </a:p>
          <a:p>
            <a:pPr marL="609600" indent="-609600" eaLnBrk="1" hangingPunct="1">
              <a:buClr>
                <a:schemeClr val="tx1"/>
              </a:buClr>
              <a:buFont typeface="Arial" panose="020B0604020202020204" pitchFamily="34" charset="0"/>
              <a:buNone/>
            </a:pPr>
            <a:r>
              <a:rPr lang="en-US" altLang="ar-IQ" sz="2500" b="1"/>
              <a:t> Growth </a:t>
            </a:r>
            <a:r>
              <a:rPr lang="en-US" altLang="ar-IQ" sz="2500"/>
              <a:t>can be measured </a:t>
            </a:r>
            <a:r>
              <a:rPr lang="en-US" altLang="ar-IQ" sz="2500" b="1"/>
              <a:t>accurately</a:t>
            </a:r>
            <a:r>
              <a:rPr lang="en-US" altLang="ar-IQ" sz="2500"/>
              <a:t> in </a:t>
            </a:r>
          </a:p>
          <a:p>
            <a:pPr marL="609600" indent="-609600" eaLnBrk="1" hangingPunct="1">
              <a:buClr>
                <a:schemeClr val="tx1"/>
              </a:buClr>
              <a:buFont typeface="Arial" panose="020B0604020202020204" pitchFamily="34" charset="0"/>
              <a:buNone/>
            </a:pPr>
            <a:r>
              <a:rPr lang="en-US" altLang="ar-IQ" sz="2500"/>
              <a:t> inches, centimeters, pounds or kilograms.</a:t>
            </a:r>
            <a:endParaRPr lang="en-US" altLang="ar-IQ" sz="2100"/>
          </a:p>
          <a:p>
            <a:pPr marL="609600" indent="-609600" eaLnBrk="1" hangingPunct="1">
              <a:lnSpc>
                <a:spcPct val="80000"/>
              </a:lnSpc>
              <a:buFont typeface="Arial" panose="020B0604020202020204" pitchFamily="34" charset="0"/>
              <a:buNone/>
            </a:pPr>
            <a:r>
              <a:rPr lang="en-US" altLang="ar-IQ" sz="700"/>
              <a:t>           </a:t>
            </a:r>
          </a:p>
        </p:txBody>
      </p:sp>
      <p:sp>
        <p:nvSpPr>
          <p:cNvPr id="175108" name="Slide Number Placeholder 5">
            <a:extLst>
              <a:ext uri="{FF2B5EF4-FFF2-40B4-BE49-F238E27FC236}">
                <a16:creationId xmlns:a16="http://schemas.microsoft.com/office/drawing/2014/main" id="{8DD6F047-1488-F493-171E-A4CA3C5687B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6B337657-0320-43B8-8C18-24909D6CFDCF}"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3</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6130" name="Rectangle 3">
            <a:extLst>
              <a:ext uri="{FF2B5EF4-FFF2-40B4-BE49-F238E27FC236}">
                <a16:creationId xmlns:a16="http://schemas.microsoft.com/office/drawing/2014/main" id="{4D691200-6F01-CC81-B5FA-11795DAADA67}"/>
              </a:ext>
            </a:extLst>
          </p:cNvPr>
          <p:cNvSpPr>
            <a:spLocks noGrp="1"/>
          </p:cNvSpPr>
          <p:nvPr>
            <p:ph idx="1"/>
          </p:nvPr>
        </p:nvSpPr>
        <p:spPr>
          <a:xfrm>
            <a:off x="1992313" y="404813"/>
            <a:ext cx="8207375" cy="5721350"/>
          </a:xfrm>
        </p:spPr>
        <p:txBody>
          <a:bodyPr/>
          <a:lstStyle/>
          <a:p>
            <a:pPr eaLnBrk="1" hangingPunct="1">
              <a:buClr>
                <a:schemeClr val="tx1"/>
              </a:buClr>
            </a:pPr>
            <a:endParaRPr lang="en-US" altLang="ar-IQ" b="1"/>
          </a:p>
          <a:p>
            <a:pPr eaLnBrk="1" hangingPunct="1">
              <a:buClr>
                <a:schemeClr val="tx1"/>
              </a:buClr>
            </a:pPr>
            <a:r>
              <a:rPr lang="en-US" altLang="ar-IQ" sz="3100" b="1">
                <a:solidFill>
                  <a:schemeClr val="accent2"/>
                </a:solidFill>
              </a:rPr>
              <a:t>Development:</a:t>
            </a:r>
          </a:p>
          <a:p>
            <a:pPr eaLnBrk="1" hangingPunct="1">
              <a:buClr>
                <a:schemeClr val="tx1"/>
              </a:buClr>
              <a:buFont typeface="Wingdings" panose="05000000000000000000" pitchFamily="2" charset="2"/>
              <a:buNone/>
            </a:pPr>
            <a:r>
              <a:rPr lang="en-US" altLang="ar-IQ" b="1"/>
              <a:t>   It refers to progressive increase in skills and capacity of functions.</a:t>
            </a:r>
          </a:p>
          <a:p>
            <a:pPr eaLnBrk="1" hangingPunct="1">
              <a:buClr>
                <a:schemeClr val="tx1"/>
              </a:buClr>
              <a:buFont typeface="Wingdings" panose="05000000000000000000" pitchFamily="2" charset="2"/>
              <a:buNone/>
            </a:pPr>
            <a:r>
              <a:rPr lang="en-US" altLang="ar-IQ" b="1"/>
              <a:t>   </a:t>
            </a:r>
            <a:r>
              <a:rPr lang="en-US" altLang="ar-IQ" b="1" u="sng"/>
              <a:t>It causes a qualitative change in the child</a:t>
            </a:r>
            <a:r>
              <a:rPr lang="en-US" altLang="ar-IQ" b="1" u="sng">
                <a:latin typeface="Arial" panose="020B0604020202020204" pitchFamily="34" charset="0"/>
              </a:rPr>
              <a:t>’</a:t>
            </a:r>
            <a:r>
              <a:rPr lang="en-US" altLang="ar-IQ" b="1" u="sng"/>
              <a:t> functioning.</a:t>
            </a:r>
          </a:p>
          <a:p>
            <a:pPr eaLnBrk="1" hangingPunct="1">
              <a:buClr>
                <a:schemeClr val="tx1"/>
              </a:buClr>
              <a:buFont typeface="Wingdings" panose="05000000000000000000" pitchFamily="2" charset="2"/>
              <a:buNone/>
            </a:pPr>
            <a:r>
              <a:rPr lang="en-US" altLang="ar-IQ" b="1"/>
              <a:t>   Development can be measured but its measurements are not so accurate as growth as it is measured through observation.</a:t>
            </a:r>
          </a:p>
        </p:txBody>
      </p:sp>
      <p:sp>
        <p:nvSpPr>
          <p:cNvPr id="176131" name="Date Placeholder 3">
            <a:extLst>
              <a:ext uri="{FF2B5EF4-FFF2-40B4-BE49-F238E27FC236}">
                <a16:creationId xmlns:a16="http://schemas.microsoft.com/office/drawing/2014/main" id="{2CAC9DCD-4178-71A7-C3C2-22623E2ABEB7}"/>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115E8BF1-9A29-43AD-817B-C2FE3275E7F6}"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76132" name="Slide Number Placeholder 5">
            <a:extLst>
              <a:ext uri="{FF2B5EF4-FFF2-40B4-BE49-F238E27FC236}">
                <a16:creationId xmlns:a16="http://schemas.microsoft.com/office/drawing/2014/main" id="{9C839D02-84CE-390B-3574-47F6DED0FAF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F7B08AFD-151C-48A5-9E6E-E294435960E3}"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4</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7154" name="Rectangle 3">
            <a:extLst>
              <a:ext uri="{FF2B5EF4-FFF2-40B4-BE49-F238E27FC236}">
                <a16:creationId xmlns:a16="http://schemas.microsoft.com/office/drawing/2014/main" id="{C205DF62-963D-D38B-E9B8-DFCFAFF29BEC}"/>
              </a:ext>
            </a:extLst>
          </p:cNvPr>
          <p:cNvSpPr>
            <a:spLocks noGrp="1"/>
          </p:cNvSpPr>
          <p:nvPr>
            <p:ph idx="1"/>
          </p:nvPr>
        </p:nvSpPr>
        <p:spPr>
          <a:xfrm>
            <a:off x="1981200" y="404813"/>
            <a:ext cx="8435975" cy="5721350"/>
          </a:xfrm>
        </p:spPr>
        <p:txBody>
          <a:bodyPr/>
          <a:lstStyle/>
          <a:p>
            <a:pPr marL="609600" indent="-609600" algn="justLow" eaLnBrk="1" hangingPunct="1">
              <a:buClr>
                <a:schemeClr val="tx1"/>
              </a:buClr>
              <a:buFont typeface="Arial" panose="020B0604020202020204" pitchFamily="34" charset="0"/>
              <a:buNone/>
            </a:pPr>
            <a:r>
              <a:rPr lang="en-US" altLang="ar-IQ" b="1"/>
              <a:t>  </a:t>
            </a:r>
            <a:r>
              <a:rPr lang="en-US" altLang="ar-IQ" sz="3500" b="1">
                <a:solidFill>
                  <a:schemeClr val="accent2"/>
                </a:solidFill>
              </a:rPr>
              <a:t>Maturation:</a:t>
            </a:r>
          </a:p>
          <a:p>
            <a:pPr marL="609600" indent="-609600" algn="justLow" eaLnBrk="1" hangingPunct="1">
              <a:buClr>
                <a:schemeClr val="tx1"/>
              </a:buClr>
              <a:buFont typeface="Arial" panose="020B0604020202020204" pitchFamily="34" charset="0"/>
              <a:buNone/>
            </a:pPr>
            <a:r>
              <a:rPr lang="en-US" altLang="ar-IQ" b="1"/>
              <a:t>  Literally, it means ripen.</a:t>
            </a:r>
          </a:p>
          <a:p>
            <a:pPr marL="609600" indent="-609600" eaLnBrk="1" hangingPunct="1">
              <a:buClr>
                <a:schemeClr val="tx1"/>
              </a:buClr>
              <a:buFont typeface="Arial" panose="020B0604020202020204" pitchFamily="34" charset="0"/>
              <a:buNone/>
            </a:pPr>
            <a:r>
              <a:rPr lang="en-US" altLang="ar-IQ" b="1"/>
              <a:t>  It is described as ageing or an increase in child's competence and adaptability.</a:t>
            </a:r>
          </a:p>
          <a:p>
            <a:pPr marL="609600" indent="-609600" eaLnBrk="1" hangingPunct="1">
              <a:buClr>
                <a:schemeClr val="tx1"/>
              </a:buClr>
              <a:buFont typeface="Arial" panose="020B0604020202020204" pitchFamily="34" charset="0"/>
              <a:buNone/>
            </a:pPr>
            <a:r>
              <a:rPr lang="en-US" altLang="ar-IQ" b="1"/>
              <a:t>  </a:t>
            </a:r>
            <a:r>
              <a:rPr lang="en-US" altLang="ar-IQ" b="1" u="sng"/>
              <a:t>It is usually used to describe qualitative changes in a structure</a:t>
            </a:r>
            <a:r>
              <a:rPr lang="en-US" altLang="ar-IQ" b="1"/>
              <a:t>, i.e., the structure begins to function or to function at a higher level depending on the child's heredity. </a:t>
            </a:r>
          </a:p>
        </p:txBody>
      </p:sp>
      <p:sp>
        <p:nvSpPr>
          <p:cNvPr id="177155" name="Date Placeholder 3">
            <a:extLst>
              <a:ext uri="{FF2B5EF4-FFF2-40B4-BE49-F238E27FC236}">
                <a16:creationId xmlns:a16="http://schemas.microsoft.com/office/drawing/2014/main" id="{98EDF568-CB60-D38D-8B89-FF6B4FD45E88}"/>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789FE7E0-FB37-4436-A717-93410DD3FA74}"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77156" name="Slide Number Placeholder 5">
            <a:extLst>
              <a:ext uri="{FF2B5EF4-FFF2-40B4-BE49-F238E27FC236}">
                <a16:creationId xmlns:a16="http://schemas.microsoft.com/office/drawing/2014/main" id="{FCBEB1C8-1A5C-8C4C-5A76-3C9BA58DBC0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26D4FBAD-310F-4A97-819B-87BD2CEBF3C6}"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5</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6" name="Rectangle 2">
            <a:extLst>
              <a:ext uri="{FF2B5EF4-FFF2-40B4-BE49-F238E27FC236}">
                <a16:creationId xmlns:a16="http://schemas.microsoft.com/office/drawing/2014/main" id="{1D0BFBE7-5AF4-186C-4BE7-D8714231A869}"/>
              </a:ext>
            </a:extLst>
          </p:cNvPr>
          <p:cNvSpPr>
            <a:spLocks noGrp="1" noChangeArrowheads="1"/>
          </p:cNvSpPr>
          <p:nvPr>
            <p:ph type="title"/>
          </p:nvPr>
        </p:nvSpPr>
        <p:spPr>
          <a:xfrm>
            <a:off x="1992313" y="260350"/>
            <a:ext cx="8229600" cy="1139825"/>
          </a:xfrm>
        </p:spPr>
        <p:txBody>
          <a:bodyPr>
            <a:normAutofit fontScale="90000"/>
          </a:bodyPr>
          <a:lstStyle/>
          <a:p>
            <a:pPr eaLnBrk="1" fontAlgn="auto" hangingPunct="1">
              <a:spcAft>
                <a:spcPts val="0"/>
              </a:spcAft>
              <a:defRPr/>
            </a:pPr>
            <a:br>
              <a:rPr lang="en-US" sz="3200" b="1" u="sng" dirty="0">
                <a:solidFill>
                  <a:schemeClr val="accent1">
                    <a:lumMod val="75000"/>
                  </a:schemeClr>
                </a:solidFill>
              </a:rPr>
            </a:br>
            <a:r>
              <a:rPr lang="en-US" sz="3200" b="1" dirty="0">
                <a:solidFill>
                  <a:schemeClr val="accent1">
                    <a:lumMod val="75000"/>
                  </a:schemeClr>
                </a:solidFill>
              </a:rPr>
              <a:t> </a:t>
            </a:r>
            <a:r>
              <a:rPr lang="en-US" b="1" dirty="0">
                <a:solidFill>
                  <a:schemeClr val="accent1">
                    <a:lumMod val="75000"/>
                  </a:schemeClr>
                </a:solidFill>
              </a:rPr>
              <a:t>Principles of growth and  development:</a:t>
            </a:r>
          </a:p>
        </p:txBody>
      </p:sp>
      <p:sp>
        <p:nvSpPr>
          <p:cNvPr id="178179" name="Rectangle 3">
            <a:extLst>
              <a:ext uri="{FF2B5EF4-FFF2-40B4-BE49-F238E27FC236}">
                <a16:creationId xmlns:a16="http://schemas.microsoft.com/office/drawing/2014/main" id="{50642285-96AC-AC00-A9DA-0C153B98E80E}"/>
              </a:ext>
            </a:extLst>
          </p:cNvPr>
          <p:cNvSpPr>
            <a:spLocks noGrp="1"/>
          </p:cNvSpPr>
          <p:nvPr>
            <p:ph idx="1"/>
          </p:nvPr>
        </p:nvSpPr>
        <p:spPr>
          <a:xfrm>
            <a:off x="1992313" y="1268413"/>
            <a:ext cx="8229600" cy="4857750"/>
          </a:xfrm>
        </p:spPr>
        <p:txBody>
          <a:bodyPr/>
          <a:lstStyle/>
          <a:p>
            <a:pPr marL="609600" indent="-609600" eaLnBrk="1" hangingPunct="1">
              <a:lnSpc>
                <a:spcPct val="80000"/>
              </a:lnSpc>
              <a:buClr>
                <a:schemeClr val="tx1"/>
              </a:buClr>
              <a:buFontTx/>
              <a:buAutoNum type="arabicPeriod"/>
            </a:pPr>
            <a:endParaRPr lang="en-US" altLang="ar-IQ" sz="2500" b="1"/>
          </a:p>
          <a:p>
            <a:pPr marL="609600" indent="-609600" eaLnBrk="1" hangingPunct="1">
              <a:lnSpc>
                <a:spcPct val="80000"/>
              </a:lnSpc>
              <a:buClr>
                <a:schemeClr val="tx1"/>
              </a:buClr>
              <a:buFontTx/>
              <a:buAutoNum type="arabicPeriod"/>
            </a:pPr>
            <a:r>
              <a:rPr lang="en-US" altLang="ar-IQ" sz="2500" b="1"/>
              <a:t>Growth and development are </a:t>
            </a:r>
            <a:r>
              <a:rPr lang="en-US" altLang="ar-IQ" sz="2500" b="1" u="sng"/>
              <a:t>continuous</a:t>
            </a:r>
            <a:r>
              <a:rPr lang="en-US" altLang="ar-IQ" sz="2500" b="1"/>
              <a:t> processes.</a:t>
            </a:r>
          </a:p>
          <a:p>
            <a:pPr marL="609600" indent="-609600" eaLnBrk="1" hangingPunct="1">
              <a:lnSpc>
                <a:spcPct val="80000"/>
              </a:lnSpc>
              <a:buClr>
                <a:schemeClr val="tx1"/>
              </a:buClr>
              <a:buFontTx/>
              <a:buAutoNum type="arabicPeriod"/>
            </a:pPr>
            <a:r>
              <a:rPr lang="en-US" altLang="ar-IQ" sz="2500" b="1"/>
              <a:t>Each child has his own rate of growth and development.</a:t>
            </a:r>
          </a:p>
          <a:p>
            <a:pPr marL="609600" indent="-609600" eaLnBrk="1" hangingPunct="1">
              <a:lnSpc>
                <a:spcPct val="80000"/>
              </a:lnSpc>
              <a:buClr>
                <a:schemeClr val="tx1"/>
              </a:buClr>
              <a:buFontTx/>
              <a:buAutoNum type="arabicPeriod"/>
            </a:pPr>
            <a:r>
              <a:rPr lang="en-US" altLang="ar-IQ" sz="2500" b="1"/>
              <a:t>Both growth and development are synchronous. Different body parts and developmental areas develop at different rates. Each body part has its own time to grow. </a:t>
            </a:r>
          </a:p>
          <a:p>
            <a:pPr marL="609600" indent="-609600" eaLnBrk="1" hangingPunct="1">
              <a:lnSpc>
                <a:spcPct val="80000"/>
              </a:lnSpc>
              <a:buClr>
                <a:schemeClr val="tx1"/>
              </a:buClr>
              <a:buFontTx/>
              <a:buAutoNum type="arabicPeriod"/>
            </a:pPr>
            <a:r>
              <a:rPr lang="en-US" altLang="ar-IQ" sz="2500" b="1"/>
              <a:t>All areas of growth and development are interrelated (physical, psychosocial, cognitive and motor) to meet the child</a:t>
            </a:r>
            <a:r>
              <a:rPr lang="en-US" altLang="ar-IQ" sz="2500" b="1">
                <a:latin typeface="Arial" panose="020B0604020202020204" pitchFamily="34" charset="0"/>
              </a:rPr>
              <a:t>’</a:t>
            </a:r>
            <a:r>
              <a:rPr lang="en-US" altLang="ar-IQ" sz="2500" b="1"/>
              <a:t>s basic physiological needs.</a:t>
            </a:r>
          </a:p>
          <a:p>
            <a:pPr marL="609600" indent="-609600" eaLnBrk="1" hangingPunct="1">
              <a:lnSpc>
                <a:spcPct val="80000"/>
              </a:lnSpc>
            </a:pPr>
            <a:endParaRPr lang="en-US" altLang="ar-IQ" sz="2500"/>
          </a:p>
        </p:txBody>
      </p:sp>
      <p:sp>
        <p:nvSpPr>
          <p:cNvPr id="178180" name="Date Placeholder 3">
            <a:extLst>
              <a:ext uri="{FF2B5EF4-FFF2-40B4-BE49-F238E27FC236}">
                <a16:creationId xmlns:a16="http://schemas.microsoft.com/office/drawing/2014/main" id="{18F27BF3-5DD6-9786-8127-B65DF55626B2}"/>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03863662-4A04-4794-9F1D-9C8E1560A489}"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78181" name="Slide Number Placeholder 5">
            <a:extLst>
              <a:ext uri="{FF2B5EF4-FFF2-40B4-BE49-F238E27FC236}">
                <a16:creationId xmlns:a16="http://schemas.microsoft.com/office/drawing/2014/main" id="{E48797C6-09B3-FA65-B071-96DD6866BD0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88A055ED-89F4-4B5C-A861-DA2E96E962EC}"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6</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0226" name="Rectangle 3">
            <a:extLst>
              <a:ext uri="{FF2B5EF4-FFF2-40B4-BE49-F238E27FC236}">
                <a16:creationId xmlns:a16="http://schemas.microsoft.com/office/drawing/2014/main" id="{581CF238-F8D9-EA77-D27A-B7C5146E20E2}"/>
              </a:ext>
            </a:extLst>
          </p:cNvPr>
          <p:cNvSpPr>
            <a:spLocks noGrp="1"/>
          </p:cNvSpPr>
          <p:nvPr>
            <p:ph idx="1"/>
          </p:nvPr>
        </p:nvSpPr>
        <p:spPr>
          <a:xfrm>
            <a:off x="1703388" y="404813"/>
            <a:ext cx="8964612" cy="6119812"/>
          </a:xfrm>
        </p:spPr>
        <p:txBody>
          <a:bodyPr/>
          <a:lstStyle/>
          <a:p>
            <a:pPr marL="609600" indent="-609600" eaLnBrk="1" hangingPunct="1">
              <a:lnSpc>
                <a:spcPct val="90000"/>
              </a:lnSpc>
              <a:buClr>
                <a:schemeClr val="tx1"/>
              </a:buClr>
              <a:buFont typeface="Wingdings" panose="05000000000000000000" pitchFamily="2" charset="2"/>
              <a:buAutoNum type="arabicPeriod" startAt="5"/>
            </a:pPr>
            <a:endParaRPr lang="en-US" altLang="ar-IQ" sz="2500" b="1"/>
          </a:p>
          <a:p>
            <a:pPr marL="609600" indent="-609600" eaLnBrk="1" hangingPunct="1">
              <a:lnSpc>
                <a:spcPct val="90000"/>
              </a:lnSpc>
              <a:buClr>
                <a:schemeClr val="tx1"/>
              </a:buClr>
              <a:buFont typeface="Wingdings" panose="05000000000000000000" pitchFamily="2" charset="2"/>
              <a:buAutoNum type="arabicPeriod" startAt="5"/>
            </a:pPr>
            <a:r>
              <a:rPr lang="en-US" altLang="ar-IQ" sz="2500" b="1"/>
              <a:t>Children</a:t>
            </a:r>
            <a:r>
              <a:rPr lang="en-US" altLang="ar-IQ" sz="2500" b="1">
                <a:latin typeface="Arial" panose="020B0604020202020204" pitchFamily="34" charset="0"/>
              </a:rPr>
              <a:t>’</a:t>
            </a:r>
            <a:r>
              <a:rPr lang="en-US" altLang="ar-IQ" sz="2500" b="1"/>
              <a:t>s behavior is directed towards competency.</a:t>
            </a:r>
          </a:p>
          <a:p>
            <a:pPr marL="609600" indent="-609600" eaLnBrk="1" hangingPunct="1">
              <a:lnSpc>
                <a:spcPct val="90000"/>
              </a:lnSpc>
              <a:buClr>
                <a:schemeClr val="tx1"/>
              </a:buClr>
              <a:buFontTx/>
              <a:buAutoNum type="arabicPeriod" startAt="5"/>
            </a:pPr>
            <a:r>
              <a:rPr lang="en-US" altLang="ar-IQ" sz="2500" b="1"/>
              <a:t>Growth and development progress from midline towards periphery.</a:t>
            </a:r>
          </a:p>
          <a:p>
            <a:pPr marL="609600" indent="-609600" eaLnBrk="1" hangingPunct="1">
              <a:lnSpc>
                <a:spcPct val="90000"/>
              </a:lnSpc>
              <a:buClr>
                <a:schemeClr val="tx1"/>
              </a:buClr>
              <a:buFontTx/>
              <a:buAutoNum type="arabicPeriod" startAt="5"/>
            </a:pPr>
            <a:r>
              <a:rPr lang="en-US" altLang="ar-IQ" sz="2500" b="1"/>
              <a:t>Growth and development occur in an orderly sequence.</a:t>
            </a:r>
          </a:p>
          <a:p>
            <a:pPr marL="609600" indent="-609600" eaLnBrk="1" hangingPunct="1">
              <a:lnSpc>
                <a:spcPct val="90000"/>
              </a:lnSpc>
              <a:buClr>
                <a:schemeClr val="tx1"/>
              </a:buClr>
              <a:buFontTx/>
              <a:buAutoNum type="arabicPeriod" startAt="5"/>
            </a:pPr>
            <a:r>
              <a:rPr lang="en-US" altLang="ar-IQ" sz="2500" b="1"/>
              <a:t>The direction of development is Cephalocaudal, i.e. the infant controls his head before he can sit, and crawls before he can walk.</a:t>
            </a:r>
          </a:p>
          <a:p>
            <a:pPr marL="609600" indent="-609600" eaLnBrk="1" hangingPunct="1">
              <a:lnSpc>
                <a:spcPct val="90000"/>
              </a:lnSpc>
              <a:buClr>
                <a:schemeClr val="tx1"/>
              </a:buClr>
              <a:buFontTx/>
              <a:buAutoNum type="arabicPeriod" startAt="5"/>
            </a:pPr>
            <a:r>
              <a:rPr lang="en-US" altLang="ar-IQ" sz="2500" b="1"/>
              <a:t>General to specific: at the beginning all faces and sounds appear same to him/her, then stars to distinguish mother</a:t>
            </a:r>
            <a:r>
              <a:rPr lang="en-US" altLang="ar-IQ" sz="2500" b="1">
                <a:latin typeface="Arial" panose="020B0604020202020204" pitchFamily="34" charset="0"/>
              </a:rPr>
              <a:t>’</a:t>
            </a:r>
            <a:r>
              <a:rPr lang="en-US" altLang="ar-IQ" sz="2500" b="1"/>
              <a:t>s face and sound.</a:t>
            </a:r>
            <a:r>
              <a:rPr lang="en-US" altLang="ar-IQ" sz="2500"/>
              <a:t> </a:t>
            </a:r>
          </a:p>
          <a:p>
            <a:pPr marL="609600" indent="-609600" eaLnBrk="1" hangingPunct="1">
              <a:lnSpc>
                <a:spcPct val="90000"/>
              </a:lnSpc>
              <a:buClr>
                <a:schemeClr val="tx1"/>
              </a:buClr>
              <a:buFontTx/>
              <a:buAutoNum type="arabicPeriod" startAt="5"/>
            </a:pPr>
            <a:r>
              <a:rPr lang="en-US" altLang="ar-IQ" sz="2500" b="1"/>
              <a:t>Development is relative</a:t>
            </a:r>
            <a:r>
              <a:rPr lang="en-US" altLang="ar-IQ" sz="2500"/>
              <a:t> </a:t>
            </a:r>
          </a:p>
        </p:txBody>
      </p:sp>
      <p:sp>
        <p:nvSpPr>
          <p:cNvPr id="180227" name="Date Placeholder 3">
            <a:extLst>
              <a:ext uri="{FF2B5EF4-FFF2-40B4-BE49-F238E27FC236}">
                <a16:creationId xmlns:a16="http://schemas.microsoft.com/office/drawing/2014/main" id="{4BCD0B50-C371-F5AC-FD67-47C9989A855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D624B2A7-74CD-4641-A505-FB70CAB62222}"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80228" name="Slide Number Placeholder 5">
            <a:extLst>
              <a:ext uri="{FF2B5EF4-FFF2-40B4-BE49-F238E27FC236}">
                <a16:creationId xmlns:a16="http://schemas.microsoft.com/office/drawing/2014/main" id="{859E7E19-EF2B-4BBB-4389-50B4D088E98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71BE42F3-467F-4865-821B-D36CF0F2003E}"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7</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4" name="Rectangle 2">
            <a:extLst>
              <a:ext uri="{FF2B5EF4-FFF2-40B4-BE49-F238E27FC236}">
                <a16:creationId xmlns:a16="http://schemas.microsoft.com/office/drawing/2014/main" id="{A089EF04-D864-FAE8-4272-052DBD01B02B}"/>
              </a:ext>
            </a:extLst>
          </p:cNvPr>
          <p:cNvSpPr>
            <a:spLocks noGrp="1" noChangeArrowheads="1"/>
          </p:cNvSpPr>
          <p:nvPr>
            <p:ph type="title"/>
          </p:nvPr>
        </p:nvSpPr>
        <p:spPr>
          <a:xfrm>
            <a:off x="2894013" y="142875"/>
            <a:ext cx="7313612" cy="71438"/>
          </a:xfrm>
        </p:spPr>
        <p:txBody>
          <a:bodyPr>
            <a:normAutofit fontScale="90000"/>
          </a:bodyPr>
          <a:lstStyle/>
          <a:p>
            <a:pPr eaLnBrk="1" fontAlgn="auto" hangingPunct="1">
              <a:spcAft>
                <a:spcPts val="0"/>
              </a:spcAft>
              <a:defRPr/>
            </a:pPr>
            <a:br>
              <a:rPr lang="en-US" sz="3200" b="1">
                <a:solidFill>
                  <a:schemeClr val="accent1">
                    <a:lumMod val="75000"/>
                  </a:schemeClr>
                </a:solidFill>
              </a:rPr>
            </a:br>
            <a:endParaRPr lang="en-US" sz="3200" b="1" u="sng">
              <a:solidFill>
                <a:schemeClr val="accent2"/>
              </a:solidFill>
            </a:endParaRPr>
          </a:p>
        </p:txBody>
      </p:sp>
      <p:sp>
        <p:nvSpPr>
          <p:cNvPr id="181251" name="Rectangle 3">
            <a:extLst>
              <a:ext uri="{FF2B5EF4-FFF2-40B4-BE49-F238E27FC236}">
                <a16:creationId xmlns:a16="http://schemas.microsoft.com/office/drawing/2014/main" id="{0A5709C6-ED50-CC71-0E1D-EE628C973185}"/>
              </a:ext>
            </a:extLst>
          </p:cNvPr>
          <p:cNvSpPr>
            <a:spLocks noGrp="1"/>
          </p:cNvSpPr>
          <p:nvPr>
            <p:ph idx="1"/>
          </p:nvPr>
        </p:nvSpPr>
        <p:spPr>
          <a:xfrm>
            <a:off x="2024063" y="214313"/>
            <a:ext cx="8429625" cy="5911850"/>
          </a:xfrm>
        </p:spPr>
        <p:txBody>
          <a:bodyPr/>
          <a:lstStyle/>
          <a:p>
            <a:pPr marL="619125" indent="-619125" eaLnBrk="1" hangingPunct="1">
              <a:buClr>
                <a:schemeClr val="tx1"/>
              </a:buClr>
              <a:buFont typeface="Arial" panose="020B0604020202020204" pitchFamily="34" charset="0"/>
              <a:buNone/>
            </a:pPr>
            <a:r>
              <a:rPr lang="en-US" altLang="ar-IQ" sz="2800" b="1"/>
              <a:t>Factors affecting growth and development:</a:t>
            </a:r>
            <a:br>
              <a:rPr lang="en-US" altLang="ar-IQ" sz="2800" b="1" u="sng">
                <a:solidFill>
                  <a:schemeClr val="accent2"/>
                </a:solidFill>
              </a:rPr>
            </a:br>
            <a:endParaRPr lang="en-US" altLang="ar-IQ" sz="2800" b="1" u="sng">
              <a:solidFill>
                <a:schemeClr val="accent2"/>
              </a:solidFill>
            </a:endParaRPr>
          </a:p>
          <a:p>
            <a:pPr marL="619125" indent="-619125" eaLnBrk="1" hangingPunct="1">
              <a:buClr>
                <a:schemeClr val="tx1"/>
              </a:buClr>
              <a:buFontTx/>
              <a:buAutoNum type="arabicPeriod"/>
            </a:pPr>
            <a:r>
              <a:rPr lang="en-US" altLang="ar-IQ" sz="2500" b="1" u="sng"/>
              <a:t>Hereditary factors: </a:t>
            </a:r>
            <a:r>
              <a:rPr lang="en-US" altLang="ar-IQ" sz="2500" b="1"/>
              <a:t>These are responsible for the characteristics of :</a:t>
            </a:r>
          </a:p>
          <a:p>
            <a:pPr marL="1719263" lvl="3" indent="-347663" eaLnBrk="1" hangingPunct="1">
              <a:buClr>
                <a:schemeClr val="tx1"/>
              </a:buClr>
              <a:buFontTx/>
              <a:buChar char="•"/>
            </a:pPr>
            <a:r>
              <a:rPr lang="en-US" altLang="ar-IQ" sz="1700" b="1"/>
              <a:t>certain anomalies,</a:t>
            </a:r>
          </a:p>
          <a:p>
            <a:pPr marL="1719263" lvl="3" indent="-347663" eaLnBrk="1" hangingPunct="1">
              <a:buClr>
                <a:schemeClr val="tx1"/>
              </a:buClr>
              <a:buFontTx/>
              <a:buChar char="•"/>
            </a:pPr>
            <a:r>
              <a:rPr lang="en-US" altLang="ar-IQ" sz="1700" b="1"/>
              <a:t>individual pattern of growth, </a:t>
            </a:r>
          </a:p>
          <a:p>
            <a:pPr marL="1719263" lvl="3" indent="-347663" eaLnBrk="1" hangingPunct="1">
              <a:buClr>
                <a:schemeClr val="tx1"/>
              </a:buClr>
              <a:buFontTx/>
              <a:buChar char="•"/>
            </a:pPr>
            <a:r>
              <a:rPr lang="en-US" altLang="ar-IQ" sz="1700" b="1"/>
              <a:t>some diseases</a:t>
            </a:r>
          </a:p>
          <a:p>
            <a:pPr marL="1719263" lvl="3" indent="-347663" eaLnBrk="1" hangingPunct="1">
              <a:buClr>
                <a:schemeClr val="tx1"/>
              </a:buClr>
              <a:buFontTx/>
              <a:buChar char="•"/>
            </a:pPr>
            <a:r>
              <a:rPr lang="en-US" altLang="ar-IQ" sz="1700" b="1"/>
              <a:t>certain types of short stature.</a:t>
            </a:r>
          </a:p>
          <a:p>
            <a:pPr marL="619125" indent="-619125" eaLnBrk="1" hangingPunct="1">
              <a:buClr>
                <a:schemeClr val="tx1"/>
              </a:buClr>
              <a:buFontTx/>
              <a:buAutoNum type="arabicPeriod" startAt="2"/>
            </a:pPr>
            <a:r>
              <a:rPr lang="en-US" altLang="ar-IQ" sz="2500" b="1" u="sng"/>
              <a:t>Congenital defects:</a:t>
            </a:r>
            <a:r>
              <a:rPr lang="en-US" altLang="ar-IQ" sz="2500" b="1" i="1" u="sng"/>
              <a:t> </a:t>
            </a:r>
            <a:r>
              <a:rPr lang="en-US" altLang="ar-IQ" sz="2500" b="1"/>
              <a:t>These may be due to heredity or abnormal environment during embryonic life.</a:t>
            </a:r>
          </a:p>
          <a:p>
            <a:pPr marL="619125" indent="-619125" eaLnBrk="1" hangingPunct="1">
              <a:buClr>
                <a:schemeClr val="tx1"/>
              </a:buClr>
              <a:buFontTx/>
              <a:buAutoNum type="arabicPeriod" startAt="2"/>
            </a:pPr>
            <a:r>
              <a:rPr lang="en-US" altLang="ar-IQ" sz="2500" b="1" u="sng"/>
              <a:t>Endocrine factors</a:t>
            </a:r>
            <a:r>
              <a:rPr lang="en-US" altLang="ar-IQ" sz="2500" b="1"/>
              <a:t>:</a:t>
            </a:r>
            <a:r>
              <a:rPr lang="en-US" altLang="ar-IQ" sz="2500" b="1" i="1"/>
              <a:t> </a:t>
            </a:r>
            <a:r>
              <a:rPr lang="en-US" altLang="ar-IQ" sz="2500" b="1"/>
              <a:t>These can produce normal variations and cause growth variation.</a:t>
            </a:r>
          </a:p>
          <a:p>
            <a:pPr marL="619125" indent="-619125" eaLnBrk="1" hangingPunct="1"/>
            <a:endParaRPr lang="en-US" altLang="ar-IQ" sz="2500"/>
          </a:p>
        </p:txBody>
      </p:sp>
      <p:sp>
        <p:nvSpPr>
          <p:cNvPr id="181252" name="Date Placeholder 3">
            <a:extLst>
              <a:ext uri="{FF2B5EF4-FFF2-40B4-BE49-F238E27FC236}">
                <a16:creationId xmlns:a16="http://schemas.microsoft.com/office/drawing/2014/main" id="{80A20B79-5949-D2E9-E63E-8613F6EA2F42}"/>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3B45D4A2-DEF6-4C39-9F35-E86AC7EAFD64}"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81253" name="Slide Number Placeholder 5">
            <a:extLst>
              <a:ext uri="{FF2B5EF4-FFF2-40B4-BE49-F238E27FC236}">
                <a16:creationId xmlns:a16="http://schemas.microsoft.com/office/drawing/2014/main" id="{60835C61-E6D5-FA37-6AA2-C90DDBF2F51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7A82E4CB-98AD-4B3D-87EC-51EE8D3DF6FC}"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8</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2274" name="Rectangle 3">
            <a:extLst>
              <a:ext uri="{FF2B5EF4-FFF2-40B4-BE49-F238E27FC236}">
                <a16:creationId xmlns:a16="http://schemas.microsoft.com/office/drawing/2014/main" id="{A2901CE0-888D-7C91-C85B-F774EE09E073}"/>
              </a:ext>
            </a:extLst>
          </p:cNvPr>
          <p:cNvSpPr>
            <a:spLocks noGrp="1"/>
          </p:cNvSpPr>
          <p:nvPr>
            <p:ph idx="1"/>
          </p:nvPr>
        </p:nvSpPr>
        <p:spPr>
          <a:xfrm>
            <a:off x="1847850" y="333375"/>
            <a:ext cx="8496300" cy="5832475"/>
          </a:xfrm>
        </p:spPr>
        <p:txBody>
          <a:bodyPr/>
          <a:lstStyle/>
          <a:p>
            <a:pPr marL="609600" indent="-609600" eaLnBrk="1" hangingPunct="1">
              <a:buClr>
                <a:schemeClr val="tx1"/>
              </a:buClr>
              <a:buFontTx/>
              <a:buAutoNum type="arabicPeriod" startAt="4"/>
            </a:pPr>
            <a:r>
              <a:rPr lang="en-US" altLang="ar-IQ" sz="2700" b="1"/>
              <a:t>*Environmental factors: Environmental factors such as</a:t>
            </a:r>
          </a:p>
          <a:p>
            <a:pPr marL="1371600" lvl="2" indent="-457200" eaLnBrk="1" hangingPunct="1">
              <a:buClr>
                <a:schemeClr val="tx1"/>
              </a:buClr>
              <a:buFontTx/>
              <a:buChar char="•"/>
            </a:pPr>
            <a:r>
              <a:rPr lang="en-US" altLang="ar-IQ" sz="2000" b="1"/>
              <a:t> the mother's nutritional status,</a:t>
            </a:r>
          </a:p>
          <a:p>
            <a:pPr marL="1371600" lvl="2" indent="-457200" eaLnBrk="1" hangingPunct="1">
              <a:buClr>
                <a:schemeClr val="tx1"/>
              </a:buClr>
              <a:buFontTx/>
              <a:buChar char="•"/>
            </a:pPr>
            <a:r>
              <a:rPr lang="en-US" altLang="ar-IQ" sz="2000" b="1"/>
              <a:t> exposure to infectious diseases  and pathological conditions</a:t>
            </a:r>
          </a:p>
          <a:p>
            <a:pPr marL="1371600" lvl="2" indent="-457200" eaLnBrk="1" hangingPunct="1">
              <a:buClr>
                <a:schemeClr val="tx1"/>
              </a:buClr>
              <a:buFontTx/>
              <a:buChar char="•"/>
            </a:pPr>
            <a:r>
              <a:rPr lang="en-US" altLang="ar-IQ" sz="2000" b="1"/>
              <a:t> the socioeconomic conditions of the family affect the health of the embryo, infant and child.</a:t>
            </a:r>
            <a:endParaRPr lang="en-US" altLang="ar-IQ" sz="2000" b="1" i="1"/>
          </a:p>
          <a:p>
            <a:pPr marL="609600" indent="-609600" eaLnBrk="1" hangingPunct="1">
              <a:buClr>
                <a:schemeClr val="tx1"/>
              </a:buClr>
              <a:buFontTx/>
              <a:buAutoNum type="arabicPeriod" startAt="4"/>
            </a:pPr>
            <a:r>
              <a:rPr lang="en-US" altLang="ar-IQ" sz="2700" b="1" i="1"/>
              <a:t>*Nutritional factors</a:t>
            </a:r>
            <a:r>
              <a:rPr lang="en-US" altLang="ar-IQ" sz="2700" b="1"/>
              <a:t>: Growth of the baby depends on adequate consumption and proper utilization of suitable types of food. Specific deficiencies cause alterations in growth and development.</a:t>
            </a:r>
            <a:endParaRPr lang="en-US" altLang="ar-IQ" sz="2700" b="1" i="1"/>
          </a:p>
          <a:p>
            <a:pPr marL="609600" indent="-609600" eaLnBrk="1" hangingPunct="1"/>
            <a:endParaRPr lang="en-US" altLang="ar-IQ" sz="2700" b="1"/>
          </a:p>
        </p:txBody>
      </p:sp>
      <p:sp>
        <p:nvSpPr>
          <p:cNvPr id="182275" name="Date Placeholder 3">
            <a:extLst>
              <a:ext uri="{FF2B5EF4-FFF2-40B4-BE49-F238E27FC236}">
                <a16:creationId xmlns:a16="http://schemas.microsoft.com/office/drawing/2014/main" id="{0D49410F-6329-7217-2113-ABE571D942A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DB6B649F-5AAB-4EAE-9EFA-F5EB00D56F05}"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82276" name="Slide Number Placeholder 5">
            <a:extLst>
              <a:ext uri="{FF2B5EF4-FFF2-40B4-BE49-F238E27FC236}">
                <a16:creationId xmlns:a16="http://schemas.microsoft.com/office/drawing/2014/main" id="{B9112A68-ED9C-26DD-B632-FC118451F69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755164E7-8F06-457A-8B75-A82269F3A44B}"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9</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3298" name="Rectangle 3">
            <a:extLst>
              <a:ext uri="{FF2B5EF4-FFF2-40B4-BE49-F238E27FC236}">
                <a16:creationId xmlns:a16="http://schemas.microsoft.com/office/drawing/2014/main" id="{EEF299B4-78A0-C4C5-5DE5-AFAC2C46311D}"/>
              </a:ext>
            </a:extLst>
          </p:cNvPr>
          <p:cNvSpPr>
            <a:spLocks noGrp="1"/>
          </p:cNvSpPr>
          <p:nvPr>
            <p:ph idx="1"/>
          </p:nvPr>
        </p:nvSpPr>
        <p:spPr>
          <a:xfrm>
            <a:off x="1981200" y="1125538"/>
            <a:ext cx="8229600" cy="5472112"/>
          </a:xfrm>
        </p:spPr>
        <p:txBody>
          <a:bodyPr/>
          <a:lstStyle/>
          <a:p>
            <a:pPr marL="609600" indent="-609600" eaLnBrk="1" hangingPunct="1">
              <a:buClr>
                <a:schemeClr val="tx1"/>
              </a:buClr>
              <a:buFontTx/>
              <a:buAutoNum type="arabicPeriod" startAt="6"/>
            </a:pPr>
            <a:r>
              <a:rPr lang="en-US" altLang="ar-IQ" b="1" i="1"/>
              <a:t>*Activities:</a:t>
            </a:r>
            <a:r>
              <a:rPr lang="en-US" altLang="ar-IQ" b="1"/>
              <a:t> Normal growth and development depend on normal activities. A bedridden child would not grow as much as an active one.</a:t>
            </a:r>
            <a:endParaRPr lang="en-US" altLang="ar-IQ" b="1" i="1"/>
          </a:p>
          <a:p>
            <a:pPr marL="609600" indent="-609600" eaLnBrk="1" hangingPunct="1">
              <a:buClr>
                <a:schemeClr val="tx1"/>
              </a:buClr>
              <a:buFontTx/>
              <a:buAutoNum type="arabicPeriod" startAt="6"/>
            </a:pPr>
            <a:r>
              <a:rPr lang="en-US" altLang="ar-IQ" b="1" i="1"/>
              <a:t>*Illness and injuries:</a:t>
            </a:r>
            <a:r>
              <a:rPr lang="en-US" altLang="ar-IQ" b="1"/>
              <a:t> During birth, may cause a permanent damage to vital organs.</a:t>
            </a:r>
          </a:p>
          <a:p>
            <a:pPr marL="609600" indent="-609600" eaLnBrk="1" hangingPunct="1">
              <a:buClr>
                <a:schemeClr val="tx1"/>
              </a:buClr>
              <a:buFont typeface="Arial" panose="020B0604020202020204" pitchFamily="34" charset="0"/>
              <a:buNone/>
            </a:pPr>
            <a:endParaRPr lang="en-US" altLang="ar-IQ"/>
          </a:p>
        </p:txBody>
      </p:sp>
      <p:sp>
        <p:nvSpPr>
          <p:cNvPr id="183299" name="Date Placeholder 3">
            <a:extLst>
              <a:ext uri="{FF2B5EF4-FFF2-40B4-BE49-F238E27FC236}">
                <a16:creationId xmlns:a16="http://schemas.microsoft.com/office/drawing/2014/main" id="{5E945ACA-AC28-93A4-AA5A-5874D7D2AEFD}"/>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1C2A8889-E263-4D1C-A52B-31EF49D4C8A3}"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83300" name="Slide Number Placeholder 5">
            <a:extLst>
              <a:ext uri="{FF2B5EF4-FFF2-40B4-BE49-F238E27FC236}">
                <a16:creationId xmlns:a16="http://schemas.microsoft.com/office/drawing/2014/main" id="{85CF8B62-4430-1C51-D564-75F47CEFCE8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B9B5363A-08E0-4B6F-AA92-FF51C234E31C}"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10</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22" name="Rectangle 3">
            <a:extLst>
              <a:ext uri="{FF2B5EF4-FFF2-40B4-BE49-F238E27FC236}">
                <a16:creationId xmlns:a16="http://schemas.microsoft.com/office/drawing/2014/main" id="{E741B60F-582D-5ED9-8376-F33BDCFB0272}"/>
              </a:ext>
            </a:extLst>
          </p:cNvPr>
          <p:cNvSpPr>
            <a:spLocks noGrp="1"/>
          </p:cNvSpPr>
          <p:nvPr>
            <p:ph idx="1"/>
          </p:nvPr>
        </p:nvSpPr>
        <p:spPr>
          <a:xfrm>
            <a:off x="2095500" y="428625"/>
            <a:ext cx="8229600" cy="5626100"/>
          </a:xfrm>
        </p:spPr>
        <p:txBody>
          <a:bodyPr/>
          <a:lstStyle/>
          <a:p>
            <a:pPr marL="609600" indent="-609600" eaLnBrk="1" hangingPunct="1">
              <a:buFont typeface="Arial" panose="020B0604020202020204" pitchFamily="34" charset="0"/>
              <a:buNone/>
            </a:pPr>
            <a:r>
              <a:rPr lang="en-US" altLang="ar-IQ" sz="3100" b="1"/>
              <a:t> </a:t>
            </a:r>
            <a:r>
              <a:rPr lang="en-US" altLang="ar-IQ" sz="3100" b="1" u="sng"/>
              <a:t>Types of Growth:</a:t>
            </a:r>
            <a:endParaRPr lang="en-US" altLang="ar-IQ" sz="3100"/>
          </a:p>
          <a:p>
            <a:pPr marL="1371600" lvl="2" indent="-457200" eaLnBrk="1" hangingPunct="1">
              <a:buClr>
                <a:schemeClr val="tx1"/>
              </a:buClr>
              <a:buFontTx/>
              <a:buAutoNum type="arabicPeriod"/>
            </a:pPr>
            <a:endParaRPr lang="en-US" altLang="ar-IQ" sz="3100" b="1"/>
          </a:p>
          <a:p>
            <a:pPr marL="1371600" lvl="2" indent="-457200" eaLnBrk="1" hangingPunct="1">
              <a:buClr>
                <a:schemeClr val="tx1"/>
              </a:buClr>
              <a:buFontTx/>
              <a:buAutoNum type="arabicPeriod"/>
            </a:pPr>
            <a:r>
              <a:rPr lang="en-US" altLang="ar-IQ" sz="3100" b="1"/>
              <a:t>Physical growth such as, weight, height, head and chest circumferences.</a:t>
            </a:r>
          </a:p>
          <a:p>
            <a:pPr marL="1371600" lvl="2" indent="-457200" eaLnBrk="1" hangingPunct="1">
              <a:buClr>
                <a:schemeClr val="tx1"/>
              </a:buClr>
              <a:buFontTx/>
              <a:buAutoNum type="arabicPeriod"/>
            </a:pPr>
            <a:r>
              <a:rPr lang="en-US" altLang="ar-IQ" sz="3100" b="1"/>
              <a:t>Physiological growth such as, vital signs, and senses; (touch, hearing, smell, vision, and taste).</a:t>
            </a:r>
          </a:p>
        </p:txBody>
      </p:sp>
      <p:sp>
        <p:nvSpPr>
          <p:cNvPr id="184323" name="Date Placeholder 3">
            <a:extLst>
              <a:ext uri="{FF2B5EF4-FFF2-40B4-BE49-F238E27FC236}">
                <a16:creationId xmlns:a16="http://schemas.microsoft.com/office/drawing/2014/main" id="{1627884F-A6B3-83E7-A460-FC4D147EAEAD}"/>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738C7815-C7E2-4C06-A48D-7825C9AE8E1E}"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84324" name="Slide Number Placeholder 5">
            <a:extLst>
              <a:ext uri="{FF2B5EF4-FFF2-40B4-BE49-F238E27FC236}">
                <a16:creationId xmlns:a16="http://schemas.microsoft.com/office/drawing/2014/main" id="{D81C53A9-0C02-1B2C-1F87-AC6CEA0A79C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E683676A-2D9B-478E-813D-457EE2320E92}"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11</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5346" name="Rectangle 3">
            <a:extLst>
              <a:ext uri="{FF2B5EF4-FFF2-40B4-BE49-F238E27FC236}">
                <a16:creationId xmlns:a16="http://schemas.microsoft.com/office/drawing/2014/main" id="{3132BC63-360C-2403-2458-39104F285F5C}"/>
              </a:ext>
            </a:extLst>
          </p:cNvPr>
          <p:cNvSpPr>
            <a:spLocks noGrp="1"/>
          </p:cNvSpPr>
          <p:nvPr>
            <p:ph idx="1"/>
          </p:nvPr>
        </p:nvSpPr>
        <p:spPr>
          <a:xfrm>
            <a:off x="2166938" y="285750"/>
            <a:ext cx="8043862" cy="6167438"/>
          </a:xfrm>
        </p:spPr>
        <p:txBody>
          <a:bodyPr/>
          <a:lstStyle/>
          <a:p>
            <a:pPr marL="609600" indent="-609600" eaLnBrk="1" hangingPunct="1">
              <a:buFont typeface="Arial" panose="020B0604020202020204" pitchFamily="34" charset="0"/>
              <a:buNone/>
            </a:pPr>
            <a:r>
              <a:rPr lang="en-US" altLang="ar-IQ" sz="3500" b="1" u="sng"/>
              <a:t>Types of Development:</a:t>
            </a:r>
          </a:p>
          <a:p>
            <a:pPr marL="609600" indent="-609600" eaLnBrk="1" hangingPunct="1">
              <a:buClr>
                <a:schemeClr val="tx1"/>
              </a:buClr>
              <a:buFont typeface="Wingdings" panose="05000000000000000000" pitchFamily="2" charset="2"/>
              <a:buAutoNum type="arabicPeriod"/>
            </a:pPr>
            <a:endParaRPr lang="en-US" altLang="ar-IQ" sz="3100" b="1"/>
          </a:p>
          <a:p>
            <a:pPr marL="609600" indent="-609600" eaLnBrk="1" hangingPunct="1">
              <a:buClr>
                <a:schemeClr val="tx1"/>
              </a:buClr>
              <a:buFont typeface="Wingdings" panose="05000000000000000000" pitchFamily="2" charset="2"/>
              <a:buAutoNum type="arabicPeriod"/>
            </a:pPr>
            <a:r>
              <a:rPr lang="en-US" altLang="ar-IQ" sz="3100" b="1"/>
              <a:t>Cognitive development (intellectual development e.g. reasoning, mental thinking</a:t>
            </a:r>
            <a:r>
              <a:rPr lang="en-US" altLang="ar-IQ" sz="3100" b="1">
                <a:latin typeface="Arial" panose="020B0604020202020204" pitchFamily="34" charset="0"/>
              </a:rPr>
              <a:t>…</a:t>
            </a:r>
            <a:r>
              <a:rPr lang="en-US" altLang="ar-IQ" sz="3100" b="1"/>
              <a:t>etc)</a:t>
            </a:r>
          </a:p>
          <a:p>
            <a:pPr marL="609600" indent="-609600" eaLnBrk="1" hangingPunct="1">
              <a:buClr>
                <a:schemeClr val="tx1"/>
              </a:buClr>
              <a:buFont typeface="Wingdings" panose="05000000000000000000" pitchFamily="2" charset="2"/>
              <a:buAutoNum type="arabicPeriod"/>
            </a:pPr>
            <a:r>
              <a:rPr lang="en-US" altLang="ar-IQ" sz="3100" b="1"/>
              <a:t>Emotional development e.g. loves, fear </a:t>
            </a:r>
            <a:r>
              <a:rPr lang="en-US" altLang="ar-IQ" sz="3100" b="1">
                <a:latin typeface="Arial" panose="020B0604020202020204" pitchFamily="34" charset="0"/>
              </a:rPr>
              <a:t>…</a:t>
            </a:r>
            <a:r>
              <a:rPr lang="en-US" altLang="ar-IQ" sz="3100" b="1"/>
              <a:t>etc.</a:t>
            </a:r>
          </a:p>
          <a:p>
            <a:pPr marL="609600" indent="-609600" eaLnBrk="1" hangingPunct="1">
              <a:buClr>
                <a:schemeClr val="tx1"/>
              </a:buClr>
              <a:buFont typeface="Wingdings" panose="05000000000000000000" pitchFamily="2" charset="2"/>
              <a:buAutoNum type="arabicPeriod"/>
            </a:pPr>
            <a:r>
              <a:rPr lang="en-US" altLang="ar-IQ" sz="3100" b="1"/>
              <a:t>Social development e.g. self concept, friendship, and development of senses such as sense of trust</a:t>
            </a:r>
            <a:r>
              <a:rPr lang="en-US" altLang="ar-IQ" sz="3100" b="1">
                <a:latin typeface="Arial" panose="020B0604020202020204" pitchFamily="34" charset="0"/>
              </a:rPr>
              <a:t>…</a:t>
            </a:r>
            <a:r>
              <a:rPr lang="en-US" altLang="ar-IQ" sz="3100" b="1"/>
              <a:t>etc.</a:t>
            </a:r>
          </a:p>
        </p:txBody>
      </p:sp>
      <p:sp>
        <p:nvSpPr>
          <p:cNvPr id="185347" name="Date Placeholder 3">
            <a:extLst>
              <a:ext uri="{FF2B5EF4-FFF2-40B4-BE49-F238E27FC236}">
                <a16:creationId xmlns:a16="http://schemas.microsoft.com/office/drawing/2014/main" id="{A5FC6BCE-BFEF-F2B7-2B39-B443FBBB08F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E5A5A0D8-FCD0-4421-AAD5-2D1CE8AA327A}"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85348" name="Slide Number Placeholder 5">
            <a:extLst>
              <a:ext uri="{FF2B5EF4-FFF2-40B4-BE49-F238E27FC236}">
                <a16:creationId xmlns:a16="http://schemas.microsoft.com/office/drawing/2014/main" id="{9B3AACAF-4007-E36F-08F8-90B6B145DF2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7FC15D43-8B33-4ABB-8C55-7131AEE21695}"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12</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5604" name="Rectangle 2">
            <a:extLst>
              <a:ext uri="{FF2B5EF4-FFF2-40B4-BE49-F238E27FC236}">
                <a16:creationId xmlns:a16="http://schemas.microsoft.com/office/drawing/2014/main" id="{36BB7541-AC53-580C-054A-5A8C9ED6100A}"/>
              </a:ext>
            </a:extLst>
          </p:cNvPr>
          <p:cNvSpPr>
            <a:spLocks noGrp="1" noChangeArrowheads="1"/>
          </p:cNvSpPr>
          <p:nvPr>
            <p:ph type="title"/>
          </p:nvPr>
        </p:nvSpPr>
        <p:spPr>
          <a:xfrm>
            <a:off x="2524125" y="142875"/>
            <a:ext cx="7929563" cy="1071563"/>
          </a:xfrm>
        </p:spPr>
        <p:txBody>
          <a:bodyPr>
            <a:normAutofit fontScale="90000"/>
          </a:bodyPr>
          <a:lstStyle/>
          <a:p>
            <a:pPr eaLnBrk="1" fontAlgn="auto" hangingPunct="1">
              <a:spcAft>
                <a:spcPts val="0"/>
              </a:spcAft>
              <a:defRPr/>
            </a:pPr>
            <a:r>
              <a:rPr lang="en-US" b="1">
                <a:solidFill>
                  <a:schemeClr val="accent1">
                    <a:lumMod val="75000"/>
                  </a:schemeClr>
                </a:solidFill>
              </a:rPr>
              <a:t>Stages of Growth and Development</a:t>
            </a:r>
          </a:p>
        </p:txBody>
      </p:sp>
      <p:sp>
        <p:nvSpPr>
          <p:cNvPr id="186371" name="Rectangle 3">
            <a:extLst>
              <a:ext uri="{FF2B5EF4-FFF2-40B4-BE49-F238E27FC236}">
                <a16:creationId xmlns:a16="http://schemas.microsoft.com/office/drawing/2014/main" id="{384B7B62-9E23-B763-859C-95EE1502D595}"/>
              </a:ext>
            </a:extLst>
          </p:cNvPr>
          <p:cNvSpPr>
            <a:spLocks noGrp="1"/>
          </p:cNvSpPr>
          <p:nvPr>
            <p:ph idx="1"/>
          </p:nvPr>
        </p:nvSpPr>
        <p:spPr>
          <a:xfrm>
            <a:off x="2894013" y="1571625"/>
            <a:ext cx="7313612" cy="4370388"/>
          </a:xfrm>
        </p:spPr>
        <p:txBody>
          <a:bodyPr/>
          <a:lstStyle/>
          <a:p>
            <a:pPr marL="609600" indent="-609600" eaLnBrk="1" hangingPunct="1">
              <a:buFont typeface="Wingdings" panose="05000000000000000000" pitchFamily="2" charset="2"/>
              <a:buAutoNum type="arabicPeriod"/>
            </a:pPr>
            <a:r>
              <a:rPr lang="en-US" altLang="ar-IQ" b="1" u="sng"/>
              <a:t>Prenatal period : From conception to birth:</a:t>
            </a:r>
          </a:p>
          <a:p>
            <a:pPr marL="609600" indent="-609600" eaLnBrk="1" hangingPunct="1">
              <a:buFont typeface="Arial" panose="020B0604020202020204" pitchFamily="34" charset="0"/>
              <a:buAutoNum type="romanUcPeriod"/>
            </a:pPr>
            <a:r>
              <a:rPr lang="en-US" altLang="ar-IQ"/>
              <a:t>Germinal period:1</a:t>
            </a:r>
            <a:r>
              <a:rPr lang="en-US" altLang="ar-IQ" baseline="30000"/>
              <a:t>st</a:t>
            </a:r>
            <a:r>
              <a:rPr lang="en-US" altLang="ar-IQ"/>
              <a:t> two weeks of gestation (Zygote)</a:t>
            </a:r>
          </a:p>
          <a:p>
            <a:pPr marL="609600" indent="-609600" eaLnBrk="1" hangingPunct="1">
              <a:buFont typeface="Arial" panose="020B0604020202020204" pitchFamily="34" charset="0"/>
              <a:buAutoNum type="romanUcPeriod"/>
            </a:pPr>
            <a:r>
              <a:rPr lang="en-US" altLang="ar-IQ"/>
              <a:t> Embryonic period: 2 </a:t>
            </a:r>
            <a:r>
              <a:rPr lang="en-US" altLang="ar-IQ">
                <a:latin typeface="Arial" panose="020B0604020202020204" pitchFamily="34" charset="0"/>
              </a:rPr>
              <a:t>–</a:t>
            </a:r>
            <a:r>
              <a:rPr lang="en-US" altLang="ar-IQ"/>
              <a:t> 8 weeks (Embryo) </a:t>
            </a:r>
          </a:p>
          <a:p>
            <a:pPr marL="609600" indent="-609600" eaLnBrk="1" hangingPunct="1">
              <a:buFont typeface="Arial" panose="020B0604020202020204" pitchFamily="34" charset="0"/>
              <a:buAutoNum type="romanUcPeriod"/>
            </a:pPr>
            <a:r>
              <a:rPr lang="en-US" altLang="ar-IQ"/>
              <a:t> Fetal period: 8weeks </a:t>
            </a:r>
            <a:r>
              <a:rPr lang="en-US" altLang="ar-IQ">
                <a:latin typeface="Arial" panose="020B0604020202020204" pitchFamily="34" charset="0"/>
              </a:rPr>
              <a:t>–</a:t>
            </a:r>
            <a:r>
              <a:rPr lang="en-US" altLang="ar-IQ"/>
              <a:t> birth (Fetus) </a:t>
            </a:r>
          </a:p>
        </p:txBody>
      </p:sp>
      <p:sp>
        <p:nvSpPr>
          <p:cNvPr id="186372" name="Date Placeholder 3">
            <a:extLst>
              <a:ext uri="{FF2B5EF4-FFF2-40B4-BE49-F238E27FC236}">
                <a16:creationId xmlns:a16="http://schemas.microsoft.com/office/drawing/2014/main" id="{EF7F6C32-ECE1-4254-E9F9-BEF9FD44567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86D98D7E-B761-4B87-93F9-E14045C8D1FD}"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86373" name="Slide Number Placeholder 5">
            <a:extLst>
              <a:ext uri="{FF2B5EF4-FFF2-40B4-BE49-F238E27FC236}">
                <a16:creationId xmlns:a16="http://schemas.microsoft.com/office/drawing/2014/main" id="{2F28DA0A-BD81-150F-215A-5F63AE007F6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A79C9033-4B16-4F9B-B36C-6F2B568BDF96}"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13</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7394" name="Rectangle 3">
            <a:extLst>
              <a:ext uri="{FF2B5EF4-FFF2-40B4-BE49-F238E27FC236}">
                <a16:creationId xmlns:a16="http://schemas.microsoft.com/office/drawing/2014/main" id="{17ABEA0C-5965-D77A-12DA-26B8619C7C3F}"/>
              </a:ext>
            </a:extLst>
          </p:cNvPr>
          <p:cNvSpPr>
            <a:spLocks noGrp="1"/>
          </p:cNvSpPr>
          <p:nvPr>
            <p:ph idx="1"/>
          </p:nvPr>
        </p:nvSpPr>
        <p:spPr>
          <a:xfrm>
            <a:off x="2309813" y="1571625"/>
            <a:ext cx="7781925" cy="4448175"/>
          </a:xfrm>
        </p:spPr>
        <p:txBody>
          <a:bodyPr/>
          <a:lstStyle/>
          <a:p>
            <a:pPr marL="571500" indent="-571500" eaLnBrk="1" hangingPunct="1">
              <a:buFont typeface="Wingdings" panose="05000000000000000000" pitchFamily="2" charset="2"/>
              <a:buAutoNum type="arabicPeriod" startAt="2"/>
            </a:pPr>
            <a:r>
              <a:rPr lang="en-US" altLang="ar-IQ" b="1" u="sng"/>
              <a:t>Infancy: Birth to 12 months</a:t>
            </a:r>
          </a:p>
          <a:p>
            <a:pPr marL="971550" lvl="1" indent="-514350" eaLnBrk="1" hangingPunct="1">
              <a:buFont typeface="Arial" panose="020B0604020202020204" pitchFamily="34" charset="0"/>
              <a:buAutoNum type="romanUcPeriod"/>
            </a:pPr>
            <a:r>
              <a:rPr lang="en-US" altLang="ar-IQ" b="1"/>
              <a:t>Neonate : </a:t>
            </a:r>
            <a:r>
              <a:rPr lang="en-US" altLang="ar-IQ" sz="2400" b="1"/>
              <a:t>Birth to 1 month</a:t>
            </a:r>
          </a:p>
          <a:p>
            <a:pPr marL="971550" lvl="1" indent="-514350" eaLnBrk="1" hangingPunct="1">
              <a:buFont typeface="Arial" panose="020B0604020202020204" pitchFamily="34" charset="0"/>
              <a:buAutoNum type="romanUcPeriod"/>
            </a:pPr>
            <a:r>
              <a:rPr lang="en-US" altLang="ar-IQ" b="1"/>
              <a:t> Infancy: </a:t>
            </a:r>
            <a:r>
              <a:rPr lang="en-US" altLang="ar-IQ" sz="2700" b="1"/>
              <a:t>1 month to 12 months</a:t>
            </a:r>
          </a:p>
          <a:p>
            <a:pPr marL="571500" indent="-571500" eaLnBrk="1" hangingPunct="1">
              <a:buFont typeface="Wingdings" panose="05000000000000000000" pitchFamily="2" charset="2"/>
              <a:buAutoNum type="arabicPeriod" startAt="2"/>
            </a:pPr>
            <a:r>
              <a:rPr lang="en-US" altLang="ar-IQ" b="1" u="sng"/>
              <a:t>Early Childhood: 1to 6 years</a:t>
            </a:r>
          </a:p>
          <a:p>
            <a:pPr marL="971550" lvl="1" indent="-514350" eaLnBrk="1" hangingPunct="1">
              <a:buFont typeface="Arial" panose="020B0604020202020204" pitchFamily="34" charset="0"/>
              <a:buAutoNum type="romanUcPeriod"/>
            </a:pPr>
            <a:r>
              <a:rPr lang="en-US" altLang="ar-IQ" b="1"/>
              <a:t>Toddler: </a:t>
            </a:r>
            <a:r>
              <a:rPr lang="en-US" altLang="ar-IQ" sz="2700" b="1"/>
              <a:t>1-3 years</a:t>
            </a:r>
          </a:p>
          <a:p>
            <a:pPr marL="971550" lvl="1" indent="-514350" eaLnBrk="1" hangingPunct="1">
              <a:buFont typeface="Arial" panose="020B0604020202020204" pitchFamily="34" charset="0"/>
              <a:buAutoNum type="romanUcPeriod"/>
            </a:pPr>
            <a:r>
              <a:rPr lang="en-US" altLang="ar-IQ" sz="2700" b="1"/>
              <a:t> </a:t>
            </a:r>
            <a:r>
              <a:rPr lang="en-US" altLang="ar-IQ" b="1"/>
              <a:t>Preschool: </a:t>
            </a:r>
            <a:r>
              <a:rPr lang="en-US" altLang="ar-IQ" sz="2700" b="1"/>
              <a:t>3-6 years</a:t>
            </a:r>
          </a:p>
          <a:p>
            <a:pPr marL="571500" indent="-571500" eaLnBrk="1" hangingPunct="1"/>
            <a:endParaRPr lang="en-US" altLang="ar-IQ" b="1"/>
          </a:p>
          <a:p>
            <a:pPr marL="571500" indent="-571500" eaLnBrk="1" hangingPunct="1"/>
            <a:endParaRPr lang="en-US" altLang="ar-IQ"/>
          </a:p>
        </p:txBody>
      </p:sp>
      <p:sp>
        <p:nvSpPr>
          <p:cNvPr id="187395" name="Date Placeholder 3">
            <a:extLst>
              <a:ext uri="{FF2B5EF4-FFF2-40B4-BE49-F238E27FC236}">
                <a16:creationId xmlns:a16="http://schemas.microsoft.com/office/drawing/2014/main" id="{F2CDFF02-4C4B-4BD7-EC44-3A74B77426EB}"/>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F4C7AD6A-D6B9-4923-AEE3-2B9D8CF81130}"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87396" name="Slide Number Placeholder 5">
            <a:extLst>
              <a:ext uri="{FF2B5EF4-FFF2-40B4-BE49-F238E27FC236}">
                <a16:creationId xmlns:a16="http://schemas.microsoft.com/office/drawing/2014/main" id="{56FBFD51-7623-C898-953E-CF9FE28D5DD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B5515E5A-8163-4686-8674-CA78B4D6380B}"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14</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3427" name="Rectangle 3">
            <a:extLst>
              <a:ext uri="{FF2B5EF4-FFF2-40B4-BE49-F238E27FC236}">
                <a16:creationId xmlns:a16="http://schemas.microsoft.com/office/drawing/2014/main" id="{7B0E3E27-9B57-95A6-5B44-E250ADD9658B}"/>
              </a:ext>
            </a:extLst>
          </p:cNvPr>
          <p:cNvSpPr>
            <a:spLocks noGrp="1" noChangeArrowheads="1"/>
          </p:cNvSpPr>
          <p:nvPr>
            <p:ph idx="1"/>
          </p:nvPr>
        </p:nvSpPr>
        <p:spPr>
          <a:xfrm>
            <a:off x="2238375" y="1500188"/>
            <a:ext cx="7853363" cy="4519612"/>
          </a:xfrm>
        </p:spPr>
        <p:txBody>
          <a:bodyPr rtlCol="0">
            <a:normAutofit/>
          </a:bodyPr>
          <a:lstStyle/>
          <a:p>
            <a:pPr eaLnBrk="1" fontAlgn="auto" hangingPunct="1">
              <a:spcAft>
                <a:spcPts val="0"/>
              </a:spcAft>
              <a:buFont typeface="Arial" panose="020B0604020202020204" pitchFamily="34" charset="0"/>
              <a:buNone/>
              <a:defRPr/>
            </a:pPr>
            <a:r>
              <a:rPr lang="en-US" dirty="0">
                <a:solidFill>
                  <a:schemeClr val="accent2"/>
                </a:solidFill>
                <a:effectLst>
                  <a:outerShdw blurRad="38100" dist="38100" dir="2700000" algn="tl">
                    <a:srgbClr val="C0C0C0"/>
                  </a:outerShdw>
                </a:effectLst>
              </a:rPr>
              <a:t>4.</a:t>
            </a:r>
            <a:r>
              <a:rPr lang="en-US" dirty="0">
                <a:effectLst>
                  <a:outerShdw blurRad="38100" dist="38100" dir="2700000" algn="tl">
                    <a:srgbClr val="C0C0C0"/>
                  </a:outerShdw>
                </a:effectLst>
              </a:rPr>
              <a:t> </a:t>
            </a:r>
            <a:r>
              <a:rPr lang="en-US" b="1" dirty="0">
                <a:effectLst>
                  <a:outerShdw blurRad="38100" dist="38100" dir="2700000" algn="tl">
                    <a:srgbClr val="C0C0C0"/>
                  </a:outerShdw>
                </a:effectLst>
              </a:rPr>
              <a:t>Middle Childhood: 6 to 11 0r 12 years</a:t>
            </a:r>
          </a:p>
          <a:p>
            <a:pPr marL="640080" lvl="1" eaLnBrk="1" fontAlgn="auto" hangingPunct="1">
              <a:spcAft>
                <a:spcPts val="0"/>
              </a:spcAft>
              <a:defRPr/>
            </a:pPr>
            <a:r>
              <a:rPr lang="en-US" b="1" dirty="0">
                <a:effectLst>
                  <a:outerShdw blurRad="38100" dist="38100" dir="2700000" algn="tl">
                    <a:srgbClr val="C0C0C0"/>
                  </a:outerShdw>
                </a:effectLst>
              </a:rPr>
              <a:t> School age:</a:t>
            </a:r>
          </a:p>
          <a:p>
            <a:pPr marL="640080" lvl="1" eaLnBrk="1" fontAlgn="auto" hangingPunct="1">
              <a:spcAft>
                <a:spcPts val="0"/>
              </a:spcAft>
              <a:buFont typeface="Arial" panose="020B0604020202020204" pitchFamily="34" charset="0"/>
              <a:buNone/>
              <a:defRPr/>
            </a:pPr>
            <a:r>
              <a:rPr lang="en-US" b="1" dirty="0">
                <a:effectLst>
                  <a:outerShdw blurRad="38100" dist="38100" dir="2700000" algn="tl">
                    <a:srgbClr val="C0C0C0"/>
                  </a:outerShdw>
                </a:effectLst>
              </a:rPr>
              <a:t>    6 to 12 years</a:t>
            </a:r>
          </a:p>
          <a:p>
            <a:pPr eaLnBrk="1" fontAlgn="auto" hangingPunct="1">
              <a:spcAft>
                <a:spcPts val="0"/>
              </a:spcAft>
              <a:buFont typeface="Arial" panose="020B0604020202020204" pitchFamily="34" charset="0"/>
              <a:buNone/>
              <a:defRPr/>
            </a:pPr>
            <a:r>
              <a:rPr lang="en-US" b="1" dirty="0">
                <a:solidFill>
                  <a:schemeClr val="accent2"/>
                </a:solidFill>
                <a:effectLst>
                  <a:outerShdw blurRad="38100" dist="38100" dir="2700000" algn="tl">
                    <a:srgbClr val="C0C0C0"/>
                  </a:outerShdw>
                </a:effectLst>
              </a:rPr>
              <a:t>5.</a:t>
            </a:r>
            <a:r>
              <a:rPr lang="en-US" b="1" dirty="0">
                <a:effectLst>
                  <a:outerShdw blurRad="38100" dist="38100" dir="2700000" algn="tl">
                    <a:srgbClr val="C0C0C0"/>
                  </a:outerShdw>
                </a:effectLst>
              </a:rPr>
              <a:t> Later Childhood: 11 to 19</a:t>
            </a:r>
          </a:p>
          <a:p>
            <a:pPr marL="971550" lvl="1" indent="-514350" eaLnBrk="1" fontAlgn="auto" hangingPunct="1">
              <a:spcAft>
                <a:spcPts val="0"/>
              </a:spcAft>
              <a:buFont typeface="+mj-lt"/>
              <a:buAutoNum type="romanUcPeriod"/>
              <a:defRPr/>
            </a:pPr>
            <a:r>
              <a:rPr lang="en-US" b="1" dirty="0">
                <a:effectLst>
                  <a:outerShdw blurRad="38100" dist="38100" dir="2700000" algn="tl">
                    <a:srgbClr val="C0C0C0"/>
                  </a:outerShdw>
                </a:effectLst>
              </a:rPr>
              <a:t> Prepubertal: 10 -13 years</a:t>
            </a:r>
          </a:p>
          <a:p>
            <a:pPr marL="971550" lvl="1" indent="-514350" eaLnBrk="1" fontAlgn="auto" hangingPunct="1">
              <a:spcAft>
                <a:spcPts val="0"/>
              </a:spcAft>
              <a:buFont typeface="+mj-lt"/>
              <a:buAutoNum type="romanUcPeriod"/>
              <a:defRPr/>
            </a:pPr>
            <a:r>
              <a:rPr lang="en-US" b="1" dirty="0">
                <a:effectLst>
                  <a:outerShdw blurRad="38100" dist="38100" dir="2700000" algn="tl">
                    <a:srgbClr val="C0C0C0"/>
                  </a:outerShdw>
                </a:effectLst>
              </a:rPr>
              <a:t> Adolescence: 13 years to approximately 18 or 19 years</a:t>
            </a:r>
          </a:p>
          <a:p>
            <a:pPr eaLnBrk="1" fontAlgn="auto" hangingPunct="1">
              <a:spcAft>
                <a:spcPts val="0"/>
              </a:spcAft>
              <a:defRPr/>
            </a:pPr>
            <a:endParaRPr lang="en-US" dirty="0"/>
          </a:p>
        </p:txBody>
      </p:sp>
      <p:sp>
        <p:nvSpPr>
          <p:cNvPr id="188419" name="Date Placeholder 3">
            <a:extLst>
              <a:ext uri="{FF2B5EF4-FFF2-40B4-BE49-F238E27FC236}">
                <a16:creationId xmlns:a16="http://schemas.microsoft.com/office/drawing/2014/main" id="{7A1DDB0A-3DC4-2C26-4928-58A613BC5FA7}"/>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6E15BC71-2688-4BF3-AA06-3DD856A783F0}"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88420" name="Slide Number Placeholder 5">
            <a:extLst>
              <a:ext uri="{FF2B5EF4-FFF2-40B4-BE49-F238E27FC236}">
                <a16:creationId xmlns:a16="http://schemas.microsoft.com/office/drawing/2014/main" id="{E7B5947E-F395-6395-712D-CF1E3BC81F8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EEEBB68F-D0D6-4E27-9708-15195211606D}"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15</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9442" name="Rectangle 3">
            <a:extLst>
              <a:ext uri="{FF2B5EF4-FFF2-40B4-BE49-F238E27FC236}">
                <a16:creationId xmlns:a16="http://schemas.microsoft.com/office/drawing/2014/main" id="{86DADA54-C0F5-40B7-E6D1-D265A875B8C3}"/>
              </a:ext>
            </a:extLst>
          </p:cNvPr>
          <p:cNvSpPr>
            <a:spLocks noGrp="1"/>
          </p:cNvSpPr>
          <p:nvPr>
            <p:ph idx="1"/>
          </p:nvPr>
        </p:nvSpPr>
        <p:spPr>
          <a:xfrm>
            <a:off x="2424113" y="1500188"/>
            <a:ext cx="7786687" cy="4625975"/>
          </a:xfrm>
        </p:spPr>
        <p:txBody>
          <a:bodyPr/>
          <a:lstStyle/>
          <a:p>
            <a:pPr marL="609600" indent="-609600" eaLnBrk="1" hangingPunct="1">
              <a:lnSpc>
                <a:spcPct val="80000"/>
              </a:lnSpc>
              <a:buFont typeface="Wingdings" panose="05000000000000000000" pitchFamily="2" charset="2"/>
              <a:buAutoNum type="arabicPeriod" startAt="6"/>
            </a:pPr>
            <a:r>
              <a:rPr lang="en-US" altLang="ar-IQ" sz="3600" b="1"/>
              <a:t>Adulthood </a:t>
            </a:r>
          </a:p>
          <a:p>
            <a:pPr marL="609600" indent="-609600" eaLnBrk="1" hangingPunct="1">
              <a:lnSpc>
                <a:spcPct val="80000"/>
              </a:lnSpc>
              <a:buFont typeface="Arial" panose="020B0604020202020204" pitchFamily="34" charset="0"/>
              <a:buAutoNum type="romanUcPeriod"/>
            </a:pPr>
            <a:r>
              <a:rPr lang="en-US" altLang="ar-IQ" sz="2300" b="1"/>
              <a:t> Young adulthood: from 19- 25 years </a:t>
            </a:r>
          </a:p>
          <a:p>
            <a:pPr marL="609600" indent="-609600" eaLnBrk="1" hangingPunct="1">
              <a:lnSpc>
                <a:spcPct val="80000"/>
              </a:lnSpc>
              <a:buFont typeface="Arial" panose="020B0604020202020204" pitchFamily="34" charset="0"/>
              <a:buAutoNum type="romanUcPeriod"/>
            </a:pPr>
            <a:r>
              <a:rPr lang="en-US" altLang="ar-IQ" sz="2300" b="1"/>
              <a:t> Adult: from 26 </a:t>
            </a:r>
            <a:r>
              <a:rPr lang="en-US" altLang="ar-IQ" sz="2300" b="1">
                <a:latin typeface="Arial" panose="020B0604020202020204" pitchFamily="34" charset="0"/>
              </a:rPr>
              <a:t>–</a:t>
            </a:r>
            <a:r>
              <a:rPr lang="en-US" altLang="ar-IQ" sz="2300" b="1"/>
              <a:t> 40 years</a:t>
            </a:r>
          </a:p>
          <a:p>
            <a:pPr marL="609600" indent="-609600" eaLnBrk="1" hangingPunct="1">
              <a:lnSpc>
                <a:spcPct val="80000"/>
              </a:lnSpc>
              <a:buFont typeface="Arial" panose="020B0604020202020204" pitchFamily="34" charset="0"/>
              <a:buAutoNum type="romanUcPeriod"/>
            </a:pPr>
            <a:r>
              <a:rPr lang="en-US" altLang="ar-IQ" sz="2300" b="1"/>
              <a:t> Maturity: from 41 years - and above</a:t>
            </a:r>
          </a:p>
          <a:p>
            <a:pPr marL="609600" indent="-609600" eaLnBrk="1" hangingPunct="1">
              <a:lnSpc>
                <a:spcPct val="80000"/>
              </a:lnSpc>
              <a:buFont typeface="Arial" panose="020B0604020202020204" pitchFamily="34" charset="0"/>
              <a:buNone/>
            </a:pPr>
            <a:endParaRPr lang="en-US" altLang="ar-IQ" sz="2300" b="1"/>
          </a:p>
          <a:p>
            <a:pPr marL="609600" indent="-609600" eaLnBrk="1" hangingPunct="1">
              <a:lnSpc>
                <a:spcPct val="80000"/>
              </a:lnSpc>
              <a:buFont typeface="Arial" panose="020B0604020202020204" pitchFamily="34" charset="0"/>
              <a:buNone/>
            </a:pPr>
            <a:r>
              <a:rPr lang="en-US" altLang="ar-IQ" sz="3100" b="1"/>
              <a:t>7.</a:t>
            </a:r>
            <a:r>
              <a:rPr lang="en-US" altLang="ar-IQ" sz="2300" b="1"/>
              <a:t>  </a:t>
            </a:r>
            <a:r>
              <a:rPr lang="en-US" altLang="ar-IQ" sz="3400" b="1"/>
              <a:t>Old age</a:t>
            </a:r>
            <a:r>
              <a:rPr lang="en-US" altLang="ar-IQ" sz="2300" b="1"/>
              <a:t> </a:t>
            </a:r>
          </a:p>
          <a:p>
            <a:pPr marL="609600" indent="-609600" eaLnBrk="1" hangingPunct="1">
              <a:lnSpc>
                <a:spcPct val="80000"/>
              </a:lnSpc>
              <a:buFont typeface="Arial" panose="020B0604020202020204" pitchFamily="34" charset="0"/>
              <a:buNone/>
            </a:pPr>
            <a:r>
              <a:rPr lang="en-US" altLang="ar-IQ" sz="2300"/>
              <a:t>        </a:t>
            </a:r>
          </a:p>
          <a:p>
            <a:pPr marL="609600" indent="-609600" eaLnBrk="1" hangingPunct="1">
              <a:lnSpc>
                <a:spcPct val="80000"/>
              </a:lnSpc>
              <a:buFont typeface="Arial" panose="020B0604020202020204" pitchFamily="34" charset="0"/>
              <a:buNone/>
            </a:pPr>
            <a:endParaRPr lang="en-US" altLang="ar-IQ" sz="2300"/>
          </a:p>
          <a:p>
            <a:pPr marL="609600" indent="-609600" eaLnBrk="1" hangingPunct="1">
              <a:lnSpc>
                <a:spcPct val="80000"/>
              </a:lnSpc>
              <a:buFont typeface="Arial" panose="020B0604020202020204" pitchFamily="34" charset="0"/>
              <a:buNone/>
            </a:pPr>
            <a:endParaRPr lang="en-US" altLang="ar-IQ" sz="2300"/>
          </a:p>
          <a:p>
            <a:pPr marL="609600" indent="-609600" eaLnBrk="1" hangingPunct="1">
              <a:lnSpc>
                <a:spcPct val="80000"/>
              </a:lnSpc>
              <a:buFont typeface="Arial" panose="020B0604020202020204" pitchFamily="34" charset="0"/>
              <a:buNone/>
            </a:pPr>
            <a:r>
              <a:rPr lang="ar-JO" altLang="ar-IQ" sz="2300"/>
              <a:t>     </a:t>
            </a:r>
          </a:p>
          <a:p>
            <a:pPr marL="609600" indent="-609600" eaLnBrk="1" hangingPunct="1">
              <a:lnSpc>
                <a:spcPct val="80000"/>
              </a:lnSpc>
              <a:buFont typeface="Arial" panose="020B0604020202020204" pitchFamily="34" charset="0"/>
              <a:buNone/>
            </a:pPr>
            <a:r>
              <a:rPr lang="ar-JO" altLang="ar-IQ" sz="2300"/>
              <a:t>       </a:t>
            </a:r>
            <a:endParaRPr lang="en-US" altLang="ar-IQ" sz="2300"/>
          </a:p>
        </p:txBody>
      </p:sp>
      <p:sp>
        <p:nvSpPr>
          <p:cNvPr id="189443" name="Date Placeholder 3">
            <a:extLst>
              <a:ext uri="{FF2B5EF4-FFF2-40B4-BE49-F238E27FC236}">
                <a16:creationId xmlns:a16="http://schemas.microsoft.com/office/drawing/2014/main" id="{65110CB5-507C-A335-DE52-19FCE2C502BB}"/>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38725202-783B-477B-A12E-B2584A186737}"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89444" name="Slide Number Placeholder 5">
            <a:extLst>
              <a:ext uri="{FF2B5EF4-FFF2-40B4-BE49-F238E27FC236}">
                <a16:creationId xmlns:a16="http://schemas.microsoft.com/office/drawing/2014/main" id="{A1A6957A-6B38-19A1-F981-9FC3871DE1B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AEB3CC9D-29C5-42EE-9D09-6EBBD2E5E04A}"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16</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0466" name="Date Placeholder 3">
            <a:extLst>
              <a:ext uri="{FF2B5EF4-FFF2-40B4-BE49-F238E27FC236}">
                <a16:creationId xmlns:a16="http://schemas.microsoft.com/office/drawing/2014/main" id="{B7E05E29-41EF-B1E7-E01E-A6497C61A99D}"/>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5AB1EBBC-74DB-4758-B11E-7123C4BBAB24}"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90467" name="Slide Number Placeholder 5">
            <a:extLst>
              <a:ext uri="{FF2B5EF4-FFF2-40B4-BE49-F238E27FC236}">
                <a16:creationId xmlns:a16="http://schemas.microsoft.com/office/drawing/2014/main" id="{9892D4A6-8DA5-6512-3536-7E7ACD25D8D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AC90CE99-8A45-4BB9-A527-1FA00FA0052B}"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17</a:t>
            </a:fld>
            <a:endParaRPr lang="en-US" altLang="ar-IQ" sz="1200">
              <a:solidFill>
                <a:schemeClr val="tx1"/>
              </a:solidFill>
              <a:latin typeface="Verdana" panose="020B0604030504040204" pitchFamily="34" charset="0"/>
              <a:cs typeface="Arial" panose="020B0604020202020204" pitchFamily="34" charset="0"/>
            </a:endParaRPr>
          </a:p>
        </p:txBody>
      </p:sp>
      <p:pic>
        <p:nvPicPr>
          <p:cNvPr id="190468" name="Picture 2" descr="03T1">
            <a:extLst>
              <a:ext uri="{FF2B5EF4-FFF2-40B4-BE49-F238E27FC236}">
                <a16:creationId xmlns:a16="http://schemas.microsoft.com/office/drawing/2014/main" id="{7F799746-23B9-637E-65B6-1FA7563DCA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6988" y="0"/>
            <a:ext cx="7345362"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4" name="Rectangle 2">
            <a:extLst>
              <a:ext uri="{FF2B5EF4-FFF2-40B4-BE49-F238E27FC236}">
                <a16:creationId xmlns:a16="http://schemas.microsoft.com/office/drawing/2014/main" id="{56E0694F-9C41-AA1C-5034-B4A4208B32B6}"/>
              </a:ext>
            </a:extLst>
          </p:cNvPr>
          <p:cNvSpPr>
            <a:spLocks noGrp="1" noChangeArrowheads="1"/>
          </p:cNvSpPr>
          <p:nvPr>
            <p:ph type="title"/>
          </p:nvPr>
        </p:nvSpPr>
        <p:spPr>
          <a:xfrm>
            <a:off x="2894013" y="301625"/>
            <a:ext cx="7313612" cy="773113"/>
          </a:xfrm>
        </p:spPr>
        <p:txBody>
          <a:bodyPr/>
          <a:lstStyle/>
          <a:p>
            <a:pPr eaLnBrk="1" fontAlgn="auto" hangingPunct="1">
              <a:spcAft>
                <a:spcPts val="0"/>
              </a:spcAft>
              <a:defRPr/>
            </a:pPr>
            <a:r>
              <a:rPr lang="en-US">
                <a:solidFill>
                  <a:schemeClr val="accent1">
                    <a:lumMod val="75000"/>
                  </a:schemeClr>
                </a:solidFill>
              </a:rPr>
              <a:t>Embryo </a:t>
            </a:r>
          </a:p>
        </p:txBody>
      </p:sp>
      <p:pic>
        <p:nvPicPr>
          <p:cNvPr id="192515" name="Picture 6" descr="89071-main_Full">
            <a:extLst>
              <a:ext uri="{FF2B5EF4-FFF2-40B4-BE49-F238E27FC236}">
                <a16:creationId xmlns:a16="http://schemas.microsoft.com/office/drawing/2014/main" id="{52B5A7B0-B313-1994-D63A-00EE96E14F8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351088" y="1125538"/>
            <a:ext cx="7632700" cy="5111750"/>
          </a:xfrm>
          <a:noFill/>
        </p:spPr>
      </p:pic>
      <p:sp>
        <p:nvSpPr>
          <p:cNvPr id="192516" name="Date Placeholder 3">
            <a:extLst>
              <a:ext uri="{FF2B5EF4-FFF2-40B4-BE49-F238E27FC236}">
                <a16:creationId xmlns:a16="http://schemas.microsoft.com/office/drawing/2014/main" id="{42D04784-37E3-2164-6951-90645D6089B4}"/>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B444459F-A5FB-4149-B017-5B1FB4606A0A}" type="datetime1">
              <a:rPr lang="hy-AM"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21.10.2026</a:t>
            </a:fld>
            <a:endParaRPr lang="en-US" altLang="ar-IQ" sz="1200">
              <a:solidFill>
                <a:schemeClr val="tx1"/>
              </a:solidFill>
              <a:latin typeface="Verdana" panose="020B0604030504040204" pitchFamily="34" charset="0"/>
              <a:cs typeface="Arial" panose="020B0604020202020204" pitchFamily="34" charset="0"/>
            </a:endParaRPr>
          </a:p>
        </p:txBody>
      </p:sp>
      <p:sp>
        <p:nvSpPr>
          <p:cNvPr id="192517" name="Slide Number Placeholder 5">
            <a:extLst>
              <a:ext uri="{FF2B5EF4-FFF2-40B4-BE49-F238E27FC236}">
                <a16:creationId xmlns:a16="http://schemas.microsoft.com/office/drawing/2014/main" id="{4FCBEFF3-4953-1439-2BE4-9588580184B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Font typeface="Arial" panose="020B0604020202020204" pitchFamily="34" charset="0"/>
              <a:buChar char="•"/>
              <a:defRPr sz="2400">
                <a:solidFill>
                  <a:schemeClr val="tx2"/>
                </a:solidFill>
                <a:latin typeface="Century Gothic" panose="020B0502020202020204" pitchFamily="34" charset="0"/>
                <a:cs typeface="Tahoma" panose="020B0604030504040204" pitchFamily="34" charset="0"/>
              </a:defRPr>
            </a:lvl1pPr>
            <a:lvl2pPr marL="742950" indent="-285750">
              <a:spcBef>
                <a:spcPct val="20000"/>
              </a:spcBef>
              <a:buClr>
                <a:schemeClr val="accent2"/>
              </a:buClr>
              <a:buFont typeface="Arial" panose="020B0604020202020204" pitchFamily="34" charset="0"/>
              <a:buChar char="•"/>
              <a:defRPr sz="2000">
                <a:solidFill>
                  <a:schemeClr val="tx2"/>
                </a:solidFill>
                <a:latin typeface="Century Gothic" panose="020B0502020202020204" pitchFamily="34" charset="0"/>
                <a:cs typeface="Tahoma" panose="020B0604030504040204" pitchFamily="34" charset="0"/>
              </a:defRPr>
            </a:lvl2pPr>
            <a:lvl3pPr marL="1143000" indent="-228600">
              <a:spcBef>
                <a:spcPct val="20000"/>
              </a:spcBef>
              <a:buClr>
                <a:srgbClr val="B5AE53"/>
              </a:buClr>
              <a:buFont typeface="Arial" panose="020B0604020202020204" pitchFamily="34" charset="0"/>
              <a:buChar char="•"/>
              <a:defRPr>
                <a:solidFill>
                  <a:schemeClr val="tx2"/>
                </a:solidFill>
                <a:latin typeface="Century Gothic" panose="020B0502020202020204" pitchFamily="34" charset="0"/>
                <a:cs typeface="Tahoma" panose="020B0604030504040204" pitchFamily="34" charset="0"/>
              </a:defRPr>
            </a:lvl3pPr>
            <a:lvl4pPr marL="1600200" indent="-228600">
              <a:spcBef>
                <a:spcPct val="20000"/>
              </a:spcBef>
              <a:buClr>
                <a:srgbClr val="848058"/>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4pPr>
            <a:lvl5pPr marL="2057400" indent="-228600">
              <a:spcBef>
                <a:spcPct val="20000"/>
              </a:spcBef>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5pPr>
            <a:lvl6pPr marL="25146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6pPr>
            <a:lvl7pPr marL="29718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7pPr>
            <a:lvl8pPr marL="34290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8pPr>
            <a:lvl9pPr marL="3886200" indent="-228600" algn="l" rtl="0" eaLnBrk="0" fontAlgn="base" hangingPunct="0">
              <a:spcBef>
                <a:spcPct val="20000"/>
              </a:spcBef>
              <a:spcAft>
                <a:spcPct val="0"/>
              </a:spcAft>
              <a:buClr>
                <a:srgbClr val="E8B54D"/>
              </a:buClr>
              <a:buFont typeface="Arial" panose="020B0604020202020204" pitchFamily="34" charset="0"/>
              <a:buChar char="•"/>
              <a:defRPr sz="1600">
                <a:solidFill>
                  <a:schemeClr val="tx2"/>
                </a:solidFill>
                <a:latin typeface="Century Gothic" panose="020B0502020202020204" pitchFamily="34" charset="0"/>
                <a:cs typeface="Tahoma" panose="020B0604030504040204" pitchFamily="34" charset="0"/>
              </a:defRPr>
            </a:lvl9pPr>
          </a:lstStyle>
          <a:p>
            <a:pPr>
              <a:spcBef>
                <a:spcPct val="0"/>
              </a:spcBef>
              <a:buClrTx/>
              <a:buFontTx/>
              <a:buNone/>
            </a:pPr>
            <a:fld id="{E6ADACE7-CD25-4B5B-96BD-690431D33660}" type="slidenum">
              <a:rPr lang="ar-SA" altLang="ar-IQ" sz="1200" smtClean="0">
                <a:solidFill>
                  <a:schemeClr val="tx1"/>
                </a:solidFill>
                <a:latin typeface="Verdana" panose="020B0604030504040204" pitchFamily="34" charset="0"/>
                <a:cs typeface="Arial" panose="020B0604020202020204" pitchFamily="34" charset="0"/>
              </a:rPr>
              <a:pPr>
                <a:spcBef>
                  <a:spcPct val="0"/>
                </a:spcBef>
                <a:buClrTx/>
                <a:buFontTx/>
                <a:buNone/>
              </a:pPr>
              <a:t>18</a:t>
            </a:fld>
            <a:endParaRPr lang="en-US" altLang="ar-IQ" sz="1200">
              <a:solidFill>
                <a:schemeClr val="tx1"/>
              </a:solidFill>
              <a:latin typeface="Verdana" panose="020B0604030504040204" pitchFamily="34" charset="0"/>
              <a:cs typeface="Arial" panose="020B0604020202020204" pitchFamily="34"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3538" name="Date Placeholder 3">
            <a:extLst>
              <a:ext uri="{FF2B5EF4-FFF2-40B4-BE49-F238E27FC236}">
                <a16:creationId xmlns:a16="http://schemas.microsoft.com/office/drawing/2014/main" id="{AE0F5D43-FBB1-E99C-03A9-7F3A4584166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7EECD2A0-CD5A-4292-8E08-5A7EDA09BAEF}"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193539" name="Slide Number Placeholder 5">
            <a:extLst>
              <a:ext uri="{FF2B5EF4-FFF2-40B4-BE49-F238E27FC236}">
                <a16:creationId xmlns:a16="http://schemas.microsoft.com/office/drawing/2014/main" id="{9BBB7FFB-654D-B815-7722-BAFCE195E08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49F46F52-70E0-4A12-87A7-ADB15B6A13EC}" type="slidenum">
              <a:rPr lang="ar-SA" altLang="ar-IQ" sz="1200" smtClean="0">
                <a:solidFill>
                  <a:srgbClr val="000000"/>
                </a:solidFill>
              </a:rPr>
              <a:pPr rtl="0">
                <a:spcBef>
                  <a:spcPct val="0"/>
                </a:spcBef>
                <a:buClrTx/>
                <a:buSzTx/>
                <a:buFontTx/>
                <a:buNone/>
              </a:pPr>
              <a:t>19</a:t>
            </a:fld>
            <a:endParaRPr lang="en-US" altLang="ar-IQ" sz="1200">
              <a:solidFill>
                <a:srgbClr val="000000"/>
              </a:solidFill>
            </a:endParaRPr>
          </a:p>
        </p:txBody>
      </p:sp>
      <p:sp>
        <p:nvSpPr>
          <p:cNvPr id="193540" name="Rectangle 2">
            <a:extLst>
              <a:ext uri="{FF2B5EF4-FFF2-40B4-BE49-F238E27FC236}">
                <a16:creationId xmlns:a16="http://schemas.microsoft.com/office/drawing/2014/main" id="{99F9B4A6-7BE5-F6E9-F7F9-2D9C231F90A1}"/>
              </a:ext>
            </a:extLst>
          </p:cNvPr>
          <p:cNvSpPr>
            <a:spLocks noGrp="1" noChangeArrowheads="1"/>
          </p:cNvSpPr>
          <p:nvPr>
            <p:ph type="title"/>
          </p:nvPr>
        </p:nvSpPr>
        <p:spPr/>
        <p:txBody>
          <a:bodyPr/>
          <a:lstStyle/>
          <a:p>
            <a:pPr eaLnBrk="1" hangingPunct="1"/>
            <a:r>
              <a:rPr lang="en-US" altLang="ar-IQ"/>
              <a:t>Fetus (12 weeks)</a:t>
            </a:r>
          </a:p>
        </p:txBody>
      </p:sp>
      <p:pic>
        <p:nvPicPr>
          <p:cNvPr id="193541" name="Picture 6" descr="human%20fetus%5B4%5D">
            <a:extLst>
              <a:ext uri="{FF2B5EF4-FFF2-40B4-BE49-F238E27FC236}">
                <a16:creationId xmlns:a16="http://schemas.microsoft.com/office/drawing/2014/main" id="{E06B8612-4462-0EB0-357C-A8B8D472E024}"/>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575050" y="1484313"/>
            <a:ext cx="5113338" cy="42211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93542" name="Picture 6" descr="human%20fetus%5B4%5D">
            <a:extLst>
              <a:ext uri="{FF2B5EF4-FFF2-40B4-BE49-F238E27FC236}">
                <a16:creationId xmlns:a16="http://schemas.microsoft.com/office/drawing/2014/main" id="{564C8373-99BD-9F1E-1319-9DDDA52884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050" y="1484313"/>
            <a:ext cx="5113338" cy="4221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62" name="Date Placeholder 3">
            <a:extLst>
              <a:ext uri="{FF2B5EF4-FFF2-40B4-BE49-F238E27FC236}">
                <a16:creationId xmlns:a16="http://schemas.microsoft.com/office/drawing/2014/main" id="{1625F512-15EB-82FB-8B15-AEE91B2C22EB}"/>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87CF58DC-3F61-44E1-82D1-9A7123E573C1}"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194563" name="Slide Number Placeholder 5">
            <a:extLst>
              <a:ext uri="{FF2B5EF4-FFF2-40B4-BE49-F238E27FC236}">
                <a16:creationId xmlns:a16="http://schemas.microsoft.com/office/drawing/2014/main" id="{0DD23F75-90D6-FADC-2A58-A3B6AA958A8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09DAA1B2-CC15-4687-BD3D-4DA4DBC9C992}" type="slidenum">
              <a:rPr lang="ar-SA" altLang="ar-IQ" sz="1200" smtClean="0">
                <a:solidFill>
                  <a:srgbClr val="000000"/>
                </a:solidFill>
              </a:rPr>
              <a:pPr rtl="0">
                <a:spcBef>
                  <a:spcPct val="0"/>
                </a:spcBef>
                <a:buClrTx/>
                <a:buSzTx/>
                <a:buFontTx/>
                <a:buNone/>
              </a:pPr>
              <a:t>20</a:t>
            </a:fld>
            <a:endParaRPr lang="en-US" altLang="ar-IQ" sz="1200">
              <a:solidFill>
                <a:srgbClr val="000000"/>
              </a:solidFill>
            </a:endParaRPr>
          </a:p>
        </p:txBody>
      </p:sp>
      <p:sp>
        <p:nvSpPr>
          <p:cNvPr id="194564" name="Rectangle 2">
            <a:extLst>
              <a:ext uri="{FF2B5EF4-FFF2-40B4-BE49-F238E27FC236}">
                <a16:creationId xmlns:a16="http://schemas.microsoft.com/office/drawing/2014/main" id="{55034A9E-974D-C8DD-C017-E49A36B311A1}"/>
              </a:ext>
            </a:extLst>
          </p:cNvPr>
          <p:cNvSpPr>
            <a:spLocks noGrp="1" noChangeArrowheads="1"/>
          </p:cNvSpPr>
          <p:nvPr>
            <p:ph type="title"/>
          </p:nvPr>
        </p:nvSpPr>
        <p:spPr/>
        <p:txBody>
          <a:bodyPr/>
          <a:lstStyle/>
          <a:p>
            <a:pPr eaLnBrk="1" hangingPunct="1"/>
            <a:r>
              <a:rPr lang="en-US" altLang="ar-IQ"/>
              <a:t>Newborn infant</a:t>
            </a:r>
          </a:p>
        </p:txBody>
      </p:sp>
      <p:pic>
        <p:nvPicPr>
          <p:cNvPr id="194565" name="Picture 6" descr="NewBorn">
            <a:extLst>
              <a:ext uri="{FF2B5EF4-FFF2-40B4-BE49-F238E27FC236}">
                <a16:creationId xmlns:a16="http://schemas.microsoft.com/office/drawing/2014/main" id="{A590F29F-3095-4ED0-F85C-AE6A972932C6}"/>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927475" y="1827213"/>
            <a:ext cx="5373688"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5586" name="Date Placeholder 3">
            <a:extLst>
              <a:ext uri="{FF2B5EF4-FFF2-40B4-BE49-F238E27FC236}">
                <a16:creationId xmlns:a16="http://schemas.microsoft.com/office/drawing/2014/main" id="{1792C7C0-7AB4-DC80-2B06-4CFE2A9DF524}"/>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167EF961-0BFF-469B-B534-C51E60683055}"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195587" name="Slide Number Placeholder 5">
            <a:extLst>
              <a:ext uri="{FF2B5EF4-FFF2-40B4-BE49-F238E27FC236}">
                <a16:creationId xmlns:a16="http://schemas.microsoft.com/office/drawing/2014/main" id="{05CE07F8-F93D-B2E8-0C0E-47B8A7605D0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024BC044-0108-4C38-A958-BE417343BC8B}" type="slidenum">
              <a:rPr lang="ar-SA" altLang="ar-IQ" sz="1200" smtClean="0">
                <a:solidFill>
                  <a:srgbClr val="000000"/>
                </a:solidFill>
              </a:rPr>
              <a:pPr rtl="0">
                <a:spcBef>
                  <a:spcPct val="0"/>
                </a:spcBef>
                <a:buClrTx/>
                <a:buSzTx/>
                <a:buFontTx/>
                <a:buNone/>
              </a:pPr>
              <a:t>21</a:t>
            </a:fld>
            <a:endParaRPr lang="en-US" altLang="ar-IQ" sz="1200">
              <a:solidFill>
                <a:srgbClr val="000000"/>
              </a:solidFill>
            </a:endParaRPr>
          </a:p>
        </p:txBody>
      </p:sp>
      <p:sp>
        <p:nvSpPr>
          <p:cNvPr id="195588" name="Rectangle 2">
            <a:extLst>
              <a:ext uri="{FF2B5EF4-FFF2-40B4-BE49-F238E27FC236}">
                <a16:creationId xmlns:a16="http://schemas.microsoft.com/office/drawing/2014/main" id="{5E150448-1CB0-40E3-A143-829CD8D064C7}"/>
              </a:ext>
            </a:extLst>
          </p:cNvPr>
          <p:cNvSpPr>
            <a:spLocks noGrp="1" noChangeArrowheads="1"/>
          </p:cNvSpPr>
          <p:nvPr>
            <p:ph type="title"/>
          </p:nvPr>
        </p:nvSpPr>
        <p:spPr/>
        <p:txBody>
          <a:bodyPr/>
          <a:lstStyle/>
          <a:p>
            <a:pPr eaLnBrk="1" hangingPunct="1"/>
            <a:r>
              <a:rPr lang="en-US" altLang="ar-IQ"/>
              <a:t>Infant</a:t>
            </a:r>
          </a:p>
        </p:txBody>
      </p:sp>
      <p:pic>
        <p:nvPicPr>
          <p:cNvPr id="195589" name="Picture 6" descr="10010">
            <a:extLst>
              <a:ext uri="{FF2B5EF4-FFF2-40B4-BE49-F238E27FC236}">
                <a16:creationId xmlns:a16="http://schemas.microsoft.com/office/drawing/2014/main" id="{D83E9AE6-44DE-207D-98F6-EF2A885A865C}"/>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889500" y="1916113"/>
            <a:ext cx="3132138" cy="36655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6610" name="Date Placeholder 3">
            <a:extLst>
              <a:ext uri="{FF2B5EF4-FFF2-40B4-BE49-F238E27FC236}">
                <a16:creationId xmlns:a16="http://schemas.microsoft.com/office/drawing/2014/main" id="{8B70F20E-C981-33AF-DCBA-3F18ECAEE76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4A4AB43B-F96E-4FBD-B47A-10B3E61536EF}"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196611" name="Slide Number Placeholder 5">
            <a:extLst>
              <a:ext uri="{FF2B5EF4-FFF2-40B4-BE49-F238E27FC236}">
                <a16:creationId xmlns:a16="http://schemas.microsoft.com/office/drawing/2014/main" id="{1B448649-74AB-CD69-C697-238DFA19604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B088C9EB-6984-48A8-9372-873AF60204D5}" type="slidenum">
              <a:rPr lang="ar-SA" altLang="ar-IQ" sz="1200" smtClean="0">
                <a:solidFill>
                  <a:srgbClr val="000000"/>
                </a:solidFill>
              </a:rPr>
              <a:pPr rtl="0">
                <a:spcBef>
                  <a:spcPct val="0"/>
                </a:spcBef>
                <a:buClrTx/>
                <a:buSzTx/>
                <a:buFontTx/>
                <a:buNone/>
              </a:pPr>
              <a:t>22</a:t>
            </a:fld>
            <a:endParaRPr lang="en-US" altLang="ar-IQ" sz="1200">
              <a:solidFill>
                <a:srgbClr val="000000"/>
              </a:solidFill>
            </a:endParaRPr>
          </a:p>
        </p:txBody>
      </p:sp>
      <p:sp>
        <p:nvSpPr>
          <p:cNvPr id="196612" name="Rectangle 2">
            <a:extLst>
              <a:ext uri="{FF2B5EF4-FFF2-40B4-BE49-F238E27FC236}">
                <a16:creationId xmlns:a16="http://schemas.microsoft.com/office/drawing/2014/main" id="{E4C8B2E0-CCE7-7511-908D-FB0797DC7A7C}"/>
              </a:ext>
            </a:extLst>
          </p:cNvPr>
          <p:cNvSpPr>
            <a:spLocks noGrp="1" noChangeArrowheads="1"/>
          </p:cNvSpPr>
          <p:nvPr>
            <p:ph type="title"/>
          </p:nvPr>
        </p:nvSpPr>
        <p:spPr/>
        <p:txBody>
          <a:bodyPr/>
          <a:lstStyle/>
          <a:p>
            <a:pPr eaLnBrk="1" hangingPunct="1"/>
            <a:r>
              <a:rPr lang="en-US" altLang="ar-IQ"/>
              <a:t>Toddler </a:t>
            </a:r>
          </a:p>
        </p:txBody>
      </p:sp>
      <p:pic>
        <p:nvPicPr>
          <p:cNvPr id="196613" name="Picture 6" descr="SuperStock_1647R-80207">
            <a:extLst>
              <a:ext uri="{FF2B5EF4-FFF2-40B4-BE49-F238E27FC236}">
                <a16:creationId xmlns:a16="http://schemas.microsoft.com/office/drawing/2014/main" id="{ED483B62-36D4-E849-264A-6D5F340DCC65}"/>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889500" y="1851025"/>
            <a:ext cx="3324225" cy="39957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7634" name="Date Placeholder 3">
            <a:extLst>
              <a:ext uri="{FF2B5EF4-FFF2-40B4-BE49-F238E27FC236}">
                <a16:creationId xmlns:a16="http://schemas.microsoft.com/office/drawing/2014/main" id="{282D1ABB-FA39-01CC-DDFE-F804CD953C8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47B0013A-1F0D-4E5F-9AA8-6E81F81CEEC8}"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197635" name="Slide Number Placeholder 5">
            <a:extLst>
              <a:ext uri="{FF2B5EF4-FFF2-40B4-BE49-F238E27FC236}">
                <a16:creationId xmlns:a16="http://schemas.microsoft.com/office/drawing/2014/main" id="{420D5E30-ED75-6A80-8298-7E93E8383F6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5FD8B430-DF95-42A0-8BAB-FE268EAE304D}" type="slidenum">
              <a:rPr lang="ar-SA" altLang="ar-IQ" sz="1200" smtClean="0">
                <a:solidFill>
                  <a:srgbClr val="000000"/>
                </a:solidFill>
              </a:rPr>
              <a:pPr rtl="0">
                <a:spcBef>
                  <a:spcPct val="0"/>
                </a:spcBef>
                <a:buClrTx/>
                <a:buSzTx/>
                <a:buFontTx/>
                <a:buNone/>
              </a:pPr>
              <a:t>23</a:t>
            </a:fld>
            <a:endParaRPr lang="en-US" altLang="ar-IQ" sz="1200">
              <a:solidFill>
                <a:srgbClr val="000000"/>
              </a:solidFill>
            </a:endParaRPr>
          </a:p>
        </p:txBody>
      </p:sp>
      <p:sp>
        <p:nvSpPr>
          <p:cNvPr id="197636" name="Rectangle 2">
            <a:extLst>
              <a:ext uri="{FF2B5EF4-FFF2-40B4-BE49-F238E27FC236}">
                <a16:creationId xmlns:a16="http://schemas.microsoft.com/office/drawing/2014/main" id="{A8FBDD9E-C4ED-811F-0324-830341BB14CE}"/>
              </a:ext>
            </a:extLst>
          </p:cNvPr>
          <p:cNvSpPr>
            <a:spLocks noGrp="1" noChangeArrowheads="1"/>
          </p:cNvSpPr>
          <p:nvPr>
            <p:ph type="title"/>
          </p:nvPr>
        </p:nvSpPr>
        <p:spPr/>
        <p:txBody>
          <a:bodyPr/>
          <a:lstStyle/>
          <a:p>
            <a:pPr eaLnBrk="1" hangingPunct="1"/>
            <a:r>
              <a:rPr lang="en-US" altLang="ar-IQ"/>
              <a:t>Preschool</a:t>
            </a:r>
          </a:p>
        </p:txBody>
      </p:sp>
      <p:pic>
        <p:nvPicPr>
          <p:cNvPr id="197637" name="Picture 6" descr="anatols090400063">
            <a:extLst>
              <a:ext uri="{FF2B5EF4-FFF2-40B4-BE49-F238E27FC236}">
                <a16:creationId xmlns:a16="http://schemas.microsoft.com/office/drawing/2014/main" id="{4DF31756-981B-FD0C-8D21-E0D2FAE0ED85}"/>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822825" y="1851025"/>
            <a:ext cx="3390900" cy="3863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8658" name="Date Placeholder 3">
            <a:extLst>
              <a:ext uri="{FF2B5EF4-FFF2-40B4-BE49-F238E27FC236}">
                <a16:creationId xmlns:a16="http://schemas.microsoft.com/office/drawing/2014/main" id="{6D1CFE13-58B6-6FD3-9818-A5B46C2FF20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78CC11F3-492B-4C2A-9436-AC0BEACF984F}"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198659" name="Slide Number Placeholder 5">
            <a:extLst>
              <a:ext uri="{FF2B5EF4-FFF2-40B4-BE49-F238E27FC236}">
                <a16:creationId xmlns:a16="http://schemas.microsoft.com/office/drawing/2014/main" id="{456A0185-4425-710F-2043-CDEA04B028E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0F21E837-FFED-4A03-AA06-B11686992120}" type="slidenum">
              <a:rPr lang="ar-SA" altLang="ar-IQ" sz="1200" smtClean="0">
                <a:solidFill>
                  <a:srgbClr val="000000"/>
                </a:solidFill>
              </a:rPr>
              <a:pPr rtl="0">
                <a:spcBef>
                  <a:spcPct val="0"/>
                </a:spcBef>
                <a:buClrTx/>
                <a:buSzTx/>
                <a:buFontTx/>
                <a:buNone/>
              </a:pPr>
              <a:t>24</a:t>
            </a:fld>
            <a:endParaRPr lang="en-US" altLang="ar-IQ" sz="1200">
              <a:solidFill>
                <a:srgbClr val="000000"/>
              </a:solidFill>
            </a:endParaRPr>
          </a:p>
        </p:txBody>
      </p:sp>
      <p:sp>
        <p:nvSpPr>
          <p:cNvPr id="198660" name="Rectangle 2">
            <a:extLst>
              <a:ext uri="{FF2B5EF4-FFF2-40B4-BE49-F238E27FC236}">
                <a16:creationId xmlns:a16="http://schemas.microsoft.com/office/drawing/2014/main" id="{57C3F634-B49D-3A70-4DAE-A81D25379119}"/>
              </a:ext>
            </a:extLst>
          </p:cNvPr>
          <p:cNvSpPr>
            <a:spLocks noGrp="1" noChangeArrowheads="1"/>
          </p:cNvSpPr>
          <p:nvPr>
            <p:ph type="title"/>
          </p:nvPr>
        </p:nvSpPr>
        <p:spPr/>
        <p:txBody>
          <a:bodyPr/>
          <a:lstStyle/>
          <a:p>
            <a:pPr eaLnBrk="1" hangingPunct="1"/>
            <a:r>
              <a:rPr lang="en-US" altLang="ar-IQ"/>
              <a:t>School child </a:t>
            </a:r>
          </a:p>
        </p:txBody>
      </p:sp>
      <p:pic>
        <p:nvPicPr>
          <p:cNvPr id="198661" name="Picture 6" descr="School">
            <a:extLst>
              <a:ext uri="{FF2B5EF4-FFF2-40B4-BE49-F238E27FC236}">
                <a16:creationId xmlns:a16="http://schemas.microsoft.com/office/drawing/2014/main" id="{C172F6BD-6508-DC8A-2185-6CDA789CCD94}"/>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251325" y="1847850"/>
            <a:ext cx="4935538" cy="39274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9682" name="Date Placeholder 3">
            <a:extLst>
              <a:ext uri="{FF2B5EF4-FFF2-40B4-BE49-F238E27FC236}">
                <a16:creationId xmlns:a16="http://schemas.microsoft.com/office/drawing/2014/main" id="{92D45011-1EE9-F61A-CAC5-9362397A84CF}"/>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E8801379-C901-4D27-A65C-0751809F15DD}"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199683" name="Slide Number Placeholder 5">
            <a:extLst>
              <a:ext uri="{FF2B5EF4-FFF2-40B4-BE49-F238E27FC236}">
                <a16:creationId xmlns:a16="http://schemas.microsoft.com/office/drawing/2014/main" id="{D9205B1F-F59B-071A-8218-E99EC5EAADB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79A20BC1-C345-4450-B054-0304B69C8368}" type="slidenum">
              <a:rPr lang="ar-SA" altLang="ar-IQ" sz="1200" smtClean="0">
                <a:solidFill>
                  <a:srgbClr val="000000"/>
                </a:solidFill>
              </a:rPr>
              <a:pPr rtl="0">
                <a:spcBef>
                  <a:spcPct val="0"/>
                </a:spcBef>
                <a:buClrTx/>
                <a:buSzTx/>
                <a:buFontTx/>
                <a:buNone/>
              </a:pPr>
              <a:t>25</a:t>
            </a:fld>
            <a:endParaRPr lang="en-US" altLang="ar-IQ" sz="1200">
              <a:solidFill>
                <a:srgbClr val="000000"/>
              </a:solidFill>
            </a:endParaRPr>
          </a:p>
        </p:txBody>
      </p:sp>
      <p:sp>
        <p:nvSpPr>
          <p:cNvPr id="60418" name="Rectangle 2">
            <a:extLst>
              <a:ext uri="{FF2B5EF4-FFF2-40B4-BE49-F238E27FC236}">
                <a16:creationId xmlns:a16="http://schemas.microsoft.com/office/drawing/2014/main" id="{EFCA42D5-42F6-6043-893A-0AF54F4749A9}"/>
              </a:ext>
            </a:extLst>
          </p:cNvPr>
          <p:cNvSpPr>
            <a:spLocks noGrp="1" noChangeArrowheads="1"/>
          </p:cNvSpPr>
          <p:nvPr>
            <p:ph type="title"/>
          </p:nvPr>
        </p:nvSpPr>
        <p:spPr/>
        <p:txBody>
          <a:bodyPr/>
          <a:lstStyle/>
          <a:p>
            <a:pPr eaLnBrk="1" hangingPunct="1">
              <a:defRPr/>
            </a:pPr>
            <a:r>
              <a:rPr lang="en-US"/>
              <a:t>Preadolescent </a:t>
            </a:r>
            <a:r>
              <a:rPr lang="en-US">
                <a:effectLst>
                  <a:outerShdw blurRad="38100" dist="38100" dir="2700000" algn="tl">
                    <a:srgbClr val="C0C0C0"/>
                  </a:outerShdw>
                </a:effectLst>
              </a:rPr>
              <a:t>(</a:t>
            </a:r>
            <a:r>
              <a:rPr lang="en-US"/>
              <a:t>Prepubertal</a:t>
            </a:r>
            <a:r>
              <a:rPr lang="en-US">
                <a:effectLst>
                  <a:outerShdw blurRad="38100" dist="38100" dir="2700000" algn="tl">
                    <a:srgbClr val="C0C0C0"/>
                  </a:outerShdw>
                </a:effectLst>
              </a:rPr>
              <a:t>)</a:t>
            </a:r>
          </a:p>
        </p:txBody>
      </p:sp>
      <p:pic>
        <p:nvPicPr>
          <p:cNvPr id="199685" name="Picture 6" descr="pe0064082">
            <a:extLst>
              <a:ext uri="{FF2B5EF4-FFF2-40B4-BE49-F238E27FC236}">
                <a16:creationId xmlns:a16="http://schemas.microsoft.com/office/drawing/2014/main" id="{1DDE8EFC-6543-DD81-93B7-29F09EE9062B}"/>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935413" y="1484313"/>
            <a:ext cx="4032250" cy="46815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0706" name="Date Placeholder 3">
            <a:extLst>
              <a:ext uri="{FF2B5EF4-FFF2-40B4-BE49-F238E27FC236}">
                <a16:creationId xmlns:a16="http://schemas.microsoft.com/office/drawing/2014/main" id="{19628C50-8293-5FD3-4CED-A28E6F12451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5EC956DE-37EB-4CE5-81D9-35CD2816DBC7}"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200707" name="Slide Number Placeholder 5">
            <a:extLst>
              <a:ext uri="{FF2B5EF4-FFF2-40B4-BE49-F238E27FC236}">
                <a16:creationId xmlns:a16="http://schemas.microsoft.com/office/drawing/2014/main" id="{83A86D3B-5E5D-1A59-FF6C-8C72EEBB981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BC86CDF9-A7B6-4A2A-A6B0-C669015361D3}" type="slidenum">
              <a:rPr lang="ar-SA" altLang="ar-IQ" sz="1200" smtClean="0">
                <a:solidFill>
                  <a:srgbClr val="000000"/>
                </a:solidFill>
              </a:rPr>
              <a:pPr rtl="0">
                <a:spcBef>
                  <a:spcPct val="0"/>
                </a:spcBef>
                <a:buClrTx/>
                <a:buSzTx/>
                <a:buFontTx/>
                <a:buNone/>
              </a:pPr>
              <a:t>26</a:t>
            </a:fld>
            <a:endParaRPr lang="en-US" altLang="ar-IQ" sz="1200">
              <a:solidFill>
                <a:srgbClr val="000000"/>
              </a:solidFill>
            </a:endParaRPr>
          </a:p>
        </p:txBody>
      </p:sp>
      <p:sp>
        <p:nvSpPr>
          <p:cNvPr id="200708" name="Rectangle 2">
            <a:extLst>
              <a:ext uri="{FF2B5EF4-FFF2-40B4-BE49-F238E27FC236}">
                <a16:creationId xmlns:a16="http://schemas.microsoft.com/office/drawing/2014/main" id="{2BA5405F-B481-B44C-992E-81A611D88287}"/>
              </a:ext>
            </a:extLst>
          </p:cNvPr>
          <p:cNvSpPr>
            <a:spLocks noGrp="1" noChangeArrowheads="1"/>
          </p:cNvSpPr>
          <p:nvPr>
            <p:ph type="title"/>
          </p:nvPr>
        </p:nvSpPr>
        <p:spPr/>
        <p:txBody>
          <a:bodyPr/>
          <a:lstStyle/>
          <a:p>
            <a:pPr eaLnBrk="1" hangingPunct="1"/>
            <a:r>
              <a:rPr lang="en-US" altLang="ar-IQ"/>
              <a:t>Adolescent </a:t>
            </a:r>
          </a:p>
        </p:txBody>
      </p:sp>
      <p:pic>
        <p:nvPicPr>
          <p:cNvPr id="200709" name="Picture 10" descr="genera2">
            <a:extLst>
              <a:ext uri="{FF2B5EF4-FFF2-40B4-BE49-F238E27FC236}">
                <a16:creationId xmlns:a16="http://schemas.microsoft.com/office/drawing/2014/main" id="{2ABD2DC6-4360-89A5-AD69-E21D9E8F3875}"/>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3941763" y="1827213"/>
            <a:ext cx="5218112"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1730" name="Date Placeholder 3">
            <a:extLst>
              <a:ext uri="{FF2B5EF4-FFF2-40B4-BE49-F238E27FC236}">
                <a16:creationId xmlns:a16="http://schemas.microsoft.com/office/drawing/2014/main" id="{6BDBA890-51BD-D529-9D8A-548251DACF69}"/>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3FD74482-6028-42F2-821C-F577B1D8AB54}"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201731" name="Slide Number Placeholder 5">
            <a:extLst>
              <a:ext uri="{FF2B5EF4-FFF2-40B4-BE49-F238E27FC236}">
                <a16:creationId xmlns:a16="http://schemas.microsoft.com/office/drawing/2014/main" id="{1364E1AF-059E-5DDF-6539-7D0A294A01E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80AF3B33-28FA-4912-BD21-F10262C4CD3E}" type="slidenum">
              <a:rPr lang="ar-SA" altLang="ar-IQ" sz="1200" smtClean="0">
                <a:solidFill>
                  <a:srgbClr val="000000"/>
                </a:solidFill>
              </a:rPr>
              <a:pPr rtl="0">
                <a:spcBef>
                  <a:spcPct val="0"/>
                </a:spcBef>
                <a:buClrTx/>
                <a:buSzTx/>
                <a:buFontTx/>
                <a:buNone/>
              </a:pPr>
              <a:t>27</a:t>
            </a:fld>
            <a:endParaRPr lang="en-US" altLang="ar-IQ" sz="1200">
              <a:solidFill>
                <a:srgbClr val="000000"/>
              </a:solidFill>
            </a:endParaRPr>
          </a:p>
        </p:txBody>
      </p:sp>
      <p:sp>
        <p:nvSpPr>
          <p:cNvPr id="201732" name="Rectangle 2">
            <a:extLst>
              <a:ext uri="{FF2B5EF4-FFF2-40B4-BE49-F238E27FC236}">
                <a16:creationId xmlns:a16="http://schemas.microsoft.com/office/drawing/2014/main" id="{77B644F1-E966-EAAF-5179-80B2F0E713E3}"/>
              </a:ext>
            </a:extLst>
          </p:cNvPr>
          <p:cNvSpPr>
            <a:spLocks noGrp="1" noChangeArrowheads="1"/>
          </p:cNvSpPr>
          <p:nvPr>
            <p:ph type="title"/>
          </p:nvPr>
        </p:nvSpPr>
        <p:spPr/>
        <p:txBody>
          <a:bodyPr/>
          <a:lstStyle/>
          <a:p>
            <a:pPr eaLnBrk="1" hangingPunct="1"/>
            <a:r>
              <a:rPr lang="en-US" altLang="ar-IQ"/>
              <a:t>Young adult </a:t>
            </a:r>
          </a:p>
        </p:txBody>
      </p:sp>
      <p:pic>
        <p:nvPicPr>
          <p:cNvPr id="201733" name="Picture 6" descr="5b6a6215d3bb575c_twi1_3">
            <a:extLst>
              <a:ext uri="{FF2B5EF4-FFF2-40B4-BE49-F238E27FC236}">
                <a16:creationId xmlns:a16="http://schemas.microsoft.com/office/drawing/2014/main" id="{75226E8E-CF7F-B2EF-0DE9-C0597D2CF68A}"/>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4502150" y="1851025"/>
            <a:ext cx="4160838" cy="39957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2754" name="Date Placeholder 3">
            <a:extLst>
              <a:ext uri="{FF2B5EF4-FFF2-40B4-BE49-F238E27FC236}">
                <a16:creationId xmlns:a16="http://schemas.microsoft.com/office/drawing/2014/main" id="{CEAB639F-E209-E5B8-211F-5D796D38DE9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6A538010-FB01-43E4-B9DE-8814CA5B1D46}"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202755" name="Slide Number Placeholder 5">
            <a:extLst>
              <a:ext uri="{FF2B5EF4-FFF2-40B4-BE49-F238E27FC236}">
                <a16:creationId xmlns:a16="http://schemas.microsoft.com/office/drawing/2014/main" id="{91F8A636-C31A-0ED3-E7EA-E5390C1BFEB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251BCB36-8AA7-4C38-8243-CB2A3D75DC38}" type="slidenum">
              <a:rPr lang="ar-SA" altLang="ar-IQ" sz="1200" smtClean="0">
                <a:solidFill>
                  <a:srgbClr val="000000"/>
                </a:solidFill>
              </a:rPr>
              <a:pPr rtl="0">
                <a:spcBef>
                  <a:spcPct val="0"/>
                </a:spcBef>
                <a:buClrTx/>
                <a:buSzTx/>
                <a:buFontTx/>
                <a:buNone/>
              </a:pPr>
              <a:t>28</a:t>
            </a:fld>
            <a:endParaRPr lang="en-US" altLang="ar-IQ" sz="1200">
              <a:solidFill>
                <a:srgbClr val="000000"/>
              </a:solidFill>
            </a:endParaRPr>
          </a:p>
        </p:txBody>
      </p:sp>
      <p:sp>
        <p:nvSpPr>
          <p:cNvPr id="202756" name="Rectangle 2">
            <a:extLst>
              <a:ext uri="{FF2B5EF4-FFF2-40B4-BE49-F238E27FC236}">
                <a16:creationId xmlns:a16="http://schemas.microsoft.com/office/drawing/2014/main" id="{EA39C34E-AE72-2362-448A-50CD5D15C4DC}"/>
              </a:ext>
            </a:extLst>
          </p:cNvPr>
          <p:cNvSpPr>
            <a:spLocks noGrp="1" noChangeArrowheads="1"/>
          </p:cNvSpPr>
          <p:nvPr>
            <p:ph type="title"/>
          </p:nvPr>
        </p:nvSpPr>
        <p:spPr/>
        <p:txBody>
          <a:bodyPr/>
          <a:lstStyle/>
          <a:p>
            <a:pPr eaLnBrk="1" hangingPunct="1"/>
            <a:r>
              <a:rPr lang="en-US" altLang="ar-IQ"/>
              <a:t>Mature (Older adult) </a:t>
            </a:r>
          </a:p>
        </p:txBody>
      </p:sp>
      <p:pic>
        <p:nvPicPr>
          <p:cNvPr id="202757" name="Picture 8" descr="crb205007">
            <a:extLst>
              <a:ext uri="{FF2B5EF4-FFF2-40B4-BE49-F238E27FC236}">
                <a16:creationId xmlns:a16="http://schemas.microsoft.com/office/drawing/2014/main" id="{4EF4D9DC-7D8B-7031-A0A6-3FE07F4A85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875" y="1989138"/>
            <a:ext cx="38100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3778" name="Date Placeholder 3">
            <a:extLst>
              <a:ext uri="{FF2B5EF4-FFF2-40B4-BE49-F238E27FC236}">
                <a16:creationId xmlns:a16="http://schemas.microsoft.com/office/drawing/2014/main" id="{B41A7E1D-6961-26FC-E594-88BE9C925D7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algn="l" rtl="0">
              <a:spcBef>
                <a:spcPct val="0"/>
              </a:spcBef>
              <a:buClrTx/>
              <a:buSzTx/>
              <a:buFontTx/>
              <a:buNone/>
            </a:pPr>
            <a:fld id="{CD78F74D-2012-423C-954A-4C17A109FA08}" type="datetime1">
              <a:rPr lang="hy-AM" altLang="ar-IQ" sz="1200" smtClean="0">
                <a:solidFill>
                  <a:srgbClr val="000000"/>
                </a:solidFill>
              </a:rPr>
              <a:pPr algn="l" rtl="0">
                <a:spcBef>
                  <a:spcPct val="0"/>
                </a:spcBef>
                <a:buClrTx/>
                <a:buSzTx/>
                <a:buFontTx/>
                <a:buNone/>
              </a:pPr>
              <a:t>21.10.2026</a:t>
            </a:fld>
            <a:endParaRPr lang="en-US" altLang="ar-IQ" sz="1200">
              <a:solidFill>
                <a:srgbClr val="000000"/>
              </a:solidFill>
            </a:endParaRPr>
          </a:p>
        </p:txBody>
      </p:sp>
      <p:sp>
        <p:nvSpPr>
          <p:cNvPr id="203779" name="Slide Number Placeholder 5">
            <a:extLst>
              <a:ext uri="{FF2B5EF4-FFF2-40B4-BE49-F238E27FC236}">
                <a16:creationId xmlns:a16="http://schemas.microsoft.com/office/drawing/2014/main" id="{FC8CCAB2-9680-0B78-AB3C-2CB60B44694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lgn="r" rtl="1">
              <a:spcBef>
                <a:spcPct val="20000"/>
              </a:spcBef>
              <a:buClr>
                <a:schemeClr val="tx2"/>
              </a:buClr>
              <a:buSzPct val="70000"/>
              <a:buFont typeface="Wingdings" panose="05000000000000000000" pitchFamily="2" charset="2"/>
              <a:buChar char="¡"/>
              <a:defRPr sz="2900">
                <a:solidFill>
                  <a:schemeClr val="tx1"/>
                </a:solidFill>
                <a:latin typeface="Verdana" panose="020B0604030504040204" pitchFamily="34" charset="0"/>
                <a:cs typeface="Arial" panose="020B0604020202020204" pitchFamily="34" charset="0"/>
              </a:defRPr>
            </a:lvl1pPr>
            <a:lvl2pPr marL="742950" indent="-285750" algn="r" rtl="1">
              <a:spcBef>
                <a:spcPct val="20000"/>
              </a:spcBef>
              <a:buClr>
                <a:schemeClr val="accent2"/>
              </a:buClr>
              <a:buSzPct val="70000"/>
              <a:buFont typeface="Wingdings" panose="05000000000000000000" pitchFamily="2" charset="2"/>
              <a:buChar char="l"/>
              <a:defRPr sz="25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Clr>
                <a:schemeClr val="tx2"/>
              </a:buClr>
              <a:buSzPct val="65000"/>
              <a:buFont typeface="Wingdings" panose="05000000000000000000" pitchFamily="2" charset="2"/>
              <a:buChar char="¡"/>
              <a:defRPr sz="22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Clr>
                <a:schemeClr val="accent2"/>
              </a:buClr>
              <a:buSzPct val="70000"/>
              <a:buFont typeface="Wingdings" panose="05000000000000000000" pitchFamily="2" charset="2"/>
              <a:buChar char="l"/>
              <a:defRPr sz="19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Verdana" panose="020B0604030504040204" pitchFamily="34" charset="0"/>
                <a:cs typeface="Arial" panose="020B0604020202020204" pitchFamily="34" charset="0"/>
              </a:defRPr>
            </a:lvl9pPr>
          </a:lstStyle>
          <a:p>
            <a:pPr rtl="0">
              <a:spcBef>
                <a:spcPct val="0"/>
              </a:spcBef>
              <a:buClrTx/>
              <a:buSzTx/>
              <a:buFontTx/>
              <a:buNone/>
            </a:pPr>
            <a:fld id="{3F1161D2-7233-4E0F-890C-B91AE0E60225}" type="slidenum">
              <a:rPr lang="ar-SA" altLang="ar-IQ" sz="1200" smtClean="0">
                <a:solidFill>
                  <a:srgbClr val="000000"/>
                </a:solidFill>
              </a:rPr>
              <a:pPr rtl="0">
                <a:spcBef>
                  <a:spcPct val="0"/>
                </a:spcBef>
                <a:buClrTx/>
                <a:buSzTx/>
                <a:buFontTx/>
                <a:buNone/>
              </a:pPr>
              <a:t>29</a:t>
            </a:fld>
            <a:endParaRPr lang="en-US" altLang="ar-IQ" sz="1200">
              <a:solidFill>
                <a:srgbClr val="000000"/>
              </a:solidFill>
            </a:endParaRPr>
          </a:p>
        </p:txBody>
      </p:sp>
      <p:sp>
        <p:nvSpPr>
          <p:cNvPr id="203780" name="Rectangle 2">
            <a:extLst>
              <a:ext uri="{FF2B5EF4-FFF2-40B4-BE49-F238E27FC236}">
                <a16:creationId xmlns:a16="http://schemas.microsoft.com/office/drawing/2014/main" id="{8CA63689-36E3-077E-B74C-F37E9F60CD7A}"/>
              </a:ext>
            </a:extLst>
          </p:cNvPr>
          <p:cNvSpPr>
            <a:spLocks noGrp="1" noChangeArrowheads="1"/>
          </p:cNvSpPr>
          <p:nvPr>
            <p:ph type="title"/>
          </p:nvPr>
        </p:nvSpPr>
        <p:spPr/>
        <p:txBody>
          <a:bodyPr/>
          <a:lstStyle/>
          <a:p>
            <a:pPr algn="ctr" rtl="0" eaLnBrk="1" hangingPunct="1"/>
            <a:r>
              <a:rPr lang="en-US" altLang="ar-IQ"/>
              <a:t>Old aged </a:t>
            </a:r>
          </a:p>
        </p:txBody>
      </p:sp>
      <p:pic>
        <p:nvPicPr>
          <p:cNvPr id="203781" name="Picture 6" descr="calment500_13521t">
            <a:extLst>
              <a:ext uri="{FF2B5EF4-FFF2-40B4-BE49-F238E27FC236}">
                <a16:creationId xmlns:a16="http://schemas.microsoft.com/office/drawing/2014/main" id="{3AD6267E-31EE-7461-E27A-D44B9F949F56}"/>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6383338" y="1484313"/>
            <a:ext cx="4032250" cy="47529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3782" name="Picture 8" descr="old+age">
            <a:extLst>
              <a:ext uri="{FF2B5EF4-FFF2-40B4-BE49-F238E27FC236}">
                <a16:creationId xmlns:a16="http://schemas.microsoft.com/office/drawing/2014/main" id="{5B6BCDF6-B896-7FA6-E84A-91B0363734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825" y="1557338"/>
            <a:ext cx="4465638"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52210C-B445-09B1-68B1-280A503D6DA2}"/>
              </a:ext>
            </a:extLst>
          </p:cNvPr>
          <p:cNvSpPr txBox="1"/>
          <p:nvPr/>
        </p:nvSpPr>
        <p:spPr>
          <a:xfrm>
            <a:off x="244475" y="261938"/>
            <a:ext cx="11691938" cy="2125662"/>
          </a:xfrm>
          <a:prstGeom prst="rect">
            <a:avLst/>
          </a:prstGeom>
          <a:solidFill>
            <a:schemeClr val="accent6">
              <a:lumMod val="75000"/>
            </a:schemeClr>
          </a:solidFill>
          <a:ln>
            <a:solidFill>
              <a:schemeClr val="accent6">
                <a:lumMod val="75000"/>
              </a:schemeClr>
            </a:solidFill>
          </a:ln>
        </p:spPr>
        <p:txBody>
          <a:bodyPr/>
          <a:lstStyle/>
          <a:p>
            <a:pPr eaLnBrk="1" fontAlgn="auto" hangingPunct="1">
              <a:lnSpc>
                <a:spcPts val="1800"/>
              </a:lnSpc>
              <a:spcBef>
                <a:spcPts val="0"/>
              </a:spcBef>
              <a:spcAft>
                <a:spcPts val="600"/>
              </a:spcAft>
              <a:defRPr/>
            </a:pPr>
            <a:endParaRPr lang="en-US" sz="1200" dirty="0">
              <a:solidFill>
                <a:prstClr val="black">
                  <a:lumMod val="75000"/>
                  <a:lumOff val="25000"/>
                </a:prstClr>
              </a:solidFill>
              <a:latin typeface="Segoe UI" panose="020B0502040204020203" pitchFamily="34" charset="0"/>
              <a:cs typeface="Segoe UI" panose="020B0502040204020203" pitchFamily="34" charset="0"/>
            </a:endParaRPr>
          </a:p>
        </p:txBody>
      </p:sp>
      <p:sp>
        <p:nvSpPr>
          <p:cNvPr id="204803" name="Text Placeholder 1">
            <a:extLst>
              <a:ext uri="{FF2B5EF4-FFF2-40B4-BE49-F238E27FC236}">
                <a16:creationId xmlns:a16="http://schemas.microsoft.com/office/drawing/2014/main" id="{BC6A6350-66BA-0C27-719E-13F794100CCB}"/>
              </a:ext>
            </a:extLst>
          </p:cNvPr>
          <p:cNvSpPr txBox="1">
            <a:spLocks noChangeArrowheads="1"/>
          </p:cNvSpPr>
          <p:nvPr/>
        </p:nvSpPr>
        <p:spPr bwMode="auto">
          <a:xfrm>
            <a:off x="3959225" y="1087438"/>
            <a:ext cx="4414838"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algn="ctr" eaLnBrk="1" hangingPunct="1">
              <a:buFont typeface="Arial" panose="020B0604020202020204" pitchFamily="34" charset="0"/>
              <a:buNone/>
            </a:pPr>
            <a:r>
              <a:rPr lang="en-US" altLang="ko-KR" sz="4800">
                <a:solidFill>
                  <a:srgbClr val="FFFFFF"/>
                </a:solidFill>
                <a:latin typeface="Segoe UI Light" panose="020B0502040204020203" pitchFamily="34" charset="0"/>
                <a:ea typeface="굴림" panose="020B0600000101010101" pitchFamily="34" charset="-127"/>
              </a:rPr>
              <a:t>Thank</a:t>
            </a:r>
            <a:r>
              <a:rPr lang="en-US" altLang="ko-KR" sz="4800">
                <a:solidFill>
                  <a:srgbClr val="FFFFFF"/>
                </a:solidFill>
                <a:ea typeface="굴림" panose="020B0600000101010101" pitchFamily="34" charset="-127"/>
              </a:rPr>
              <a:t> </a:t>
            </a:r>
            <a:r>
              <a:rPr lang="en-US" altLang="ko-KR" sz="4800">
                <a:solidFill>
                  <a:srgbClr val="FFFFFF"/>
                </a:solidFill>
                <a:latin typeface="Segoe UI Light" panose="020B0502040204020203" pitchFamily="34" charset="0"/>
                <a:ea typeface="굴림" panose="020B0600000101010101" pitchFamily="34" charset="-127"/>
              </a:rPr>
              <a:t>you</a:t>
            </a:r>
            <a:endParaRPr lang="ko-KR" altLang="en-US" sz="4800">
              <a:solidFill>
                <a:srgbClr val="FFFFFF"/>
              </a:solidFill>
              <a:latin typeface="Segoe UI Light" panose="020B0502040204020203" pitchFamily="34" charset="0"/>
              <a:ea typeface="굴림" panose="020B0600000101010101" pitchFamily="34" charset="-127"/>
            </a:endParaRPr>
          </a:p>
        </p:txBody>
      </p:sp>
      <p:sp>
        <p:nvSpPr>
          <p:cNvPr id="204804" name="مربع نص 2">
            <a:extLst>
              <a:ext uri="{FF2B5EF4-FFF2-40B4-BE49-F238E27FC236}">
                <a16:creationId xmlns:a16="http://schemas.microsoft.com/office/drawing/2014/main" id="{D135C95C-F3AB-70A4-64E0-1CAD78D49D5D}"/>
              </a:ext>
            </a:extLst>
          </p:cNvPr>
          <p:cNvSpPr txBox="1">
            <a:spLocks noChangeArrowheads="1"/>
          </p:cNvSpPr>
          <p:nvPr/>
        </p:nvSpPr>
        <p:spPr bwMode="auto">
          <a:xfrm>
            <a:off x="2927350" y="3429000"/>
            <a:ext cx="5649913"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a:lnSpc>
                <a:spcPct val="100000"/>
              </a:lnSpc>
              <a:spcBef>
                <a:spcPct val="0"/>
              </a:spcBef>
              <a:buFontTx/>
              <a:buNone/>
            </a:pPr>
            <a:r>
              <a:rPr lang="en-US" altLang="ar-IQ" sz="11500">
                <a:solidFill>
                  <a:srgbClr val="137333"/>
                </a:solidFill>
                <a:latin typeface="Google Sans Display"/>
              </a:rPr>
              <a:t>cs5jm5o</a:t>
            </a:r>
            <a:endParaRPr lang="ar-IQ" altLang="ar-IQ" sz="11500">
              <a:latin typeface="Verdana" panose="020B0604030504040204" pitchFamily="34" charset="0"/>
            </a:endParaRPr>
          </a:p>
        </p:txBody>
      </p:sp>
      <p:sp>
        <p:nvSpPr>
          <p:cNvPr id="204805" name="مربع نص 4">
            <a:extLst>
              <a:ext uri="{FF2B5EF4-FFF2-40B4-BE49-F238E27FC236}">
                <a16:creationId xmlns:a16="http://schemas.microsoft.com/office/drawing/2014/main" id="{C2192014-D502-D6C7-A90E-64D4F5559CC0}"/>
              </a:ext>
            </a:extLst>
          </p:cNvPr>
          <p:cNvSpPr txBox="1">
            <a:spLocks noChangeArrowheads="1"/>
          </p:cNvSpPr>
          <p:nvPr/>
        </p:nvSpPr>
        <p:spPr bwMode="auto">
          <a:xfrm>
            <a:off x="5303838" y="2787650"/>
            <a:ext cx="16192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Segoe UI" panose="020B05020402040202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Segoe UI" panose="020B05020402040202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Segoe UI" panose="020B05020402040202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Segoe UI" panose="020B0502040204020203" pitchFamily="34" charset="0"/>
              </a:defRPr>
            </a:lvl5pPr>
            <a:lvl6pPr marL="25146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6pPr>
            <a:lvl7pPr marL="29718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7pPr>
            <a:lvl8pPr marL="34290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8pPr>
            <a:lvl9pPr marL="3886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Segoe UI" panose="020B0502040204020203" pitchFamily="34" charset="0"/>
              </a:defRPr>
            </a:lvl9pPr>
          </a:lstStyle>
          <a:p>
            <a:pPr>
              <a:lnSpc>
                <a:spcPts val="1800"/>
              </a:lnSpc>
              <a:spcBef>
                <a:spcPct val="0"/>
              </a:spcBef>
              <a:spcAft>
                <a:spcPts val="600"/>
              </a:spcAft>
              <a:buFontTx/>
              <a:buNone/>
            </a:pPr>
            <a:r>
              <a:rPr lang="ar-IQ" altLang="ar-IQ" sz="2400">
                <a:solidFill>
                  <a:srgbClr val="404040"/>
                </a:solidFill>
                <a:cs typeface="Segoe UI" panose="020B0502040204020203" pitchFamily="34" charset="0"/>
              </a:rPr>
              <a:t>رمز الصف</a:t>
            </a:r>
          </a:p>
        </p:txBody>
      </p:sp>
    </p:spTree>
  </p:cSld>
  <p:clrMapOvr>
    <a:masterClrMapping/>
  </p:clrMapOvr>
  <p:transition spd="slow">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othecary">
  <a:themeElements>
    <a:clrScheme name="Apothecary">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Apothecary">
      <a:majorFont>
        <a:latin typeface="Book Antiqua"/>
        <a:ea typeface=""/>
        <a:cs typeface=""/>
        <a:font script="Jpan" typeface="HGS明朝B"/>
        <a:font script="Hang" typeface="HY견명조"/>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ＭＳ ゴシック"/>
        <a:font script="Hang" typeface="HY견명조"/>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pothecary">
      <a:fillStyleLst>
        <a:solidFill>
          <a:schemeClr val="phClr"/>
        </a:solidFill>
        <a:gradFill rotWithShape="1">
          <a:gsLst>
            <a:gs pos="0">
              <a:schemeClr val="phClr">
                <a:tint val="1000"/>
                <a:satMod val="100000"/>
              </a:schemeClr>
            </a:gs>
            <a:gs pos="68000">
              <a:schemeClr val="phClr">
                <a:tint val="77000"/>
                <a:satMod val="100000"/>
              </a:schemeClr>
            </a:gs>
            <a:gs pos="81000">
              <a:schemeClr val="phClr">
                <a:tint val="79000"/>
                <a:satMod val="100000"/>
              </a:schemeClr>
            </a:gs>
            <a:gs pos="86000">
              <a:schemeClr val="phClr">
                <a:tint val="73000"/>
                <a:satMod val="100000"/>
              </a:schemeClr>
            </a:gs>
            <a:gs pos="100000">
              <a:schemeClr val="phClr">
                <a:tint val="35000"/>
                <a:satMod val="100000"/>
              </a:schemeClr>
            </a:gs>
          </a:gsLst>
          <a:lin ang="5400000" scaled="0"/>
        </a:gradFill>
        <a:gradFill rotWithShape="1">
          <a:gsLst>
            <a:gs pos="0">
              <a:schemeClr val="phClr">
                <a:tint val="73000"/>
                <a:shade val="100000"/>
                <a:satMod val="150000"/>
              </a:schemeClr>
            </a:gs>
            <a:gs pos="25000">
              <a:schemeClr val="phClr">
                <a:tint val="96000"/>
                <a:shade val="80000"/>
                <a:satMod val="105000"/>
              </a:schemeClr>
            </a:gs>
            <a:gs pos="38000">
              <a:schemeClr val="phClr">
                <a:tint val="96000"/>
                <a:shade val="59000"/>
                <a:satMod val="120000"/>
              </a:schemeClr>
            </a:gs>
            <a:gs pos="55000">
              <a:schemeClr val="phClr">
                <a:tint val="100000"/>
                <a:shade val="57000"/>
                <a:satMod val="120000"/>
              </a:schemeClr>
            </a:gs>
            <a:gs pos="80000">
              <a:schemeClr val="phClr">
                <a:tint val="100000"/>
                <a:shade val="56000"/>
                <a:satMod val="145000"/>
              </a:schemeClr>
            </a:gs>
            <a:gs pos="88000">
              <a:schemeClr val="phClr">
                <a:tint val="100000"/>
                <a:shade val="63000"/>
                <a:satMod val="160000"/>
              </a:schemeClr>
            </a:gs>
            <a:gs pos="100000">
              <a:schemeClr val="phClr">
                <a:tint val="99000"/>
                <a:shade val="100000"/>
                <a:satMod val="155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scene3d>
            <a:camera prst="orthographicFront">
              <a:rot lat="0" lon="0" rev="0"/>
            </a:camera>
            <a:lightRig rig="glow" dir="tl">
              <a:rot lat="0" lon="0" rev="1800000"/>
            </a:lightRig>
          </a:scene3d>
          <a:sp3d contourW="10160" prstMaterial="dkEdge">
            <a:bevelT w="0" h="0" prst="angle"/>
            <a:contourClr>
              <a:schemeClr val="phClr">
                <a:shade val="30000"/>
                <a:satMod val="150000"/>
              </a:schemeClr>
            </a:contourClr>
          </a:sp3d>
        </a:effectStyle>
        <a:effectStyle>
          <a:effectLst>
            <a:glow rad="50800">
              <a:schemeClr val="phClr">
                <a:tint val="68000"/>
                <a:shade val="93000"/>
                <a:alpha val="37000"/>
                <a:satMod val="250000"/>
              </a:schemeClr>
            </a:glow>
          </a:effectLst>
          <a:scene3d>
            <a:camera prst="orthographicFront">
              <a:rot lat="0" lon="0" rev="0"/>
            </a:camera>
            <a:lightRig rig="glow" dir="t">
              <a:rot lat="0" lon="0" rev="1800000"/>
            </a:lightRig>
          </a:scene3d>
          <a:sp3d contourW="10160" prstMaterial="dkEdge">
            <a:bevelT w="20320" h="19050" prst="angle"/>
            <a:contourClr>
              <a:schemeClr val="phClr">
                <a:shade val="30000"/>
                <a:satMod val="150000"/>
              </a:schemeClr>
            </a:contourClr>
          </a:sp3d>
        </a:effectStyle>
      </a:effectStyleLst>
      <a:bgFillStyleLst>
        <a:solidFill>
          <a:schemeClr val="phClr"/>
        </a:solidFill>
        <a:solidFill>
          <a:schemeClr val="phClr">
            <a:tint val="93000"/>
            <a:satMod val="140000"/>
          </a:schemeClr>
        </a:solidFill>
        <a:blipFill rotWithShape="1">
          <a:blip xmlns:r="http://schemas.openxmlformats.org/officeDocument/2006/relationships" r:embed="rId1">
            <a:duotone>
              <a:schemeClr val="phClr">
                <a:tint val="70000"/>
                <a:satMod val="170000"/>
              </a:schemeClr>
              <a:schemeClr val="phClr">
                <a:shade val="70000"/>
                <a:satMod val="13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4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5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6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7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8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9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10_Eclipse">
  <a:themeElements>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fontScheme name="Eclipse">
      <a:majorFont>
        <a:latin typeface="Arial"/>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Get Started with 3D">
  <a:themeElements>
    <a:clrScheme name="أزرق">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14.xml><?xml version="1.0" encoding="utf-8"?>
<a:theme xmlns:a="http://schemas.openxmlformats.org/drawingml/2006/main" name="1_Get Started with 3D">
  <a:themeElements>
    <a:clrScheme name="أزرق">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oAutofit/>
      </a:bodyPr>
      <a:lstStyle>
        <a:defPPr marL="0" indent="0" algn="l">
          <a:lnSpc>
            <a:spcPts val="1800"/>
          </a:lnSpc>
          <a:spcAft>
            <a:spcPts val="600"/>
          </a:spcAft>
          <a:buNone/>
          <a:defRPr sz="1200" dirty="0" smtClean="0">
            <a:solidFill>
              <a:prstClr val="black">
                <a:lumMod val="75000"/>
                <a:lumOff val="25000"/>
              </a:prstClr>
            </a:solidFill>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Bring your presentations to life with 3DTF16411177.potx" id="{2F811B51-3652-4B66-97AB-C34107939F72}" vid="{5A6FB77C-9CC0-4BAB-9431-7888FC98FA25}"/>
    </a:ext>
  </a:extLst>
</a:theme>
</file>

<file path=ppt/theme/theme15.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Apothecary</Template>
  <TotalTime>1138</TotalTime>
  <Words>2011</Words>
  <Application>Microsoft Office PowerPoint</Application>
  <PresentationFormat>شاشة عريضة</PresentationFormat>
  <Paragraphs>213</Paragraphs>
  <Slides>30</Slides>
  <Notes>4</Notes>
  <HiddenSlides>0</HiddenSlides>
  <MMClips>0</MMClips>
  <ScaleCrop>false</ScaleCrop>
  <HeadingPairs>
    <vt:vector size="6" baseType="variant">
      <vt:variant>
        <vt:lpstr>الخطوط المستخدمة</vt:lpstr>
      </vt:variant>
      <vt:variant>
        <vt:i4>14</vt:i4>
      </vt:variant>
      <vt:variant>
        <vt:lpstr>نسق</vt:lpstr>
      </vt:variant>
      <vt:variant>
        <vt:i4>14</vt:i4>
      </vt:variant>
      <vt:variant>
        <vt:lpstr>عناوين الشرائح</vt:lpstr>
      </vt:variant>
      <vt:variant>
        <vt:i4>30</vt:i4>
      </vt:variant>
    </vt:vector>
  </HeadingPairs>
  <TitlesOfParts>
    <vt:vector size="58" baseType="lpstr">
      <vt:lpstr>Verdana</vt:lpstr>
      <vt:lpstr>Arial</vt:lpstr>
      <vt:lpstr>Book Antiqua</vt:lpstr>
      <vt:lpstr>Times New Roman</vt:lpstr>
      <vt:lpstr>Century Gothic</vt:lpstr>
      <vt:lpstr>Tahoma</vt:lpstr>
      <vt:lpstr>Wingdings</vt:lpstr>
      <vt:lpstr>Segoe UI Light</vt:lpstr>
      <vt:lpstr>Segoe UI</vt:lpstr>
      <vt:lpstr>Segoe UI Semibold</vt:lpstr>
      <vt:lpstr>Segoe UI Variable Small Semibol</vt:lpstr>
      <vt:lpstr>굴림</vt:lpstr>
      <vt:lpstr>Google Sans Display</vt:lpstr>
      <vt:lpstr>Calibri</vt:lpstr>
      <vt:lpstr>Apothecary</vt:lpstr>
      <vt:lpstr>Eclipse</vt:lpstr>
      <vt:lpstr>1_Eclipse</vt:lpstr>
      <vt:lpstr>2_Eclipse</vt:lpstr>
      <vt:lpstr>3_Eclipse</vt:lpstr>
      <vt:lpstr>4_Eclipse</vt:lpstr>
      <vt:lpstr>5_Eclipse</vt:lpstr>
      <vt:lpstr>6_Eclipse</vt:lpstr>
      <vt:lpstr>7_Eclipse</vt:lpstr>
      <vt:lpstr>8_Eclipse</vt:lpstr>
      <vt:lpstr>9_Eclipse</vt:lpstr>
      <vt:lpstr>10_Eclipse</vt:lpstr>
      <vt:lpstr>Get Started with 3D</vt:lpstr>
      <vt:lpstr>1_Get Started with 3D</vt:lpstr>
      <vt:lpstr>Growth and development Overview</vt:lpstr>
      <vt:lpstr>Learning Objectives: </vt:lpstr>
      <vt:lpstr>Growth and Development</vt:lpstr>
      <vt:lpstr>عرض تقديمي في PowerPoint</vt:lpstr>
      <vt:lpstr>عرض تقديمي في PowerPoint</vt:lpstr>
      <vt:lpstr>  Principles of growth and  development:</vt:lpstr>
      <vt:lpstr>عرض تقديمي في PowerPoint</vt:lpstr>
      <vt:lpstr> </vt:lpstr>
      <vt:lpstr>عرض تقديمي في PowerPoint</vt:lpstr>
      <vt:lpstr>عرض تقديمي في PowerPoint</vt:lpstr>
      <vt:lpstr>عرض تقديمي في PowerPoint</vt:lpstr>
      <vt:lpstr>عرض تقديمي في PowerPoint</vt:lpstr>
      <vt:lpstr>Stages of Growth and Development</vt:lpstr>
      <vt:lpstr>عرض تقديمي في PowerPoint</vt:lpstr>
      <vt:lpstr>عرض تقديمي في PowerPoint</vt:lpstr>
      <vt:lpstr>عرض تقديمي في PowerPoint</vt:lpstr>
      <vt:lpstr>عرض تقديمي في PowerPoint</vt:lpstr>
      <vt:lpstr>Embryo </vt:lpstr>
      <vt:lpstr>Fetus (12 weeks)</vt:lpstr>
      <vt:lpstr>Newborn infant</vt:lpstr>
      <vt:lpstr>Infant</vt:lpstr>
      <vt:lpstr>Toddler </vt:lpstr>
      <vt:lpstr>Preschool</vt:lpstr>
      <vt:lpstr>School child </vt:lpstr>
      <vt:lpstr>Preadolescent (Prepubertal)</vt:lpstr>
      <vt:lpstr>Adolescent </vt:lpstr>
      <vt:lpstr>Young adult </vt:lpstr>
      <vt:lpstr>Mature (Older adult) </vt:lpstr>
      <vt:lpstr>Old aged </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green lanter</cp:lastModifiedBy>
  <cp:revision>66</cp:revision>
  <dcterms:created xsi:type="dcterms:W3CDTF">2007-08-21T14:26:33Z</dcterms:created>
  <dcterms:modified xsi:type="dcterms:W3CDTF">2026-10-21T19:49:28Z</dcterms:modified>
</cp:coreProperties>
</file>