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 id="2147483748" r:id="rId2"/>
  </p:sldMasterIdLst>
  <p:notesMasterIdLst>
    <p:notesMasterId r:id="rId18"/>
  </p:notesMasterIdLst>
  <p:sldIdLst>
    <p:sldId id="263" r:id="rId3"/>
    <p:sldId id="283" r:id="rId4"/>
    <p:sldId id="258" r:id="rId5"/>
    <p:sldId id="297" r:id="rId6"/>
    <p:sldId id="284" r:id="rId7"/>
    <p:sldId id="287" r:id="rId8"/>
    <p:sldId id="259" r:id="rId9"/>
    <p:sldId id="296" r:id="rId10"/>
    <p:sldId id="291" r:id="rId11"/>
    <p:sldId id="292" r:id="rId12"/>
    <p:sldId id="293" r:id="rId13"/>
    <p:sldId id="288" r:id="rId14"/>
    <p:sldId id="289" r:id="rId15"/>
    <p:sldId id="290" r:id="rId16"/>
    <p:sldId id="298" r:id="rId1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r" defTabSz="914400" rtl="1" eaLnBrk="1" latinLnBrk="0" hangingPunct="1">
      <a:defRPr kern="1200">
        <a:solidFill>
          <a:schemeClr val="tx1"/>
        </a:solidFill>
        <a:latin typeface="Tahoma" panose="020B0604030504040204" pitchFamily="34" charset="0"/>
        <a:ea typeface="+mn-ea"/>
        <a:cs typeface="+mn-cs"/>
      </a:defRPr>
    </a:lvl6pPr>
    <a:lvl7pPr marL="2743200" algn="r" defTabSz="914400" rtl="1" eaLnBrk="1" latinLnBrk="0" hangingPunct="1">
      <a:defRPr kern="1200">
        <a:solidFill>
          <a:schemeClr val="tx1"/>
        </a:solidFill>
        <a:latin typeface="Tahoma" panose="020B0604030504040204" pitchFamily="34" charset="0"/>
        <a:ea typeface="+mn-ea"/>
        <a:cs typeface="+mn-cs"/>
      </a:defRPr>
    </a:lvl7pPr>
    <a:lvl8pPr marL="3200400" algn="r" defTabSz="914400" rtl="1" eaLnBrk="1" latinLnBrk="0" hangingPunct="1">
      <a:defRPr kern="1200">
        <a:solidFill>
          <a:schemeClr val="tx1"/>
        </a:solidFill>
        <a:latin typeface="Tahoma" panose="020B0604030504040204" pitchFamily="34" charset="0"/>
        <a:ea typeface="+mn-ea"/>
        <a:cs typeface="+mn-cs"/>
      </a:defRPr>
    </a:lvl8pPr>
    <a:lvl9pPr marL="3657600" algn="r" defTabSz="914400" rtl="1"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851"/>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218" autoAdjust="0"/>
  </p:normalViewPr>
  <p:slideViewPr>
    <p:cSldViewPr>
      <p:cViewPr varScale="1">
        <p:scale>
          <a:sx n="74" d="100"/>
          <a:sy n="74" d="100"/>
        </p:scale>
        <p:origin x="1872" y="60"/>
      </p:cViewPr>
      <p:guideLst>
        <p:guide orient="horz" pos="2160"/>
        <p:guide pos="3840"/>
      </p:guideLst>
    </p:cSldViewPr>
  </p:slideViewPr>
  <p:notesTextViewPr>
    <p:cViewPr>
      <p:scale>
        <a:sx n="100" d="100"/>
        <a:sy n="100" d="100"/>
      </p:scale>
      <p:origin x="0" y="-37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عنصر نائب للرأس 1">
            <a:extLst>
              <a:ext uri="{FF2B5EF4-FFF2-40B4-BE49-F238E27FC236}">
                <a16:creationId xmlns:a16="http://schemas.microsoft.com/office/drawing/2014/main" id="{8D2A7D2A-46D4-DFDB-3A69-90F1D32A36A7}"/>
              </a:ext>
            </a:extLst>
          </p:cNvPr>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pPr>
              <a:defRPr/>
            </a:pPr>
            <a:endParaRPr lang="ar-IQ"/>
          </a:p>
        </p:txBody>
      </p:sp>
      <p:sp>
        <p:nvSpPr>
          <p:cNvPr id="3" name="عنصر نائب للتاريخ 2">
            <a:extLst>
              <a:ext uri="{FF2B5EF4-FFF2-40B4-BE49-F238E27FC236}">
                <a16:creationId xmlns:a16="http://schemas.microsoft.com/office/drawing/2014/main" id="{E1687FA3-FFE4-7A2A-ACAE-E5858518E687}"/>
              </a:ext>
            </a:extLst>
          </p:cNvPr>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smtClean="0"/>
            </a:lvl1pPr>
          </a:lstStyle>
          <a:p>
            <a:pPr>
              <a:defRPr/>
            </a:pPr>
            <a:fld id="{7CFFEE44-0C1F-4F95-8615-288A0CD7BCF3}" type="datetimeFigureOut">
              <a:rPr lang="ar-IQ"/>
              <a:pPr>
                <a:defRPr/>
              </a:pPr>
              <a:t>06/09/1447</a:t>
            </a:fld>
            <a:endParaRPr lang="ar-IQ"/>
          </a:p>
        </p:txBody>
      </p:sp>
      <p:sp>
        <p:nvSpPr>
          <p:cNvPr id="4" name="عنصر نائب لصورة الشريحة 3">
            <a:extLst>
              <a:ext uri="{FF2B5EF4-FFF2-40B4-BE49-F238E27FC236}">
                <a16:creationId xmlns:a16="http://schemas.microsoft.com/office/drawing/2014/main" id="{EE6A960A-A568-337E-871E-7FDD1E3ABAE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pPr lvl="0"/>
            <a:endParaRPr lang="ar-IQ" noProof="0"/>
          </a:p>
        </p:txBody>
      </p:sp>
      <p:sp>
        <p:nvSpPr>
          <p:cNvPr id="5" name="عنصر نائب للملاحظات 4">
            <a:extLst>
              <a:ext uri="{FF2B5EF4-FFF2-40B4-BE49-F238E27FC236}">
                <a16:creationId xmlns:a16="http://schemas.microsoft.com/office/drawing/2014/main" id="{6E96BB8D-3F36-996D-07C5-FF6F3CD6D02C}"/>
              </a:ext>
            </a:extLst>
          </p:cNvPr>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prstTxWarp prst="textNoShape">
              <a:avLst/>
            </a:prstTxWarp>
          </a:bodyPr>
          <a:lstStyle/>
          <a:p>
            <a:pPr lvl="0"/>
            <a:r>
              <a:rPr lang="ar-SA" altLang="ar-IQ"/>
              <a:t>انقر لتحرير أنماط نص الشكل الرئيسي</a:t>
            </a:r>
          </a:p>
          <a:p>
            <a:pPr lvl="1"/>
            <a:r>
              <a:rPr lang="ar-SA" altLang="ar-IQ"/>
              <a:t>المستوى الثاني</a:t>
            </a:r>
          </a:p>
          <a:p>
            <a:pPr lvl="2"/>
            <a:r>
              <a:rPr lang="ar-SA" altLang="ar-IQ"/>
              <a:t>المستوى الثالث</a:t>
            </a:r>
          </a:p>
          <a:p>
            <a:pPr lvl="3"/>
            <a:r>
              <a:rPr lang="ar-SA" altLang="ar-IQ"/>
              <a:t>المستوى الرابع</a:t>
            </a:r>
          </a:p>
          <a:p>
            <a:pPr lvl="4"/>
            <a:r>
              <a:rPr lang="ar-SA" altLang="ar-IQ"/>
              <a:t>المستوى الخامس</a:t>
            </a:r>
          </a:p>
        </p:txBody>
      </p:sp>
      <p:sp>
        <p:nvSpPr>
          <p:cNvPr id="6" name="عنصر نائب للتذييل 5">
            <a:extLst>
              <a:ext uri="{FF2B5EF4-FFF2-40B4-BE49-F238E27FC236}">
                <a16:creationId xmlns:a16="http://schemas.microsoft.com/office/drawing/2014/main" id="{5561DDAF-D59D-73D0-CB23-9744382B2515}"/>
              </a:ext>
            </a:extLst>
          </p:cNvPr>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pPr>
              <a:defRPr/>
            </a:pPr>
            <a:endParaRPr lang="ar-IQ"/>
          </a:p>
        </p:txBody>
      </p:sp>
      <p:sp>
        <p:nvSpPr>
          <p:cNvPr id="7" name="عنصر نائب لرقم الشريحة 6">
            <a:extLst>
              <a:ext uri="{FF2B5EF4-FFF2-40B4-BE49-F238E27FC236}">
                <a16:creationId xmlns:a16="http://schemas.microsoft.com/office/drawing/2014/main" id="{3BCAA7B6-B2CD-F750-EB67-735035F6003A}"/>
              </a:ext>
            </a:extLst>
          </p:cNvPr>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smtClean="0"/>
            </a:lvl1pPr>
          </a:lstStyle>
          <a:p>
            <a:pPr>
              <a:defRPr/>
            </a:pPr>
            <a:fld id="{6BDFD739-4D8D-4EA9-8AE0-B595FB2FB921}" type="slidenum">
              <a:rPr lang="ar-IQ"/>
              <a:pPr>
                <a:defRPr/>
              </a:pPr>
              <a:t>‹#›</a:t>
            </a:fld>
            <a:endParaRPr lang="ar-IQ"/>
          </a:p>
        </p:txBody>
      </p:sp>
    </p:spTree>
  </p:cSld>
  <p:clrMap bg1="lt1" tx1="dk1" bg2="lt2" tx2="dk2" accent1="accent1" accent2="accent2" accent3="accent3" accent4="accent4" accent5="accent5" accent6="accent6" hlink="hlink" folHlink="folHlink"/>
  <p:notesStyle>
    <a:lvl1pPr algn="r" rtl="1" fontAlgn="base">
      <a:spcBef>
        <a:spcPct val="30000"/>
      </a:spcBef>
      <a:spcAft>
        <a:spcPct val="0"/>
      </a:spcAft>
      <a:defRPr sz="1200" kern="1200">
        <a:solidFill>
          <a:schemeClr val="tx1"/>
        </a:solidFill>
        <a:latin typeface="+mn-lt"/>
        <a:ea typeface="+mn-ea"/>
        <a:cs typeface="Calibri" panose="020F0502020204030204" pitchFamily="34" charset="0"/>
      </a:defRPr>
    </a:lvl1pPr>
    <a:lvl2pPr marL="457200" algn="r" rtl="1" fontAlgn="base">
      <a:spcBef>
        <a:spcPct val="30000"/>
      </a:spcBef>
      <a:spcAft>
        <a:spcPct val="0"/>
      </a:spcAft>
      <a:defRPr sz="1200" kern="1200">
        <a:solidFill>
          <a:schemeClr val="tx1"/>
        </a:solidFill>
        <a:latin typeface="+mn-lt"/>
        <a:ea typeface="+mn-ea"/>
        <a:cs typeface="Calibri" panose="020F0502020204030204" pitchFamily="34" charset="0"/>
      </a:defRPr>
    </a:lvl2pPr>
    <a:lvl3pPr marL="914400" algn="r" rtl="1" fontAlgn="base">
      <a:spcBef>
        <a:spcPct val="30000"/>
      </a:spcBef>
      <a:spcAft>
        <a:spcPct val="0"/>
      </a:spcAft>
      <a:defRPr sz="1200" kern="1200">
        <a:solidFill>
          <a:schemeClr val="tx1"/>
        </a:solidFill>
        <a:latin typeface="+mn-lt"/>
        <a:ea typeface="+mn-ea"/>
        <a:cs typeface="Calibri" panose="020F0502020204030204" pitchFamily="34" charset="0"/>
      </a:defRPr>
    </a:lvl3pPr>
    <a:lvl4pPr marL="1371600" algn="r" rtl="1" fontAlgn="base">
      <a:spcBef>
        <a:spcPct val="30000"/>
      </a:spcBef>
      <a:spcAft>
        <a:spcPct val="0"/>
      </a:spcAft>
      <a:defRPr sz="1200" kern="1200">
        <a:solidFill>
          <a:schemeClr val="tx1"/>
        </a:solidFill>
        <a:latin typeface="+mn-lt"/>
        <a:ea typeface="+mn-ea"/>
        <a:cs typeface="Calibri" panose="020F0502020204030204" pitchFamily="34" charset="0"/>
      </a:defRPr>
    </a:lvl4pPr>
    <a:lvl5pPr marL="1828800" algn="r" rtl="1" fontAlgn="base">
      <a:spcBef>
        <a:spcPct val="30000"/>
      </a:spcBef>
      <a:spcAft>
        <a:spcPct val="0"/>
      </a:spcAft>
      <a:defRPr sz="1200" kern="1200">
        <a:solidFill>
          <a:schemeClr val="tx1"/>
        </a:solidFill>
        <a:latin typeface="+mn-lt"/>
        <a:ea typeface="+mn-ea"/>
        <a:cs typeface="Calibri" panose="020F0502020204030204" pitchFamily="34"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5466C2B7-E080-472A-5C66-BC76C1BD611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BE607079-76B2-EFEF-4642-BFD6656065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ar-IQ">
              <a:cs typeface="Arial" panose="020B0604020202020204" pitchFamily="34" charset="0"/>
            </a:endParaRPr>
          </a:p>
        </p:txBody>
      </p:sp>
      <p:sp>
        <p:nvSpPr>
          <p:cNvPr id="25604" name="Slide Number Placeholder 3">
            <a:extLst>
              <a:ext uri="{FF2B5EF4-FFF2-40B4-BE49-F238E27FC236}">
                <a16:creationId xmlns:a16="http://schemas.microsoft.com/office/drawing/2014/main" id="{FEA8FCBD-CEAB-5389-09A2-6E0FD40543F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algn="l" rtl="0" eaLnBrk="0" fontAlgn="base" hangingPunct="0">
              <a:spcBef>
                <a:spcPct val="0"/>
              </a:spcBef>
              <a:spcAft>
                <a:spcPct val="0"/>
              </a:spcAft>
              <a:defRPr>
                <a:solidFill>
                  <a:schemeClr val="tx1"/>
                </a:solidFill>
                <a:latin typeface="Tahoma" panose="020B0604030504040204" pitchFamily="34" charset="0"/>
              </a:defRPr>
            </a:lvl6pPr>
            <a:lvl7pPr marL="2971800" indent="-228600" algn="l" rtl="0" eaLnBrk="0" fontAlgn="base" hangingPunct="0">
              <a:spcBef>
                <a:spcPct val="0"/>
              </a:spcBef>
              <a:spcAft>
                <a:spcPct val="0"/>
              </a:spcAft>
              <a:defRPr>
                <a:solidFill>
                  <a:schemeClr val="tx1"/>
                </a:solidFill>
                <a:latin typeface="Tahoma" panose="020B0604030504040204" pitchFamily="34" charset="0"/>
              </a:defRPr>
            </a:lvl7pPr>
            <a:lvl8pPr marL="3429000" indent="-228600" algn="l" rtl="0" eaLnBrk="0" fontAlgn="base" hangingPunct="0">
              <a:spcBef>
                <a:spcPct val="0"/>
              </a:spcBef>
              <a:spcAft>
                <a:spcPct val="0"/>
              </a:spcAft>
              <a:defRPr>
                <a:solidFill>
                  <a:schemeClr val="tx1"/>
                </a:solidFill>
                <a:latin typeface="Tahoma" panose="020B0604030504040204" pitchFamily="34" charset="0"/>
              </a:defRPr>
            </a:lvl8pPr>
            <a:lvl9pPr marL="3886200" indent="-228600" algn="l" rtl="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23C2F86C-9AFA-427E-BE1D-6039951161F9}" type="slidenum">
              <a:rPr lang="en-US" altLang="ar-IQ">
                <a:solidFill>
                  <a:srgbClr val="000000"/>
                </a:solidFill>
                <a:latin typeface="Calibri" panose="020F0502020204030204" pitchFamily="34" charset="0"/>
              </a:rPr>
              <a:pPr algn="r" eaLnBrk="1" hangingPunct="1"/>
              <a:t>1</a:t>
            </a:fld>
            <a:endParaRPr lang="en-US" altLang="ar-IQ">
              <a:solidFill>
                <a:srgbClr val="000000"/>
              </a:solidFill>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r>
              <a:rPr lang="en-US" b="1" dirty="0"/>
              <a:t>🟡 Caution</a:t>
            </a:r>
          </a:p>
          <a:p>
            <a:pPr algn="l" rtl="0"/>
            <a:r>
              <a:rPr lang="en-US" dirty="0"/>
              <a:t>A </a:t>
            </a:r>
            <a:r>
              <a:rPr lang="en-US" b="1" dirty="0"/>
              <a:t>Caution</a:t>
            </a:r>
            <a:r>
              <a:rPr lang="en-US" dirty="0"/>
              <a:t> is scored when:</a:t>
            </a:r>
          </a:p>
          <a:p>
            <a:pPr algn="l" rtl="0"/>
            <a:r>
              <a:rPr lang="en-US" dirty="0"/>
              <a:t>The child </a:t>
            </a:r>
            <a:r>
              <a:rPr lang="en-US" b="1" dirty="0"/>
              <a:t>fails or refuses</a:t>
            </a:r>
            <a:r>
              <a:rPr lang="en-US" dirty="0"/>
              <a:t> an item</a:t>
            </a:r>
          </a:p>
          <a:p>
            <a:pPr algn="l" rtl="0"/>
            <a:r>
              <a:rPr lang="en-US" dirty="0"/>
              <a:t>AND the age line falls </a:t>
            </a:r>
            <a:r>
              <a:rPr lang="en-US" b="1" dirty="0"/>
              <a:t>between the 75th and 90th percentile</a:t>
            </a:r>
            <a:endParaRPr lang="en-US" dirty="0"/>
          </a:p>
          <a:p>
            <a:pPr algn="l" rtl="0"/>
            <a:r>
              <a:rPr lang="en-US" dirty="0"/>
              <a:t>This means:</a:t>
            </a:r>
          </a:p>
          <a:p>
            <a:pPr algn="l" rtl="0"/>
            <a:r>
              <a:rPr lang="en-US" dirty="0"/>
              <a:t>75–90% of children this age can already perform this task.</a:t>
            </a:r>
          </a:p>
          <a:p>
            <a:pPr algn="l" rtl="0"/>
            <a:r>
              <a:rPr lang="en-US" b="1" dirty="0"/>
              <a:t>🔴 Delay</a:t>
            </a:r>
          </a:p>
          <a:p>
            <a:pPr algn="l" rtl="0"/>
            <a:r>
              <a:rPr lang="en-US" dirty="0"/>
              <a:t>A </a:t>
            </a:r>
            <a:r>
              <a:rPr lang="en-US" b="1" dirty="0"/>
              <a:t>Delay</a:t>
            </a:r>
            <a:r>
              <a:rPr lang="en-US" dirty="0"/>
              <a:t> is scored when:</a:t>
            </a:r>
          </a:p>
          <a:p>
            <a:pPr algn="l" rtl="0"/>
            <a:r>
              <a:rPr lang="en-US" dirty="0"/>
              <a:t>The child </a:t>
            </a:r>
            <a:r>
              <a:rPr lang="en-US" b="1" dirty="0"/>
              <a:t>fails or refuses</a:t>
            </a:r>
            <a:endParaRPr lang="en-US" dirty="0"/>
          </a:p>
          <a:p>
            <a:pPr algn="l" rtl="0"/>
            <a:r>
              <a:rPr lang="en-US" dirty="0"/>
              <a:t>AND the age line falls </a:t>
            </a:r>
            <a:r>
              <a:rPr lang="en-US" b="1" dirty="0"/>
              <a:t>completely to the right of the 90th percentile</a:t>
            </a:r>
            <a:endParaRPr lang="en-US" dirty="0"/>
          </a:p>
          <a:p>
            <a:pPr algn="l" rtl="0"/>
            <a:r>
              <a:rPr lang="en-US" dirty="0"/>
              <a:t>This means:</a:t>
            </a:r>
          </a:p>
          <a:p>
            <a:pPr algn="l" rtl="0"/>
            <a:r>
              <a:rPr lang="en-US" dirty="0"/>
              <a:t>More than 90% of children this age can do this task</a:t>
            </a:r>
          </a:p>
          <a:p>
            <a:pPr algn="l" rtl="0">
              <a:buNone/>
            </a:pPr>
            <a:r>
              <a:rPr lang="en-US" b="1" dirty="0" err="1"/>
              <a:t>Normal</a:t>
            </a:r>
            <a:r>
              <a:rPr lang="en-US" dirty="0" err="1"/>
              <a:t>No</a:t>
            </a:r>
            <a:r>
              <a:rPr lang="en-US" dirty="0"/>
              <a:t> delays AND maximum of 1 caution</a:t>
            </a:r>
          </a:p>
          <a:p>
            <a:pPr algn="l" rtl="0">
              <a:buNone/>
            </a:pPr>
            <a:r>
              <a:rPr lang="en-US" b="1" dirty="0"/>
              <a:t>Suspect</a:t>
            </a:r>
            <a:r>
              <a:rPr lang="en-US" dirty="0"/>
              <a:t>≥2 cautions AND/OR ≥1 delay</a:t>
            </a:r>
          </a:p>
          <a:p>
            <a:pPr algn="l" rtl="0">
              <a:buNone/>
            </a:pPr>
            <a:r>
              <a:rPr lang="en-US" b="1" dirty="0" err="1"/>
              <a:t>Untestable</a:t>
            </a:r>
            <a:r>
              <a:rPr lang="en-US" dirty="0" err="1"/>
              <a:t>Refusals</a:t>
            </a:r>
            <a:r>
              <a:rPr lang="en-US" dirty="0"/>
              <a:t> on ≥1 item completely left of age line or ≥2 items intersected by age line</a:t>
            </a:r>
          </a:p>
          <a:p>
            <a:pPr algn="l" rtl="0"/>
            <a:endParaRPr lang="en-US" dirty="0"/>
          </a:p>
          <a:p>
            <a:pPr algn="l" rtl="0"/>
            <a:endParaRPr lang="ar-IQ" dirty="0"/>
          </a:p>
        </p:txBody>
      </p:sp>
      <p:sp>
        <p:nvSpPr>
          <p:cNvPr id="4" name="عنصر نائب لرقم الشريحة 3"/>
          <p:cNvSpPr>
            <a:spLocks noGrp="1"/>
          </p:cNvSpPr>
          <p:nvPr>
            <p:ph type="sldNum" sz="quarter" idx="5"/>
          </p:nvPr>
        </p:nvSpPr>
        <p:spPr/>
        <p:txBody>
          <a:bodyPr/>
          <a:lstStyle/>
          <a:p>
            <a:pPr>
              <a:defRPr/>
            </a:pPr>
            <a:fld id="{6BDFD739-4D8D-4EA9-8AE0-B595FB2FB921}" type="slidenum">
              <a:rPr lang="ar-IQ" smtClean="0"/>
              <a:pPr>
                <a:defRPr/>
              </a:pPr>
              <a:t>14</a:t>
            </a:fld>
            <a:endParaRPr lang="ar-IQ"/>
          </a:p>
        </p:txBody>
      </p:sp>
    </p:spTree>
    <p:extLst>
      <p:ext uri="{BB962C8B-B14F-4D97-AF65-F5344CB8AC3E}">
        <p14:creationId xmlns:p14="http://schemas.microsoft.com/office/powerpoint/2010/main" val="3806023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1886EEB2-4F6F-3BE6-58DF-A3ED7E2AB57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2F4178D5-E034-0BA0-749C-0628C6006A8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ar-IQ">
              <a:cs typeface="Arial" panose="020B0604020202020204" pitchFamily="34" charset="0"/>
            </a:endParaRPr>
          </a:p>
        </p:txBody>
      </p:sp>
      <p:sp>
        <p:nvSpPr>
          <p:cNvPr id="40964" name="Slide Number Placeholder 3">
            <a:extLst>
              <a:ext uri="{FF2B5EF4-FFF2-40B4-BE49-F238E27FC236}">
                <a16:creationId xmlns:a16="http://schemas.microsoft.com/office/drawing/2014/main" id="{FB28C3CF-140E-A752-608C-F1C1CB96C73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algn="l" rtl="0" eaLnBrk="0" fontAlgn="base" hangingPunct="0">
              <a:spcBef>
                <a:spcPct val="0"/>
              </a:spcBef>
              <a:spcAft>
                <a:spcPct val="0"/>
              </a:spcAft>
              <a:defRPr>
                <a:solidFill>
                  <a:schemeClr val="tx1"/>
                </a:solidFill>
                <a:latin typeface="Tahoma" panose="020B0604030504040204" pitchFamily="34" charset="0"/>
              </a:defRPr>
            </a:lvl6pPr>
            <a:lvl7pPr marL="2971800" indent="-228600" algn="l" rtl="0" eaLnBrk="0" fontAlgn="base" hangingPunct="0">
              <a:spcBef>
                <a:spcPct val="0"/>
              </a:spcBef>
              <a:spcAft>
                <a:spcPct val="0"/>
              </a:spcAft>
              <a:defRPr>
                <a:solidFill>
                  <a:schemeClr val="tx1"/>
                </a:solidFill>
                <a:latin typeface="Tahoma" panose="020B0604030504040204" pitchFamily="34" charset="0"/>
              </a:defRPr>
            </a:lvl7pPr>
            <a:lvl8pPr marL="3429000" indent="-228600" algn="l" rtl="0" eaLnBrk="0" fontAlgn="base" hangingPunct="0">
              <a:spcBef>
                <a:spcPct val="0"/>
              </a:spcBef>
              <a:spcAft>
                <a:spcPct val="0"/>
              </a:spcAft>
              <a:defRPr>
                <a:solidFill>
                  <a:schemeClr val="tx1"/>
                </a:solidFill>
                <a:latin typeface="Tahoma" panose="020B0604030504040204" pitchFamily="34" charset="0"/>
              </a:defRPr>
            </a:lvl8pPr>
            <a:lvl9pPr marL="3886200" indent="-228600" algn="l" rtl="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fld id="{755A71A6-480C-48A0-BD7F-48BDC4C7A842}" type="slidenum">
              <a:rPr lang="en-US" altLang="ar-IQ">
                <a:solidFill>
                  <a:srgbClr val="000000"/>
                </a:solidFill>
                <a:latin typeface="Calibri" panose="020F0502020204030204" pitchFamily="34" charset="0"/>
              </a:rPr>
              <a:pPr algn="r" eaLnBrk="1" hangingPunct="1"/>
              <a:t>15</a:t>
            </a:fld>
            <a:endParaRPr lang="en-US" altLang="ar-IQ">
              <a:solidFill>
                <a:srgbClr val="000000"/>
              </a:solidFill>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648B8D46-B547-A63F-6E9A-D3A6F7364925}"/>
              </a:ext>
            </a:extLst>
          </p:cNvPr>
          <p:cNvSpPr/>
          <p:nvPr userDrawn="1"/>
        </p:nvSpPr>
        <p:spPr bwMode="blackWhite">
          <a:xfrm>
            <a:off x="255588" y="263525"/>
            <a:ext cx="11680825"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5" name="Picture 7">
            <a:extLst>
              <a:ext uri="{FF2B5EF4-FFF2-40B4-BE49-F238E27FC236}">
                <a16:creationId xmlns:a16="http://schemas.microsoft.com/office/drawing/2014/main" id="{AED17F63-FBA6-250F-B690-1FFA34CDAEC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42900" y="4546600"/>
            <a:ext cx="117157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333500"/>
            <a:ext cx="9144000" cy="1790700"/>
          </a:xfrm>
        </p:spPr>
        <p:txBody>
          <a:bodyPr tIns="0" bIns="0" rtlCol="0" anchor="t">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524000" y="3128009"/>
            <a:ext cx="9144000" cy="1287675"/>
          </a:xfrm>
        </p:spPr>
        <p:txBody>
          <a:bodyPr rtlCol="0">
            <a:noAutofit/>
          </a:bodyPr>
          <a:lstStyle>
            <a:lvl1pPr marL="0" indent="0">
              <a:buNone/>
              <a:defRPr lang="en-US" sz="2400"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1506431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0B08B4CF-3A0D-17F5-6392-274A4E6615C4}"/>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6854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D036190A-DCAC-AC37-0CD9-A8963D7F44E9}"/>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09469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48065A81-1BA1-08F2-AFAA-644E4DECF34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0925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F5DF3403-2DC0-09D3-4CAF-F4529181BE1C}"/>
              </a:ext>
            </a:extLst>
          </p:cNvPr>
          <p:cNvSpPr/>
          <p:nvPr userDrawn="1"/>
        </p:nvSpPr>
        <p:spPr>
          <a:xfrm>
            <a:off x="255588" y="263525"/>
            <a:ext cx="11682412"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 name="Rectangle 9">
            <a:extLst>
              <a:ext uri="{FF2B5EF4-FFF2-40B4-BE49-F238E27FC236}">
                <a16:creationId xmlns:a16="http://schemas.microsoft.com/office/drawing/2014/main" id="{FEED88BF-1515-AB28-26CB-FCDF2F364004}"/>
              </a:ext>
            </a:extLst>
          </p:cNvPr>
          <p:cNvSpPr/>
          <p:nvPr userDrawn="1"/>
        </p:nvSpPr>
        <p:spPr bwMode="blackWhite">
          <a:xfrm>
            <a:off x="255588" y="263525"/>
            <a:ext cx="11680825"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4925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C0819AEC-23D8-39BC-3145-A8B4F45787AB}"/>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cxnSp>
        <p:nvCxnSpPr>
          <p:cNvPr id="3" name="Straight Connector 11">
            <a:extLst>
              <a:ext uri="{FF2B5EF4-FFF2-40B4-BE49-F238E27FC236}">
                <a16:creationId xmlns:a16="http://schemas.microsoft.com/office/drawing/2014/main" id="{509D464A-3D46-2A67-9481-28E100351B53}"/>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1559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1032672F-5327-EA48-5ED7-DC565F26EDF1}"/>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cxnSp>
        <p:nvCxnSpPr>
          <p:cNvPr id="4" name="Straight Connector 11">
            <a:extLst>
              <a:ext uri="{FF2B5EF4-FFF2-40B4-BE49-F238E27FC236}">
                <a16:creationId xmlns:a16="http://schemas.microsoft.com/office/drawing/2014/main" id="{EB954F13-114A-CCD5-4CAB-C827E5C3EFB6}"/>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C1409945-821A-BC67-773E-ED98B679CC1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57441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8603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CC67D0B2-2050-B9A2-AB94-C8020B1E8F3F}"/>
              </a:ext>
            </a:extLst>
          </p:cNvPr>
          <p:cNvSpPr/>
          <p:nvPr userDrawn="1"/>
        </p:nvSpPr>
        <p:spPr>
          <a:xfrm flipH="1">
            <a:off x="6480175" y="1508125"/>
            <a:ext cx="5711825" cy="3841750"/>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2399"/>
          </a:p>
        </p:txBody>
      </p:sp>
      <p:sp>
        <p:nvSpPr>
          <p:cNvPr id="8" name="Picture Placeholder 2"/>
          <p:cNvSpPr>
            <a:spLocks noGrp="1"/>
          </p:cNvSpPr>
          <p:nvPr>
            <p:ph type="pic" idx="13"/>
          </p:nvPr>
        </p:nvSpPr>
        <p:spPr>
          <a:xfrm>
            <a:off x="7110273" y="0"/>
            <a:ext cx="4451498" cy="6858000"/>
          </a:xfrm>
          <a:prstGeom prst="rect">
            <a:avLst/>
          </a:prstGeom>
          <a:solidFill>
            <a:schemeClr val="bg1">
              <a:lumMod val="95000"/>
            </a:schemeClr>
          </a:solidFill>
        </p:spPr>
        <p:txBody>
          <a:bodyPr rtlCol="0" anchor="ctr">
            <a:normAutofit/>
          </a:bodyP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pPr lvl="0"/>
            <a:r>
              <a:rPr lang="ar-SA" altLang="ko-KR" noProof="0"/>
              <a:t>انقر فوق الأيقونة لإضافة صورة</a:t>
            </a:r>
            <a:endParaRPr lang="ko-KR" altLang="en-US" noProof="0" dirty="0"/>
          </a:p>
        </p:txBody>
      </p:sp>
    </p:spTree>
    <p:extLst>
      <p:ext uri="{BB962C8B-B14F-4D97-AF65-F5344CB8AC3E}">
        <p14:creationId xmlns:p14="http://schemas.microsoft.com/office/powerpoint/2010/main" val="4100622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rtlCol="0">
            <a:normAutofit/>
          </a:bodyPr>
          <a:lstStyle/>
          <a:p>
            <a:pPr lvl="0"/>
            <a:endParaRPr lang="ar-JO" noProof="0"/>
          </a:p>
        </p:txBody>
      </p:sp>
      <p:sp>
        <p:nvSpPr>
          <p:cNvPr id="4" name="Rectangle 4">
            <a:extLst>
              <a:ext uri="{FF2B5EF4-FFF2-40B4-BE49-F238E27FC236}">
                <a16:creationId xmlns:a16="http://schemas.microsoft.com/office/drawing/2014/main" id="{812F1780-70CE-8CF4-B28A-3069D101BBD6}"/>
              </a:ext>
            </a:extLst>
          </p:cNvPr>
          <p:cNvSpPr>
            <a:spLocks noGrp="1" noChangeArrowheads="1"/>
          </p:cNvSpPr>
          <p:nvPr>
            <p:ph type="dt" sz="half" idx="10"/>
          </p:nvPr>
        </p:nvSpPr>
        <p:spPr/>
        <p:txBody>
          <a:bodyPr/>
          <a:lstStyle>
            <a:lvl1pPr>
              <a:defRPr/>
            </a:lvl1pPr>
          </a:lstStyle>
          <a:p>
            <a:pPr>
              <a:defRPr/>
            </a:pPr>
            <a:fld id="{5137BD0D-AF44-4EF4-B0BC-3F954D96C8A3}" type="datetime1">
              <a:rPr lang="en-US"/>
              <a:pPr>
                <a:defRPr/>
              </a:pPr>
              <a:t>2/22/2026</a:t>
            </a:fld>
            <a:endParaRPr lang="en-US" altLang="en-US" dirty="0"/>
          </a:p>
        </p:txBody>
      </p:sp>
      <p:sp>
        <p:nvSpPr>
          <p:cNvPr id="5" name="Rectangle 5">
            <a:extLst>
              <a:ext uri="{FF2B5EF4-FFF2-40B4-BE49-F238E27FC236}">
                <a16:creationId xmlns:a16="http://schemas.microsoft.com/office/drawing/2014/main" id="{F80358E8-BCD2-46E2-F088-2BF70C3E7F50}"/>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6" name="Rectangle 6">
            <a:extLst>
              <a:ext uri="{FF2B5EF4-FFF2-40B4-BE49-F238E27FC236}">
                <a16:creationId xmlns:a16="http://schemas.microsoft.com/office/drawing/2014/main" id="{4C7A2F60-0038-1511-3406-C4DF30AD0E3E}"/>
              </a:ext>
            </a:extLst>
          </p:cNvPr>
          <p:cNvSpPr>
            <a:spLocks noGrp="1" noChangeArrowheads="1"/>
          </p:cNvSpPr>
          <p:nvPr>
            <p:ph type="sldNum" sz="quarter" idx="12"/>
          </p:nvPr>
        </p:nvSpPr>
        <p:spPr/>
        <p:txBody>
          <a:bodyPr/>
          <a:lstStyle>
            <a:lvl1pPr>
              <a:defRPr/>
            </a:lvl1pPr>
          </a:lstStyle>
          <a:p>
            <a:pPr>
              <a:defRPr/>
            </a:pPr>
            <a:fld id="{12BE401B-4486-44C0-99A6-7D32E0A6F798}" type="slidenum">
              <a:rPr lang="ar-SA" altLang="en-US"/>
              <a:pPr>
                <a:defRPr/>
              </a:pPr>
              <a:t>‹#›</a:t>
            </a:fld>
            <a:endParaRPr lang="en-US" altLang="en-US" dirty="0"/>
          </a:p>
        </p:txBody>
      </p:sp>
    </p:spTree>
    <p:extLst>
      <p:ext uri="{BB962C8B-B14F-4D97-AF65-F5344CB8AC3E}">
        <p14:creationId xmlns:p14="http://schemas.microsoft.com/office/powerpoint/2010/main" val="3174005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81B62ACE-9E33-409B-4925-3549532203D8}"/>
              </a:ext>
            </a:extLst>
          </p:cNvPr>
          <p:cNvSpPr/>
          <p:nvPr userDrawn="1"/>
        </p:nvSpPr>
        <p:spPr bwMode="blackWhite">
          <a:xfrm>
            <a:off x="255588" y="263525"/>
            <a:ext cx="11680825"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5" name="Picture 7">
            <a:extLst>
              <a:ext uri="{FF2B5EF4-FFF2-40B4-BE49-F238E27FC236}">
                <a16:creationId xmlns:a16="http://schemas.microsoft.com/office/drawing/2014/main" id="{2BFC5838-A865-CCED-7D2F-CC7770886B7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42900" y="4546600"/>
            <a:ext cx="117157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333500"/>
            <a:ext cx="9144000" cy="1790700"/>
          </a:xfrm>
        </p:spPr>
        <p:txBody>
          <a:bodyPr tIns="0" bIns="0" rtlCol="0" anchor="t">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524000" y="3128009"/>
            <a:ext cx="9144000" cy="1287675"/>
          </a:xfrm>
        </p:spPr>
        <p:txBody>
          <a:bodyPr rtlCol="0">
            <a:noAutofit/>
          </a:bodyPr>
          <a:lstStyle>
            <a:lvl1pPr marL="0" indent="0">
              <a:buNone/>
              <a:defRPr lang="en-US" sz="2400"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4146391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E0DBC57-6FA5-C195-324D-5D6180918C98}"/>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78167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ECC58DE-6EA5-4BFC-33CE-4453DCA3CB27}"/>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76566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DF69FB29-96B7-0A9F-6A1E-B10B2BD278F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38981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C42DE017-039B-BF07-D1DB-98279620096A}"/>
              </a:ext>
            </a:extLst>
          </p:cNvPr>
          <p:cNvSpPr/>
          <p:nvPr userDrawn="1"/>
        </p:nvSpPr>
        <p:spPr>
          <a:xfrm>
            <a:off x="255588" y="263525"/>
            <a:ext cx="11682412"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 name="Rectangle 9">
            <a:extLst>
              <a:ext uri="{FF2B5EF4-FFF2-40B4-BE49-F238E27FC236}">
                <a16:creationId xmlns:a16="http://schemas.microsoft.com/office/drawing/2014/main" id="{28EE6899-02B5-7231-3FA2-2520DBF4D7B3}"/>
              </a:ext>
            </a:extLst>
          </p:cNvPr>
          <p:cNvSpPr/>
          <p:nvPr userDrawn="1"/>
        </p:nvSpPr>
        <p:spPr bwMode="blackWhite">
          <a:xfrm>
            <a:off x="255588" y="263525"/>
            <a:ext cx="11680825"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28185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5B0E8C7F-F936-FF48-1B65-E51C096976BA}"/>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cxnSp>
        <p:nvCxnSpPr>
          <p:cNvPr id="3" name="Straight Connector 11">
            <a:extLst>
              <a:ext uri="{FF2B5EF4-FFF2-40B4-BE49-F238E27FC236}">
                <a16:creationId xmlns:a16="http://schemas.microsoft.com/office/drawing/2014/main" id="{33DF1BBB-DC95-7063-4DAB-0EBCB8A8B172}"/>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593043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F5F4201B-E902-D22D-6C9F-57364EEB9E33}"/>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cxnSp>
        <p:nvCxnSpPr>
          <p:cNvPr id="4" name="Straight Connector 11">
            <a:extLst>
              <a:ext uri="{FF2B5EF4-FFF2-40B4-BE49-F238E27FC236}">
                <a16:creationId xmlns:a16="http://schemas.microsoft.com/office/drawing/2014/main" id="{CB50CF27-8842-C984-3261-E972D88491F9}"/>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9D63A7D8-11AE-76BC-30FA-A68D46ED730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9257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5581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9ED9C4BB-BD82-30E3-1161-9CC64D8C3D98}"/>
              </a:ext>
            </a:extLst>
          </p:cNvPr>
          <p:cNvSpPr/>
          <p:nvPr userDrawn="1"/>
        </p:nvSpPr>
        <p:spPr>
          <a:xfrm flipH="1">
            <a:off x="6480175" y="1508125"/>
            <a:ext cx="5711825" cy="3841750"/>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2399"/>
          </a:p>
        </p:txBody>
      </p:sp>
      <p:sp>
        <p:nvSpPr>
          <p:cNvPr id="8" name="Picture Placeholder 2"/>
          <p:cNvSpPr>
            <a:spLocks noGrp="1"/>
          </p:cNvSpPr>
          <p:nvPr>
            <p:ph type="pic" idx="13"/>
          </p:nvPr>
        </p:nvSpPr>
        <p:spPr>
          <a:xfrm>
            <a:off x="7110273" y="0"/>
            <a:ext cx="4451498" cy="6858000"/>
          </a:xfrm>
          <a:prstGeom prst="rect">
            <a:avLst/>
          </a:prstGeom>
          <a:solidFill>
            <a:schemeClr val="bg1">
              <a:lumMod val="95000"/>
            </a:schemeClr>
          </a:solidFill>
        </p:spPr>
        <p:txBody>
          <a:bodyPr rtlCol="0" anchor="ctr">
            <a:normAutofit/>
          </a:bodyP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pPr lvl="0"/>
            <a:r>
              <a:rPr lang="ar-SA" altLang="ko-KR" noProof="0"/>
              <a:t>انقر فوق الأيقونة لإضافة صورة</a:t>
            </a:r>
            <a:endParaRPr lang="ko-KR" altLang="en-US" noProof="0" dirty="0"/>
          </a:p>
        </p:txBody>
      </p:sp>
    </p:spTree>
    <p:extLst>
      <p:ext uri="{BB962C8B-B14F-4D97-AF65-F5344CB8AC3E}">
        <p14:creationId xmlns:p14="http://schemas.microsoft.com/office/powerpoint/2010/main" val="7152389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rtlCol="0">
            <a:normAutofit/>
          </a:bodyPr>
          <a:lstStyle/>
          <a:p>
            <a:pPr lvl="0"/>
            <a:endParaRPr lang="ar-JO" noProof="0"/>
          </a:p>
        </p:txBody>
      </p:sp>
      <p:sp>
        <p:nvSpPr>
          <p:cNvPr id="4" name="Rectangle 4">
            <a:extLst>
              <a:ext uri="{FF2B5EF4-FFF2-40B4-BE49-F238E27FC236}">
                <a16:creationId xmlns:a16="http://schemas.microsoft.com/office/drawing/2014/main" id="{FAB87A80-4192-8142-FACB-9E94DEA50CFB}"/>
              </a:ext>
            </a:extLst>
          </p:cNvPr>
          <p:cNvSpPr>
            <a:spLocks noGrp="1" noChangeArrowheads="1"/>
          </p:cNvSpPr>
          <p:nvPr>
            <p:ph type="dt" sz="half" idx="10"/>
          </p:nvPr>
        </p:nvSpPr>
        <p:spPr/>
        <p:txBody>
          <a:bodyPr/>
          <a:lstStyle>
            <a:lvl1pPr>
              <a:defRPr/>
            </a:lvl1pPr>
          </a:lstStyle>
          <a:p>
            <a:pPr>
              <a:defRPr/>
            </a:pPr>
            <a:fld id="{5137BD0D-AF44-4EF4-B0BC-3F954D96C8A3}" type="datetime1">
              <a:rPr lang="en-US"/>
              <a:pPr>
                <a:defRPr/>
              </a:pPr>
              <a:t>2/22/2026</a:t>
            </a:fld>
            <a:endParaRPr lang="en-US" altLang="en-US" dirty="0"/>
          </a:p>
        </p:txBody>
      </p:sp>
      <p:sp>
        <p:nvSpPr>
          <p:cNvPr id="5" name="Rectangle 5">
            <a:extLst>
              <a:ext uri="{FF2B5EF4-FFF2-40B4-BE49-F238E27FC236}">
                <a16:creationId xmlns:a16="http://schemas.microsoft.com/office/drawing/2014/main" id="{A5520FF0-6E49-E8B1-5AA9-655096FEA49E}"/>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6" name="Rectangle 6">
            <a:extLst>
              <a:ext uri="{FF2B5EF4-FFF2-40B4-BE49-F238E27FC236}">
                <a16:creationId xmlns:a16="http://schemas.microsoft.com/office/drawing/2014/main" id="{684DCF9C-9A34-7A25-C608-30E5A54D1965}"/>
              </a:ext>
            </a:extLst>
          </p:cNvPr>
          <p:cNvSpPr>
            <a:spLocks noGrp="1" noChangeArrowheads="1"/>
          </p:cNvSpPr>
          <p:nvPr>
            <p:ph type="sldNum" sz="quarter" idx="12"/>
          </p:nvPr>
        </p:nvSpPr>
        <p:spPr/>
        <p:txBody>
          <a:bodyPr/>
          <a:lstStyle>
            <a:lvl1pPr>
              <a:defRPr/>
            </a:lvl1pPr>
          </a:lstStyle>
          <a:p>
            <a:pPr>
              <a:defRPr/>
            </a:pPr>
            <a:fld id="{C03DD644-75EC-49C5-90D2-C43F86D73091}" type="slidenum">
              <a:rPr lang="ar-SA" altLang="en-US"/>
              <a:pPr>
                <a:defRPr/>
              </a:pPr>
              <a:t>‹#›</a:t>
            </a:fld>
            <a:endParaRPr lang="en-US" altLang="en-US" dirty="0"/>
          </a:p>
        </p:txBody>
      </p:sp>
    </p:spTree>
    <p:extLst>
      <p:ext uri="{BB962C8B-B14F-4D97-AF65-F5344CB8AC3E}">
        <p14:creationId xmlns:p14="http://schemas.microsoft.com/office/powerpoint/2010/main" val="1381047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C847593-0BF9-27BC-8C61-0D0C5F934AD1}"/>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sp>
        <p:nvSpPr>
          <p:cNvPr id="1027" name="Title Placeholder 1">
            <a:extLst>
              <a:ext uri="{FF2B5EF4-FFF2-40B4-BE49-F238E27FC236}">
                <a16:creationId xmlns:a16="http://schemas.microsoft.com/office/drawing/2014/main" id="{D8520762-0E95-B850-4504-252E146C90E8}"/>
              </a:ext>
            </a:extLst>
          </p:cNvPr>
          <p:cNvSpPr>
            <a:spLocks noGrp="1" noChangeArrowheads="1"/>
          </p:cNvSpPr>
          <p:nvPr>
            <p:ph type="title"/>
          </p:nvPr>
        </p:nvSpPr>
        <p:spPr bwMode="auto">
          <a:xfrm>
            <a:off x="604838" y="449263"/>
            <a:ext cx="109823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IQ"/>
              <a:t>Click to edit Master title style</a:t>
            </a:r>
          </a:p>
        </p:txBody>
      </p:sp>
      <p:sp>
        <p:nvSpPr>
          <p:cNvPr id="1028" name="Text Placeholder 2">
            <a:extLst>
              <a:ext uri="{FF2B5EF4-FFF2-40B4-BE49-F238E27FC236}">
                <a16:creationId xmlns:a16="http://schemas.microsoft.com/office/drawing/2014/main" id="{D8202F52-B795-A1DA-457D-27684D6A1045}"/>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65D92497-AF06-3C76-347B-B1282EAB3F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CE958742-116C-4423-8DFE-7DC113203CAD}" type="datetimeFigureOut">
              <a:rPr lang="en-US"/>
              <a:pPr>
                <a:defRPr/>
              </a:pPr>
              <a:t>2/22/2026</a:t>
            </a:fld>
            <a:endParaRPr lang="en-US" dirty="0"/>
          </a:p>
        </p:txBody>
      </p:sp>
      <p:sp>
        <p:nvSpPr>
          <p:cNvPr id="5" name="Footer Placeholder 4">
            <a:extLst>
              <a:ext uri="{FF2B5EF4-FFF2-40B4-BE49-F238E27FC236}">
                <a16:creationId xmlns:a16="http://schemas.microsoft.com/office/drawing/2014/main" id="{3A8AD93B-325A-4905-D345-759465E0C1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dirty="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EF656A8E-8D44-5471-5640-D6D41BD853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BC223914-1CE7-419E-ABA3-7DABAEBA6A44}" type="slidenum">
              <a:rPr lang="en-US"/>
              <a:pPr>
                <a:defRPr/>
              </a:pPr>
              <a:t>‹#›</a:t>
            </a:fld>
            <a:endParaRPr lang="en-US" dirty="0"/>
          </a:p>
        </p:txBody>
      </p:sp>
      <p:cxnSp>
        <p:nvCxnSpPr>
          <p:cNvPr id="8" name="Straight Connector 7">
            <a:extLst>
              <a:ext uri="{FF2B5EF4-FFF2-40B4-BE49-F238E27FC236}">
                <a16:creationId xmlns:a16="http://schemas.microsoft.com/office/drawing/2014/main" id="{3E788647-989B-C59B-A2AE-74C4BAB3B732}"/>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Lst>
  <p:txStyles>
    <p:titleStyle>
      <a:lvl1pPr algn="l" rtl="0" fontAlgn="base">
        <a:lnSpc>
          <a:spcPct val="90000"/>
        </a:lnSpc>
        <a:spcBef>
          <a:spcPct val="0"/>
        </a:spcBef>
        <a:spcAft>
          <a:spcPct val="0"/>
        </a:spcAft>
        <a:defRPr lang="en-US" sz="2800" kern="1200">
          <a:solidFill>
            <a:srgbClr val="343539"/>
          </a:solidFill>
          <a:latin typeface="+mj-lt"/>
          <a:ea typeface="+mj-ea"/>
          <a:cs typeface="+mj-cs"/>
        </a:defRPr>
      </a:lvl1pPr>
      <a:lvl2pPr algn="l" rtl="0" fontAlgn="base">
        <a:lnSpc>
          <a:spcPct val="90000"/>
        </a:lnSpc>
        <a:spcBef>
          <a:spcPct val="0"/>
        </a:spcBef>
        <a:spcAft>
          <a:spcPct val="0"/>
        </a:spcAft>
        <a:defRPr sz="2800">
          <a:solidFill>
            <a:srgbClr val="343539"/>
          </a:solidFill>
          <a:latin typeface="Segoe UI Light" panose="020B0502040204020203" pitchFamily="34" charset="0"/>
        </a:defRPr>
      </a:lvl2pPr>
      <a:lvl3pPr algn="l" rtl="0" fontAlgn="base">
        <a:lnSpc>
          <a:spcPct val="90000"/>
        </a:lnSpc>
        <a:spcBef>
          <a:spcPct val="0"/>
        </a:spcBef>
        <a:spcAft>
          <a:spcPct val="0"/>
        </a:spcAft>
        <a:defRPr sz="2800">
          <a:solidFill>
            <a:srgbClr val="343539"/>
          </a:solidFill>
          <a:latin typeface="Segoe UI Light" panose="020B0502040204020203" pitchFamily="34" charset="0"/>
        </a:defRPr>
      </a:lvl3pPr>
      <a:lvl4pPr algn="l" rtl="0" fontAlgn="base">
        <a:lnSpc>
          <a:spcPct val="90000"/>
        </a:lnSpc>
        <a:spcBef>
          <a:spcPct val="0"/>
        </a:spcBef>
        <a:spcAft>
          <a:spcPct val="0"/>
        </a:spcAft>
        <a:defRPr sz="2800">
          <a:solidFill>
            <a:srgbClr val="343539"/>
          </a:solidFill>
          <a:latin typeface="Segoe UI Light" panose="020B0502040204020203" pitchFamily="34" charset="0"/>
        </a:defRPr>
      </a:lvl4pPr>
      <a:lvl5pPr algn="l" rtl="0" fontAlgn="base">
        <a:lnSpc>
          <a:spcPct val="90000"/>
        </a:lnSpc>
        <a:spcBef>
          <a:spcPct val="0"/>
        </a:spcBef>
        <a:spcAft>
          <a:spcPct val="0"/>
        </a:spcAft>
        <a:defRPr sz="2800">
          <a:solidFill>
            <a:srgbClr val="343539"/>
          </a:solidFill>
          <a:latin typeface="Segoe UI Light" panose="020B0502040204020203" pitchFamily="34" charset="0"/>
        </a:defRPr>
      </a:lvl5pPr>
      <a:lvl6pPr marL="457200" algn="l" rtl="0" fontAlgn="base">
        <a:lnSpc>
          <a:spcPct val="90000"/>
        </a:lnSpc>
        <a:spcBef>
          <a:spcPct val="0"/>
        </a:spcBef>
        <a:spcAft>
          <a:spcPct val="0"/>
        </a:spcAft>
        <a:defRPr sz="2800">
          <a:solidFill>
            <a:srgbClr val="343539"/>
          </a:solidFill>
          <a:latin typeface="Segoe UI Light" panose="020B0502040204020203" pitchFamily="34" charset="0"/>
        </a:defRPr>
      </a:lvl6pPr>
      <a:lvl7pPr marL="914400" algn="l" rtl="0" fontAlgn="base">
        <a:lnSpc>
          <a:spcPct val="90000"/>
        </a:lnSpc>
        <a:spcBef>
          <a:spcPct val="0"/>
        </a:spcBef>
        <a:spcAft>
          <a:spcPct val="0"/>
        </a:spcAft>
        <a:defRPr sz="2800">
          <a:solidFill>
            <a:srgbClr val="343539"/>
          </a:solidFill>
          <a:latin typeface="Segoe UI Light" panose="020B0502040204020203" pitchFamily="34" charset="0"/>
        </a:defRPr>
      </a:lvl7pPr>
      <a:lvl8pPr marL="1371600" algn="l" rtl="0" fontAlgn="base">
        <a:lnSpc>
          <a:spcPct val="90000"/>
        </a:lnSpc>
        <a:spcBef>
          <a:spcPct val="0"/>
        </a:spcBef>
        <a:spcAft>
          <a:spcPct val="0"/>
        </a:spcAft>
        <a:defRPr sz="2800">
          <a:solidFill>
            <a:srgbClr val="343539"/>
          </a:solidFill>
          <a:latin typeface="Segoe UI Light" panose="020B0502040204020203" pitchFamily="34" charset="0"/>
        </a:defRPr>
      </a:lvl8pPr>
      <a:lvl9pPr marL="1828800" algn="l" rtl="0" fontAlgn="base">
        <a:lnSpc>
          <a:spcPct val="90000"/>
        </a:lnSpc>
        <a:spcBef>
          <a:spcPct val="0"/>
        </a:spcBef>
        <a:spcAft>
          <a:spcPct val="0"/>
        </a:spcAft>
        <a:defRPr sz="2800">
          <a:solidFill>
            <a:srgbClr val="343539"/>
          </a:solidFill>
          <a:latin typeface="Segoe UI Light" panose="020B0502040204020203"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24FA16-C50D-014B-85CD-7EB1B1F96974}"/>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sp>
        <p:nvSpPr>
          <p:cNvPr id="2051" name="Title Placeholder 1">
            <a:extLst>
              <a:ext uri="{FF2B5EF4-FFF2-40B4-BE49-F238E27FC236}">
                <a16:creationId xmlns:a16="http://schemas.microsoft.com/office/drawing/2014/main" id="{2E6C62E2-F462-ACB3-8ADE-62FD18D18913}"/>
              </a:ext>
            </a:extLst>
          </p:cNvPr>
          <p:cNvSpPr>
            <a:spLocks noGrp="1" noChangeArrowheads="1"/>
          </p:cNvSpPr>
          <p:nvPr>
            <p:ph type="title"/>
          </p:nvPr>
        </p:nvSpPr>
        <p:spPr bwMode="auto">
          <a:xfrm>
            <a:off x="604838" y="449263"/>
            <a:ext cx="109823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IQ"/>
              <a:t>Click to edit Master title style</a:t>
            </a:r>
          </a:p>
        </p:txBody>
      </p:sp>
      <p:sp>
        <p:nvSpPr>
          <p:cNvPr id="2052" name="Text Placeholder 2">
            <a:extLst>
              <a:ext uri="{FF2B5EF4-FFF2-40B4-BE49-F238E27FC236}">
                <a16:creationId xmlns:a16="http://schemas.microsoft.com/office/drawing/2014/main" id="{95EFF431-FA9F-DFE9-F309-5B8EEFE6EB8B}"/>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4BF7CB63-EAC3-E963-A392-7A9719F10E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AB862DAB-028C-4B20-9432-A146E541FDCD}" type="datetimeFigureOut">
              <a:rPr lang="en-US"/>
              <a:pPr>
                <a:defRPr/>
              </a:pPr>
              <a:t>2/22/2026</a:t>
            </a:fld>
            <a:endParaRPr lang="en-US" dirty="0"/>
          </a:p>
        </p:txBody>
      </p:sp>
      <p:sp>
        <p:nvSpPr>
          <p:cNvPr id="5" name="Footer Placeholder 4">
            <a:extLst>
              <a:ext uri="{FF2B5EF4-FFF2-40B4-BE49-F238E27FC236}">
                <a16:creationId xmlns:a16="http://schemas.microsoft.com/office/drawing/2014/main" id="{E6C8E8B3-60E0-2BB6-8D2F-5AC8B2B1D7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dirty="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60BF47DB-0F0D-82CA-8323-9FE9994682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FC89220B-DC2D-42E2-8598-4D85CAA03BBD}" type="slidenum">
              <a:rPr lang="en-US"/>
              <a:pPr>
                <a:defRPr/>
              </a:pPr>
              <a:t>‹#›</a:t>
            </a:fld>
            <a:endParaRPr lang="en-US" dirty="0"/>
          </a:p>
        </p:txBody>
      </p:sp>
      <p:cxnSp>
        <p:nvCxnSpPr>
          <p:cNvPr id="8" name="Straight Connector 7">
            <a:extLst>
              <a:ext uri="{FF2B5EF4-FFF2-40B4-BE49-F238E27FC236}">
                <a16:creationId xmlns:a16="http://schemas.microsoft.com/office/drawing/2014/main" id="{F876D965-3732-AA57-5406-A42409877ADB}"/>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Lst>
  <p:txStyles>
    <p:titleStyle>
      <a:lvl1pPr algn="l" rtl="0" fontAlgn="base">
        <a:lnSpc>
          <a:spcPct val="90000"/>
        </a:lnSpc>
        <a:spcBef>
          <a:spcPct val="0"/>
        </a:spcBef>
        <a:spcAft>
          <a:spcPct val="0"/>
        </a:spcAft>
        <a:defRPr lang="en-US" sz="2800" kern="1200">
          <a:solidFill>
            <a:srgbClr val="373737"/>
          </a:solidFill>
          <a:latin typeface="+mj-lt"/>
          <a:ea typeface="+mj-ea"/>
          <a:cs typeface="+mj-cs"/>
        </a:defRPr>
      </a:lvl1pPr>
      <a:lvl2pPr algn="l" rtl="0" fontAlgn="base">
        <a:lnSpc>
          <a:spcPct val="90000"/>
        </a:lnSpc>
        <a:spcBef>
          <a:spcPct val="0"/>
        </a:spcBef>
        <a:spcAft>
          <a:spcPct val="0"/>
        </a:spcAft>
        <a:defRPr sz="2800">
          <a:solidFill>
            <a:srgbClr val="373737"/>
          </a:solidFill>
          <a:latin typeface="Segoe UI Light" panose="020B0502040204020203" pitchFamily="34" charset="0"/>
        </a:defRPr>
      </a:lvl2pPr>
      <a:lvl3pPr algn="l" rtl="0" fontAlgn="base">
        <a:lnSpc>
          <a:spcPct val="90000"/>
        </a:lnSpc>
        <a:spcBef>
          <a:spcPct val="0"/>
        </a:spcBef>
        <a:spcAft>
          <a:spcPct val="0"/>
        </a:spcAft>
        <a:defRPr sz="2800">
          <a:solidFill>
            <a:srgbClr val="373737"/>
          </a:solidFill>
          <a:latin typeface="Segoe UI Light" panose="020B0502040204020203" pitchFamily="34" charset="0"/>
        </a:defRPr>
      </a:lvl3pPr>
      <a:lvl4pPr algn="l" rtl="0" fontAlgn="base">
        <a:lnSpc>
          <a:spcPct val="90000"/>
        </a:lnSpc>
        <a:spcBef>
          <a:spcPct val="0"/>
        </a:spcBef>
        <a:spcAft>
          <a:spcPct val="0"/>
        </a:spcAft>
        <a:defRPr sz="2800">
          <a:solidFill>
            <a:srgbClr val="373737"/>
          </a:solidFill>
          <a:latin typeface="Segoe UI Light" panose="020B0502040204020203" pitchFamily="34" charset="0"/>
        </a:defRPr>
      </a:lvl4pPr>
      <a:lvl5pPr algn="l" rtl="0" fontAlgn="base">
        <a:lnSpc>
          <a:spcPct val="90000"/>
        </a:lnSpc>
        <a:spcBef>
          <a:spcPct val="0"/>
        </a:spcBef>
        <a:spcAft>
          <a:spcPct val="0"/>
        </a:spcAft>
        <a:defRPr sz="2800">
          <a:solidFill>
            <a:srgbClr val="373737"/>
          </a:solidFill>
          <a:latin typeface="Segoe UI Light" panose="020B0502040204020203" pitchFamily="34" charset="0"/>
        </a:defRPr>
      </a:lvl5pPr>
      <a:lvl6pPr marL="457200" algn="l" rtl="0" fontAlgn="base">
        <a:lnSpc>
          <a:spcPct val="90000"/>
        </a:lnSpc>
        <a:spcBef>
          <a:spcPct val="0"/>
        </a:spcBef>
        <a:spcAft>
          <a:spcPct val="0"/>
        </a:spcAft>
        <a:defRPr sz="2800">
          <a:solidFill>
            <a:srgbClr val="373737"/>
          </a:solidFill>
          <a:latin typeface="Segoe UI Light" panose="020B0502040204020203" pitchFamily="34" charset="0"/>
        </a:defRPr>
      </a:lvl6pPr>
      <a:lvl7pPr marL="914400" algn="l" rtl="0" fontAlgn="base">
        <a:lnSpc>
          <a:spcPct val="90000"/>
        </a:lnSpc>
        <a:spcBef>
          <a:spcPct val="0"/>
        </a:spcBef>
        <a:spcAft>
          <a:spcPct val="0"/>
        </a:spcAft>
        <a:defRPr sz="2800">
          <a:solidFill>
            <a:srgbClr val="373737"/>
          </a:solidFill>
          <a:latin typeface="Segoe UI Light" panose="020B0502040204020203" pitchFamily="34" charset="0"/>
        </a:defRPr>
      </a:lvl7pPr>
      <a:lvl8pPr marL="1371600" algn="l" rtl="0" fontAlgn="base">
        <a:lnSpc>
          <a:spcPct val="90000"/>
        </a:lnSpc>
        <a:spcBef>
          <a:spcPct val="0"/>
        </a:spcBef>
        <a:spcAft>
          <a:spcPct val="0"/>
        </a:spcAft>
        <a:defRPr sz="2800">
          <a:solidFill>
            <a:srgbClr val="373737"/>
          </a:solidFill>
          <a:latin typeface="Segoe UI Light" panose="020B0502040204020203" pitchFamily="34" charset="0"/>
        </a:defRPr>
      </a:lvl8pPr>
      <a:lvl9pPr marL="1828800" algn="l" rtl="0" fontAlgn="base">
        <a:lnSpc>
          <a:spcPct val="90000"/>
        </a:lnSpc>
        <a:spcBef>
          <a:spcPct val="0"/>
        </a:spcBef>
        <a:spcAft>
          <a:spcPct val="0"/>
        </a:spcAft>
        <a:defRPr sz="2800">
          <a:solidFill>
            <a:srgbClr val="373737"/>
          </a:solidFill>
          <a:latin typeface="Segoe UI Light" panose="020B0502040204020203"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091CAB34-1334-BD59-08A2-4FF8AAD80E8F}"/>
              </a:ext>
            </a:extLst>
          </p:cNvPr>
          <p:cNvSpPr/>
          <p:nvPr/>
        </p:nvSpPr>
        <p:spPr>
          <a:xfrm>
            <a:off x="249238" y="250825"/>
            <a:ext cx="11679237" cy="637222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24579" name="Title 1">
            <a:extLst>
              <a:ext uri="{FF2B5EF4-FFF2-40B4-BE49-F238E27FC236}">
                <a16:creationId xmlns:a16="http://schemas.microsoft.com/office/drawing/2014/main" id="{49FD7771-E099-3EAF-9BCB-73A79236D08A}"/>
              </a:ext>
            </a:extLst>
          </p:cNvPr>
          <p:cNvSpPr>
            <a:spLocks noGrp="1" noChangeArrowheads="1"/>
          </p:cNvSpPr>
          <p:nvPr>
            <p:ph type="ctrTitle"/>
          </p:nvPr>
        </p:nvSpPr>
        <p:spPr/>
        <p:txBody>
          <a:bodyPr anchor="ctr"/>
          <a:lstStyle/>
          <a:p>
            <a:r>
              <a:rPr altLang="ar-IQ"/>
              <a:t>DDST Denver Developmental    Screening Test</a:t>
            </a:r>
            <a:endParaRPr altLang="ar-IQ" sz="1800">
              <a:latin typeface="Segoe UI Semibold" panose="020B0702040204020203" pitchFamily="34" charset="0"/>
              <a:cs typeface="Segoe UI Semibold" panose="020B0702040204020203" pitchFamily="34" charset="0"/>
            </a:endParaRPr>
          </a:p>
        </p:txBody>
      </p:sp>
      <p:sp>
        <p:nvSpPr>
          <p:cNvPr id="2" name="عنوان فرعي 1">
            <a:extLst>
              <a:ext uri="{FF2B5EF4-FFF2-40B4-BE49-F238E27FC236}">
                <a16:creationId xmlns:a16="http://schemas.microsoft.com/office/drawing/2014/main" id="{AB858243-7456-3CC9-C691-A4C411CD8E06}"/>
              </a:ext>
            </a:extLst>
          </p:cNvPr>
          <p:cNvSpPr>
            <a:spLocks noGrp="1"/>
          </p:cNvSpPr>
          <p:nvPr>
            <p:ph type="subTitle" idx="1"/>
          </p:nvPr>
        </p:nvSpPr>
        <p:spPr>
          <a:xfrm>
            <a:off x="1524000" y="3127375"/>
            <a:ext cx="9144000" cy="1289050"/>
          </a:xfrm>
        </p:spPr>
        <p:txBody>
          <a:bodyPr/>
          <a:lstStyle/>
          <a:p>
            <a:pPr fontAlgn="auto">
              <a:spcAft>
                <a:spcPts val="0"/>
              </a:spcAft>
              <a:defRPr/>
            </a:pPr>
            <a:r>
              <a:t>Part 3 : Development Measurements</a:t>
            </a:r>
            <a:endParaRPr lang="ar-IQ"/>
          </a:p>
        </p:txBody>
      </p:sp>
      <p:pic>
        <p:nvPicPr>
          <p:cNvPr id="172036" name="Grid" descr="grid plane">
            <a:extLst>
              <a:ext uri="{FF2B5EF4-FFF2-40B4-BE49-F238E27FC236}">
                <a16:creationId xmlns:a16="http://schemas.microsoft.com/office/drawing/2014/main" id="{BCFAA543-8EDA-0642-F694-BE4305CA4402}"/>
              </a:ext>
            </a:extLst>
          </p:cNvPr>
          <p:cNvPicPr>
            <a:picLocks noChangeAspect="1" noChangeArrowheads="1"/>
          </p:cNvPicPr>
          <p:nvPr/>
        </p:nvPicPr>
        <p:blipFill>
          <a:blip r:embed="rId3">
            <a:duotone>
              <a:schemeClr val="accent4">
                <a:shade val="45000"/>
                <a:satMod val="135000"/>
              </a:schemeClr>
              <a:prstClr val="white"/>
            </a:duotone>
          </a:blip>
          <a:srcRect t="-307" r="-943" b="64944"/>
          <a:stretch>
            <a:fillRect/>
          </a:stretch>
        </p:blipFill>
        <p:spPr bwMode="auto">
          <a:xfrm>
            <a:off x="407988" y="5591175"/>
            <a:ext cx="11520487" cy="1031875"/>
          </a:xfrm>
          <a:prstGeom prst="rect">
            <a:avLst/>
          </a:prstGeom>
          <a:noFill/>
          <a:ln>
            <a:noFill/>
          </a:ln>
        </p:spPr>
      </p:pic>
      <p:sp>
        <p:nvSpPr>
          <p:cNvPr id="24582" name="Subtitle 2">
            <a:extLst>
              <a:ext uri="{FF2B5EF4-FFF2-40B4-BE49-F238E27FC236}">
                <a16:creationId xmlns:a16="http://schemas.microsoft.com/office/drawing/2014/main" id="{24C7A87B-20D2-31B2-734B-1B3E5560A63C}"/>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171450" defTabSz="5143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171450" defTabSz="51435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171450" defTabSz="51435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171450" defTabSz="51435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171450" algn="l" defTabSz="514350"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171450" algn="l" defTabSz="514350"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171450" algn="l" defTabSz="514350"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171450" algn="l" defTabSz="514350"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Light" panose="020B0502040204020203" pitchFamily="34" charset="0"/>
                <a:cs typeface="Segoe UI Light" panose="020B0502040204020203" pitchFamily="34" charset="0"/>
              </a:rPr>
              <a:t>Growth and Developments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7E7C8E0C-2AA5-EF02-1A32-FBB28C60EE2F}"/>
              </a:ext>
            </a:extLst>
          </p:cNvPr>
          <p:cNvSpPr>
            <a:spLocks noGrp="1" noChangeArrowheads="1"/>
          </p:cNvSpPr>
          <p:nvPr>
            <p:ph idx="1"/>
          </p:nvPr>
        </p:nvSpPr>
        <p:spPr>
          <a:xfrm>
            <a:off x="604838" y="1604963"/>
            <a:ext cx="10982325" cy="4572000"/>
          </a:xfrm>
        </p:spPr>
        <p:txBody>
          <a:bodyPr/>
          <a:lstStyle/>
          <a:p>
            <a:r>
              <a:rPr lang="en-US" altLang="ar-IQ" sz="2400"/>
              <a:t>Evaluates development for children 0-6 in four areas</a:t>
            </a:r>
          </a:p>
          <a:p>
            <a:pPr lvl="1"/>
            <a:r>
              <a:rPr lang="en-US" altLang="ar-IQ" sz="2400"/>
              <a:t>Personal-social</a:t>
            </a:r>
          </a:p>
          <a:p>
            <a:pPr lvl="1"/>
            <a:r>
              <a:rPr lang="en-US" altLang="ar-IQ" sz="2400"/>
              <a:t>Fine-motor</a:t>
            </a:r>
          </a:p>
          <a:p>
            <a:pPr lvl="1"/>
            <a:r>
              <a:rPr lang="en-US" altLang="ar-IQ" sz="2400"/>
              <a:t>Language</a:t>
            </a:r>
          </a:p>
          <a:p>
            <a:pPr lvl="1"/>
            <a:r>
              <a:rPr lang="en-US" altLang="ar-IQ" sz="2400"/>
              <a:t>Gross motor</a:t>
            </a:r>
          </a:p>
          <a:p>
            <a:pPr lvl="1">
              <a:buFontTx/>
              <a:buNone/>
            </a:pPr>
            <a:endParaRPr lang="en-US" altLang="ar-IQ" sz="1800"/>
          </a:p>
          <a:p>
            <a:r>
              <a:rPr lang="en-US" altLang="ar-IQ" sz="2800"/>
              <a:t>Child’s mood must be typical for results to be valid (results may be altered  if child is not feeling well, sedated)</a:t>
            </a:r>
          </a:p>
          <a:p>
            <a:pPr>
              <a:buFont typeface="Wingdings" panose="05000000000000000000" pitchFamily="2" charset="2"/>
              <a:buNone/>
            </a:pPr>
            <a:endParaRPr lang="en-US" altLang="ar-IQ" sz="2800"/>
          </a:p>
        </p:txBody>
      </p:sp>
      <p:sp>
        <p:nvSpPr>
          <p:cNvPr id="26627" name="Rectangle 2">
            <a:extLst>
              <a:ext uri="{FF2B5EF4-FFF2-40B4-BE49-F238E27FC236}">
                <a16:creationId xmlns:a16="http://schemas.microsoft.com/office/drawing/2014/main" id="{D7971CEF-D12B-A0A3-43D8-8A6216C98CA0}"/>
              </a:ext>
            </a:extLst>
          </p:cNvPr>
          <p:cNvSpPr>
            <a:spLocks noGrp="1" noChangeArrowheads="1"/>
          </p:cNvSpPr>
          <p:nvPr>
            <p:ph type="title"/>
          </p:nvPr>
        </p:nvSpPr>
        <p:spPr/>
        <p:txBody>
          <a:bodyPr/>
          <a:lstStyle/>
          <a:p>
            <a:r>
              <a:rPr altLang="ar-IQ"/>
              <a:t>Denver Developmental Screening Test (DDST-II)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9" name="Rectangle 3">
            <a:extLst>
              <a:ext uri="{FF2B5EF4-FFF2-40B4-BE49-F238E27FC236}">
                <a16:creationId xmlns:a16="http://schemas.microsoft.com/office/drawing/2014/main" id="{85D3E9B5-8F26-A01F-5D63-81D126DF2C8D}"/>
              </a:ext>
            </a:extLst>
          </p:cNvPr>
          <p:cNvSpPr>
            <a:spLocks noGrp="1" noChangeArrowheads="1"/>
          </p:cNvSpPr>
          <p:nvPr>
            <p:ph idx="1"/>
          </p:nvPr>
        </p:nvSpPr>
        <p:spPr>
          <a:xfrm>
            <a:off x="304800" y="1524000"/>
            <a:ext cx="11658600" cy="5105400"/>
          </a:xfrm>
          <a:solidFill>
            <a:srgbClr val="F5F5F5"/>
          </a:solidFill>
        </p:spPr>
        <p:txBody>
          <a:bodyPr rtlCol="0">
            <a:normAutofit/>
          </a:bodyPr>
          <a:lstStyle/>
          <a:p>
            <a:pPr marL="1090613" indent="-571500" fontAlgn="auto">
              <a:lnSpc>
                <a:spcPct val="150000"/>
              </a:lnSpc>
              <a:buClr>
                <a:schemeClr val="accent6">
                  <a:lumMod val="75000"/>
                </a:schemeClr>
              </a:buClr>
              <a:buSzPct val="100000"/>
              <a:buFont typeface="Wingdings 2" panose="05020102010507070707" pitchFamily="18" charset="2"/>
              <a:buChar char=""/>
              <a:defRPr/>
            </a:pPr>
            <a:r>
              <a:rPr lang="en-US" altLang="en-US" sz="2800" dirty="0">
                <a:solidFill>
                  <a:srgbClr val="3F3F3F"/>
                </a:solidFill>
                <a:cs typeface="Segoe UI Semibold" panose="020B0702040204020203" pitchFamily="34" charset="0"/>
              </a:rPr>
              <a:t>The goals of DDST- II were to create standardized test in an easy, quick and simple to administer and interpret the test result according to the strength and weaknesses of the child. It is use to provide an early intervention to a child. </a:t>
            </a:r>
          </a:p>
        </p:txBody>
      </p:sp>
      <p:sp>
        <p:nvSpPr>
          <p:cNvPr id="5" name="مربع نص 4">
            <a:extLst>
              <a:ext uri="{FF2B5EF4-FFF2-40B4-BE49-F238E27FC236}">
                <a16:creationId xmlns:a16="http://schemas.microsoft.com/office/drawing/2014/main" id="{2CE85445-E2AA-8011-3A48-B21596E07782}"/>
              </a:ext>
            </a:extLst>
          </p:cNvPr>
          <p:cNvSpPr txBox="1"/>
          <p:nvPr/>
        </p:nvSpPr>
        <p:spPr>
          <a:xfrm>
            <a:off x="533400" y="533400"/>
            <a:ext cx="6092825" cy="590550"/>
          </a:xfrm>
          <a:prstGeom prst="rect">
            <a:avLst/>
          </a:prstGeom>
          <a:noFill/>
        </p:spPr>
        <p:txBody>
          <a:bodyPr>
            <a:spAutoFit/>
          </a:bodyPr>
          <a:lstStyle/>
          <a:p>
            <a:pPr eaLnBrk="1" hangingPunct="1">
              <a:lnSpc>
                <a:spcPct val="90000"/>
              </a:lnSpc>
              <a:defRPr/>
            </a:pPr>
            <a:r>
              <a:rPr lang="en-US" altLang="en-US" sz="3600" dirty="0">
                <a:solidFill>
                  <a:schemeClr val="bg2">
                    <a:lumMod val="25000"/>
                  </a:schemeClr>
                </a:solidFill>
                <a:latin typeface="+mj-lt"/>
                <a:ea typeface="+mj-ea"/>
                <a:cs typeface="+mj-cs"/>
              </a:rPr>
              <a:t>The goals of DDST- II </a:t>
            </a:r>
            <a:endParaRPr lang="ar-IQ" sz="3600" dirty="0">
              <a:solidFill>
                <a:schemeClr val="bg2">
                  <a:lumMod val="25000"/>
                </a:schemeClr>
              </a:solidFill>
              <a:latin typeface="+mj-lt"/>
              <a:ea typeface="+mj-ea"/>
              <a:cs typeface="+mj-cs"/>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9" name="Rectangle 3">
            <a:extLst>
              <a:ext uri="{FF2B5EF4-FFF2-40B4-BE49-F238E27FC236}">
                <a16:creationId xmlns:a16="http://schemas.microsoft.com/office/drawing/2014/main" id="{3A1019C7-F772-4E17-82D2-43FA899932CB}"/>
              </a:ext>
            </a:extLst>
          </p:cNvPr>
          <p:cNvSpPr>
            <a:spLocks noGrp="1" noChangeArrowheads="1"/>
          </p:cNvSpPr>
          <p:nvPr>
            <p:ph idx="1"/>
          </p:nvPr>
        </p:nvSpPr>
        <p:spPr>
          <a:xfrm>
            <a:off x="304800" y="1371600"/>
            <a:ext cx="11658600" cy="5257800"/>
          </a:xfrm>
          <a:solidFill>
            <a:srgbClr val="F5F5F5"/>
          </a:solidFill>
        </p:spPr>
        <p:txBody>
          <a:bodyPr rtlCol="0">
            <a:normAutofit fontScale="92500"/>
          </a:bodyPr>
          <a:lstStyle/>
          <a:p>
            <a:pPr marL="1090613" indent="-571500" fontAlgn="auto">
              <a:lnSpc>
                <a:spcPct val="150000"/>
              </a:lnSpc>
              <a:buClr>
                <a:schemeClr val="accent6">
                  <a:lumMod val="75000"/>
                </a:schemeClr>
              </a:buClr>
              <a:buSzPct val="100000"/>
              <a:buFont typeface="Wingdings 2" panose="05020102010507070707" pitchFamily="18" charset="2"/>
              <a:buChar char=""/>
              <a:defRPr/>
            </a:pPr>
            <a:r>
              <a:rPr lang="en-US" altLang="en-US" sz="3000" dirty="0">
                <a:solidFill>
                  <a:srgbClr val="3F3F3F"/>
                </a:solidFill>
                <a:cs typeface="Segoe UI Semibold" panose="020B0702040204020203" pitchFamily="34" charset="0"/>
              </a:rPr>
              <a:t>The purpose of DDST – II depend on the age of the child.</a:t>
            </a:r>
          </a:p>
          <a:p>
            <a:pPr marL="514350" indent="-514350" algn="just" fontAlgn="auto">
              <a:lnSpc>
                <a:spcPct val="200000"/>
              </a:lnSpc>
              <a:buFont typeface="+mj-lt"/>
              <a:buAutoNum type="arabicPeriod"/>
              <a:defRPr/>
            </a:pPr>
            <a:r>
              <a:rPr lang="en-US" altLang="en-US" sz="3400" dirty="0">
                <a:solidFill>
                  <a:schemeClr val="accent6">
                    <a:lumMod val="75000"/>
                  </a:schemeClr>
                </a:solidFill>
                <a:latin typeface="Segoe UI Semibold" panose="020B0702040204020203" pitchFamily="34" charset="0"/>
                <a:cs typeface="Segoe UI Semibold" panose="020B0702040204020203" pitchFamily="34" charset="0"/>
              </a:rPr>
              <a:t>Newborn child </a:t>
            </a:r>
            <a:r>
              <a:rPr lang="en-US" altLang="en-US" sz="2400" dirty="0">
                <a:solidFill>
                  <a:srgbClr val="002060"/>
                </a:solidFill>
              </a:rPr>
              <a:t>– to detect if there is a neurological problem like cerebral palsy.</a:t>
            </a:r>
          </a:p>
          <a:p>
            <a:pPr marL="514350" indent="-514350" algn="just" fontAlgn="auto">
              <a:lnSpc>
                <a:spcPct val="200000"/>
              </a:lnSpc>
              <a:buFont typeface="+mj-lt"/>
              <a:buAutoNum type="arabicPeriod"/>
              <a:defRPr/>
            </a:pPr>
            <a:r>
              <a:rPr lang="en-US" altLang="en-US" sz="3400" dirty="0">
                <a:solidFill>
                  <a:schemeClr val="accent6">
                    <a:lumMod val="75000"/>
                  </a:schemeClr>
                </a:solidFill>
                <a:latin typeface="Segoe UI Semibold" panose="020B0702040204020203" pitchFamily="34" charset="0"/>
                <a:cs typeface="Segoe UI Semibold" panose="020B0702040204020203" pitchFamily="34" charset="0"/>
              </a:rPr>
              <a:t>Infants</a:t>
            </a:r>
            <a:r>
              <a:rPr lang="en-US" altLang="en-US" sz="2400" dirty="0">
                <a:solidFill>
                  <a:srgbClr val="002060"/>
                </a:solidFill>
              </a:rPr>
              <a:t> – to identify nature of the possible problems for the early intervention.</a:t>
            </a:r>
          </a:p>
          <a:p>
            <a:pPr marL="514350" indent="-514350" algn="just" fontAlgn="auto">
              <a:lnSpc>
                <a:spcPct val="200000"/>
              </a:lnSpc>
              <a:buFont typeface="+mj-lt"/>
              <a:buAutoNum type="arabicPeriod"/>
              <a:defRPr/>
            </a:pPr>
            <a:r>
              <a:rPr lang="en-US" altLang="en-US" sz="3400" dirty="0">
                <a:solidFill>
                  <a:schemeClr val="accent6">
                    <a:lumMod val="75000"/>
                  </a:schemeClr>
                </a:solidFill>
                <a:latin typeface="Segoe UI Semibold" panose="020B0702040204020203" pitchFamily="34" charset="0"/>
                <a:cs typeface="Segoe UI Semibold" panose="020B0702040204020203" pitchFamily="34" charset="0"/>
              </a:rPr>
              <a:t>Children </a:t>
            </a:r>
            <a:r>
              <a:rPr lang="en-US" altLang="en-US" sz="2400" dirty="0">
                <a:solidFill>
                  <a:srgbClr val="002060"/>
                </a:solidFill>
              </a:rPr>
              <a:t>– to delineate academic and social problems in order to give an early intervention</a:t>
            </a:r>
          </a:p>
        </p:txBody>
      </p:sp>
      <p:sp>
        <p:nvSpPr>
          <p:cNvPr id="3" name="مربع نص 2">
            <a:extLst>
              <a:ext uri="{FF2B5EF4-FFF2-40B4-BE49-F238E27FC236}">
                <a16:creationId xmlns:a16="http://schemas.microsoft.com/office/drawing/2014/main" id="{BC9CFAF1-084F-D715-1902-DFCE188DDA3E}"/>
              </a:ext>
            </a:extLst>
          </p:cNvPr>
          <p:cNvSpPr txBox="1"/>
          <p:nvPr/>
        </p:nvSpPr>
        <p:spPr>
          <a:xfrm>
            <a:off x="457200" y="457200"/>
            <a:ext cx="9525000" cy="646113"/>
          </a:xfrm>
          <a:prstGeom prst="rect">
            <a:avLst/>
          </a:prstGeom>
          <a:noFill/>
        </p:spPr>
        <p:txBody>
          <a:bodyPr>
            <a:spAutoFit/>
          </a:bodyPr>
          <a:lstStyle/>
          <a:p>
            <a:pPr eaLnBrk="1" hangingPunct="1">
              <a:lnSpc>
                <a:spcPct val="90000"/>
              </a:lnSpc>
              <a:defRPr/>
            </a:pPr>
            <a:r>
              <a:rPr lang="en-US" altLang="en-US" sz="4000" dirty="0">
                <a:solidFill>
                  <a:schemeClr val="bg2">
                    <a:lumMod val="25000"/>
                  </a:schemeClr>
                </a:solidFill>
                <a:latin typeface="+mj-lt"/>
                <a:ea typeface="+mj-ea"/>
                <a:cs typeface="+mj-cs"/>
              </a:rPr>
              <a:t>The goals of DDST- II </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a:extLst>
              <a:ext uri="{FF2B5EF4-FFF2-40B4-BE49-F238E27FC236}">
                <a16:creationId xmlns:a16="http://schemas.microsoft.com/office/drawing/2014/main" id="{66D9E7C4-9B79-95AA-646B-DCBA26F1D6A2}"/>
              </a:ext>
            </a:extLst>
          </p:cNvPr>
          <p:cNvSpPr>
            <a:spLocks noGrp="1" noChangeArrowheads="1"/>
          </p:cNvSpPr>
          <p:nvPr>
            <p:ph idx="1"/>
          </p:nvPr>
        </p:nvSpPr>
        <p:spPr>
          <a:xfrm>
            <a:off x="604838" y="1604963"/>
            <a:ext cx="10982325" cy="4572000"/>
          </a:xfrm>
        </p:spPr>
        <p:txBody>
          <a:bodyPr rtlCol="0">
            <a:normAutofit/>
          </a:bodyPr>
          <a:lstStyle/>
          <a:p>
            <a:pPr marL="1090613" indent="-571500" fontAlgn="auto">
              <a:lnSpc>
                <a:spcPct val="150000"/>
              </a:lnSpc>
              <a:buClr>
                <a:schemeClr val="accent6">
                  <a:lumMod val="75000"/>
                </a:schemeClr>
              </a:buClr>
              <a:buSzPct val="100000"/>
              <a:buFont typeface="Wingdings 2" panose="05020102010507070707" pitchFamily="18" charset="2"/>
              <a:buChar char=""/>
              <a:defRPr/>
            </a:pPr>
            <a:r>
              <a:rPr lang="en-US" sz="2800" dirty="0">
                <a:solidFill>
                  <a:srgbClr val="3F3F3F"/>
                </a:solidFill>
                <a:cs typeface="Segoe UI Semibold" panose="020B0702040204020203" pitchFamily="34" charset="0"/>
              </a:rPr>
              <a:t>Provides a clinical impression on child’s overall development</a:t>
            </a:r>
          </a:p>
          <a:p>
            <a:pPr marL="1090613" indent="-571500" fontAlgn="auto">
              <a:lnSpc>
                <a:spcPct val="150000"/>
              </a:lnSpc>
              <a:buClr>
                <a:schemeClr val="accent6">
                  <a:lumMod val="75000"/>
                </a:schemeClr>
              </a:buClr>
              <a:buSzPct val="100000"/>
              <a:buFont typeface="Wingdings 2" panose="05020102010507070707" pitchFamily="18" charset="2"/>
              <a:buChar char=""/>
              <a:defRPr/>
            </a:pPr>
            <a:r>
              <a:rPr lang="en-US" sz="2800" dirty="0">
                <a:solidFill>
                  <a:srgbClr val="3F3F3F"/>
                </a:solidFill>
                <a:cs typeface="Segoe UI Semibold" panose="020B0702040204020203" pitchFamily="34" charset="0"/>
              </a:rPr>
              <a:t>Not a predictor of future development, not an IQ test</a:t>
            </a:r>
          </a:p>
          <a:p>
            <a:pPr marL="1090613" indent="-571500" fontAlgn="auto">
              <a:lnSpc>
                <a:spcPct val="150000"/>
              </a:lnSpc>
              <a:buClr>
                <a:schemeClr val="accent6">
                  <a:lumMod val="75000"/>
                </a:schemeClr>
              </a:buClr>
              <a:buSzPct val="100000"/>
              <a:buFont typeface="Wingdings 2" panose="05020102010507070707" pitchFamily="18" charset="2"/>
              <a:buChar char=""/>
              <a:defRPr/>
            </a:pPr>
            <a:r>
              <a:rPr lang="en-US" sz="2800" dirty="0">
                <a:solidFill>
                  <a:srgbClr val="3F3F3F"/>
                </a:solidFill>
                <a:cs typeface="Segoe UI Semibold" panose="020B0702040204020203" pitchFamily="34" charset="0"/>
              </a:rPr>
              <a:t>Used for noting problems, monitoring, and to base a referral for additional developmental testing</a:t>
            </a:r>
          </a:p>
          <a:p>
            <a:pPr fontAlgn="auto">
              <a:buFont typeface="Wingdings" panose="05000000000000000000" pitchFamily="2" charset="2"/>
              <a:buNone/>
              <a:defRPr/>
            </a:pPr>
            <a:endParaRPr lang="en-US" dirty="0"/>
          </a:p>
        </p:txBody>
      </p:sp>
      <p:sp>
        <p:nvSpPr>
          <p:cNvPr id="29699" name="Rectangle 2">
            <a:extLst>
              <a:ext uri="{FF2B5EF4-FFF2-40B4-BE49-F238E27FC236}">
                <a16:creationId xmlns:a16="http://schemas.microsoft.com/office/drawing/2014/main" id="{A4D8C9E0-A561-7808-6D90-EE15C9A85675}"/>
              </a:ext>
            </a:extLst>
          </p:cNvPr>
          <p:cNvSpPr>
            <a:spLocks noGrp="1" noChangeArrowheads="1"/>
          </p:cNvSpPr>
          <p:nvPr>
            <p:ph type="title"/>
          </p:nvPr>
        </p:nvSpPr>
        <p:spPr/>
        <p:txBody>
          <a:bodyPr/>
          <a:lstStyle/>
          <a:p>
            <a:r>
              <a:rPr altLang="ar-IQ" sz="3200"/>
              <a:t>Denver Developmental Screening Test (DDST-II)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عنصر نائب للمحتوى 4">
            <a:extLst>
              <a:ext uri="{FF2B5EF4-FFF2-40B4-BE49-F238E27FC236}">
                <a16:creationId xmlns:a16="http://schemas.microsoft.com/office/drawing/2014/main" id="{AEEEE11E-EE8C-9268-63ED-038B208C13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 y="228600"/>
            <a:ext cx="11734800" cy="64008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CE7A0140-0967-23FF-09B7-58CA4E909684}"/>
              </a:ext>
            </a:extLst>
          </p:cNvPr>
          <p:cNvSpPr>
            <a:spLocks noGrp="1" noChangeArrowheads="1"/>
          </p:cNvSpPr>
          <p:nvPr>
            <p:ph idx="1"/>
          </p:nvPr>
        </p:nvSpPr>
        <p:spPr>
          <a:xfrm>
            <a:off x="228600" y="1066800"/>
            <a:ext cx="11582400" cy="5791200"/>
          </a:xfrm>
        </p:spPr>
        <p:txBody>
          <a:bodyPr rtlCol="0">
            <a:normAutofit/>
          </a:bodyPr>
          <a:lstStyle/>
          <a:p>
            <a:pPr marL="1090613" indent="-571500" fontAlgn="auto">
              <a:lnSpc>
                <a:spcPct val="160000"/>
              </a:lnSpc>
              <a:buClr>
                <a:schemeClr val="accent6">
                  <a:lumMod val="75000"/>
                </a:schemeClr>
              </a:buClr>
              <a:buSzPct val="100000"/>
              <a:buFont typeface="Wingdings 2" panose="05020102010507070707" pitchFamily="18" charset="2"/>
              <a:buChar char=""/>
              <a:defRPr/>
            </a:pPr>
            <a:r>
              <a:rPr lang="en-US" altLang="en-US" sz="3000" dirty="0">
                <a:solidFill>
                  <a:srgbClr val="3F3F3F"/>
                </a:solidFill>
                <a:cs typeface="Segoe UI Semibold" panose="020B0702040204020203" pitchFamily="34" charset="0"/>
              </a:rPr>
              <a:t>It can be administer in a busy setting, day care center with or without parents with the present of the teachers, caregivers or who are very familiar to a child. Parents will be asked later if there is some information need for the assessment.</a:t>
            </a:r>
            <a:endParaRPr lang="en-US" altLang="en-US" sz="1800" b="1" dirty="0"/>
          </a:p>
        </p:txBody>
      </p:sp>
      <p:sp>
        <p:nvSpPr>
          <p:cNvPr id="31747" name="Rectangle 2">
            <a:extLst>
              <a:ext uri="{FF2B5EF4-FFF2-40B4-BE49-F238E27FC236}">
                <a16:creationId xmlns:a16="http://schemas.microsoft.com/office/drawing/2014/main" id="{980E50F8-A5D3-8AF9-6C3F-0D86B5019BB1}"/>
              </a:ext>
            </a:extLst>
          </p:cNvPr>
          <p:cNvSpPr>
            <a:spLocks noGrp="1" noChangeArrowheads="1"/>
          </p:cNvSpPr>
          <p:nvPr>
            <p:ph type="title"/>
          </p:nvPr>
        </p:nvSpPr>
        <p:spPr>
          <a:xfrm>
            <a:off x="685800" y="228600"/>
            <a:ext cx="9536113" cy="990600"/>
          </a:xfrm>
        </p:spPr>
        <p:txBody>
          <a:bodyPr/>
          <a:lstStyle/>
          <a:p>
            <a:r>
              <a:rPr altLang="en-US" sz="3600"/>
              <a:t>How to administer the DDST-II</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275584E6-AFDE-8326-47DF-B7244931003E}"/>
              </a:ext>
            </a:extLst>
          </p:cNvPr>
          <p:cNvSpPr>
            <a:spLocks noGrp="1" noChangeArrowheads="1"/>
          </p:cNvSpPr>
          <p:nvPr>
            <p:ph idx="1"/>
          </p:nvPr>
        </p:nvSpPr>
        <p:spPr>
          <a:xfrm>
            <a:off x="228600" y="1219200"/>
            <a:ext cx="11582400" cy="5257800"/>
          </a:xfrm>
        </p:spPr>
        <p:txBody>
          <a:bodyPr rtlCol="0">
            <a:normAutofit fontScale="62500" lnSpcReduction="20000"/>
          </a:bodyPr>
          <a:lstStyle/>
          <a:p>
            <a:pPr marL="609600" indent="-609600" fontAlgn="auto">
              <a:lnSpc>
                <a:spcPct val="150000"/>
              </a:lnSpc>
              <a:defRPr/>
            </a:pPr>
            <a:r>
              <a:rPr lang="en-US" altLang="en-US" sz="3200" b="1" dirty="0">
                <a:solidFill>
                  <a:schemeClr val="accent4"/>
                </a:solidFill>
              </a:rPr>
              <a:t>It is designed to the children between birth and 6 years old.</a:t>
            </a:r>
          </a:p>
          <a:p>
            <a:pPr marL="1090613" indent="-571500" fontAlgn="auto">
              <a:lnSpc>
                <a:spcPct val="160000"/>
              </a:lnSpc>
              <a:buClr>
                <a:schemeClr val="accent6">
                  <a:lumMod val="75000"/>
                </a:schemeClr>
              </a:buClr>
              <a:buSzPct val="100000"/>
              <a:buFont typeface="Wingdings 2" panose="05020102010507070707" pitchFamily="18" charset="2"/>
              <a:buChar char=""/>
              <a:defRPr/>
            </a:pPr>
            <a:r>
              <a:rPr lang="en-US" altLang="en-US" sz="3000" dirty="0">
                <a:solidFill>
                  <a:srgbClr val="3F3F3F"/>
                </a:solidFill>
                <a:cs typeface="Segoe UI Semibold" panose="020B0702040204020203" pitchFamily="34" charset="0"/>
              </a:rPr>
              <a:t>It can be administer by anyone who is close to the child and can follow the direction of the DDST-II. But mostly the paraprofessional and the professional using this instrument .</a:t>
            </a:r>
          </a:p>
          <a:p>
            <a:pPr marL="1033463" indent="-514350" fontAlgn="auto">
              <a:lnSpc>
                <a:spcPct val="160000"/>
              </a:lnSpc>
              <a:buClr>
                <a:schemeClr val="accent6">
                  <a:lumMod val="75000"/>
                </a:schemeClr>
              </a:buClr>
              <a:buSzPct val="100000"/>
              <a:buFont typeface="+mj-lt"/>
              <a:buAutoNum type="alphaUcPeriod"/>
              <a:defRPr/>
            </a:pPr>
            <a:r>
              <a:rPr lang="en-US" altLang="en-US" sz="3800" dirty="0">
                <a:solidFill>
                  <a:schemeClr val="accent6">
                    <a:lumMod val="75000"/>
                  </a:schemeClr>
                </a:solidFill>
                <a:latin typeface="Segoe UI Semibold" panose="020B0702040204020203" pitchFamily="34" charset="0"/>
                <a:cs typeface="Segoe UI Semibold" panose="020B0702040204020203" pitchFamily="34" charset="0"/>
              </a:rPr>
              <a:t>Personal – Social</a:t>
            </a:r>
            <a:r>
              <a:rPr lang="en-US" altLang="en-US" sz="3000" dirty="0">
                <a:solidFill>
                  <a:srgbClr val="3F3F3F"/>
                </a:solidFill>
                <a:cs typeface="Segoe UI Semibold" panose="020B0702040204020203" pitchFamily="34" charset="0"/>
              </a:rPr>
              <a:t>; getting along with his or her mother going to the river caring his or her towel.</a:t>
            </a:r>
          </a:p>
          <a:p>
            <a:pPr marL="1033463" indent="-514350" fontAlgn="auto">
              <a:lnSpc>
                <a:spcPct val="160000"/>
              </a:lnSpc>
              <a:buClr>
                <a:schemeClr val="accent6">
                  <a:lumMod val="75000"/>
                </a:schemeClr>
              </a:buClr>
              <a:buSzPct val="100000"/>
              <a:buFont typeface="+mj-lt"/>
              <a:buAutoNum type="alphaUcPeriod"/>
              <a:defRPr/>
            </a:pPr>
            <a:r>
              <a:rPr lang="en-US" altLang="en-US" sz="3800" dirty="0">
                <a:solidFill>
                  <a:schemeClr val="accent6">
                    <a:lumMod val="75000"/>
                  </a:schemeClr>
                </a:solidFill>
                <a:latin typeface="Segoe UI Semibold" panose="020B0702040204020203" pitchFamily="34" charset="0"/>
                <a:cs typeface="Segoe UI Semibold" panose="020B0702040204020203" pitchFamily="34" charset="0"/>
              </a:rPr>
              <a:t>Fine Motor Skills</a:t>
            </a:r>
            <a:r>
              <a:rPr lang="en-US" altLang="en-US" sz="3000" dirty="0">
                <a:solidFill>
                  <a:srgbClr val="3F3F3F"/>
                </a:solidFill>
                <a:cs typeface="Segoe UI Semibold" panose="020B0702040204020203" pitchFamily="34" charset="0"/>
              </a:rPr>
              <a:t>; eye-hand coordination, tearing the papers.</a:t>
            </a:r>
          </a:p>
          <a:p>
            <a:pPr marL="1033463" indent="-514350" fontAlgn="auto">
              <a:lnSpc>
                <a:spcPct val="160000"/>
              </a:lnSpc>
              <a:buClr>
                <a:schemeClr val="accent6">
                  <a:lumMod val="75000"/>
                </a:schemeClr>
              </a:buClr>
              <a:buSzPct val="100000"/>
              <a:buFont typeface="+mj-lt"/>
              <a:buAutoNum type="alphaUcPeriod"/>
              <a:defRPr/>
            </a:pPr>
            <a:r>
              <a:rPr lang="en-US" altLang="en-US" sz="3800" dirty="0">
                <a:solidFill>
                  <a:schemeClr val="accent6">
                    <a:lumMod val="75000"/>
                  </a:schemeClr>
                </a:solidFill>
                <a:latin typeface="Segoe UI Semibold" panose="020B0702040204020203" pitchFamily="34" charset="0"/>
                <a:cs typeface="Segoe UI Semibold" panose="020B0702040204020203" pitchFamily="34" charset="0"/>
              </a:rPr>
              <a:t>Language</a:t>
            </a:r>
            <a:r>
              <a:rPr lang="en-US" altLang="en-US" sz="3000" dirty="0">
                <a:solidFill>
                  <a:srgbClr val="3F3F3F"/>
                </a:solidFill>
                <a:cs typeface="Segoe UI Semibold" panose="020B0702040204020203" pitchFamily="34" charset="0"/>
              </a:rPr>
              <a:t>: hearing, understanding, saying words</a:t>
            </a:r>
          </a:p>
          <a:p>
            <a:pPr marL="1033463" indent="-514350" fontAlgn="auto">
              <a:lnSpc>
                <a:spcPct val="160000"/>
              </a:lnSpc>
              <a:buClr>
                <a:schemeClr val="accent6">
                  <a:lumMod val="75000"/>
                </a:schemeClr>
              </a:buClr>
              <a:buSzPct val="100000"/>
              <a:buFont typeface="+mj-lt"/>
              <a:buAutoNum type="alphaUcPeriod"/>
              <a:defRPr/>
            </a:pPr>
            <a:r>
              <a:rPr lang="en-US" altLang="en-US" sz="3800" dirty="0">
                <a:solidFill>
                  <a:schemeClr val="accent6">
                    <a:lumMod val="75000"/>
                  </a:schemeClr>
                </a:solidFill>
                <a:latin typeface="Segoe UI Semibold" panose="020B0702040204020203" pitchFamily="34" charset="0"/>
                <a:cs typeface="Segoe UI Semibold" panose="020B0702040204020203" pitchFamily="34" charset="0"/>
              </a:rPr>
              <a:t>Gross Motor</a:t>
            </a:r>
            <a:r>
              <a:rPr lang="en-US" altLang="en-US" sz="3000" dirty="0">
                <a:solidFill>
                  <a:srgbClr val="3F3F3F"/>
                </a:solidFill>
                <a:cs typeface="Segoe UI Semibold" panose="020B0702040204020203" pitchFamily="34" charset="0"/>
              </a:rPr>
              <a:t>; sitting, walking, jumping, and others use the large muscles.</a:t>
            </a:r>
          </a:p>
        </p:txBody>
      </p:sp>
      <p:sp>
        <p:nvSpPr>
          <p:cNvPr id="32771" name="Rectangle 2">
            <a:extLst>
              <a:ext uri="{FF2B5EF4-FFF2-40B4-BE49-F238E27FC236}">
                <a16:creationId xmlns:a16="http://schemas.microsoft.com/office/drawing/2014/main" id="{15ADF5CB-370F-65A0-A9BF-B1B52A9F1414}"/>
              </a:ext>
            </a:extLst>
          </p:cNvPr>
          <p:cNvSpPr>
            <a:spLocks noGrp="1" noChangeArrowheads="1"/>
          </p:cNvSpPr>
          <p:nvPr>
            <p:ph type="title"/>
          </p:nvPr>
        </p:nvSpPr>
        <p:spPr>
          <a:xfrm>
            <a:off x="685800" y="228600"/>
            <a:ext cx="9536113" cy="990600"/>
          </a:xfrm>
        </p:spPr>
        <p:txBody>
          <a:bodyPr/>
          <a:lstStyle/>
          <a:p>
            <a:r>
              <a:rPr altLang="en-US" sz="3600"/>
              <a:t>How to administer the DDST-II</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a:extLst>
              <a:ext uri="{FF2B5EF4-FFF2-40B4-BE49-F238E27FC236}">
                <a16:creationId xmlns:a16="http://schemas.microsoft.com/office/drawing/2014/main" id="{873F3795-980D-5D3B-1C65-8DC5DB7388CC}"/>
              </a:ext>
            </a:extLst>
          </p:cNvPr>
          <p:cNvSpPr>
            <a:spLocks noGrp="1"/>
          </p:cNvSpPr>
          <p:nvPr>
            <p:ph idx="1"/>
          </p:nvPr>
        </p:nvSpPr>
        <p:spPr>
          <a:xfrm>
            <a:off x="825500" y="1524000"/>
            <a:ext cx="10541000" cy="4114800"/>
          </a:xfrm>
        </p:spPr>
        <p:txBody>
          <a:bodyPr rtlCol="0">
            <a:normAutofit fontScale="77500" lnSpcReduction="20000"/>
          </a:bodyPr>
          <a:lstStyle/>
          <a:p>
            <a:pPr marL="1090613" indent="-571500" fontAlgn="auto">
              <a:lnSpc>
                <a:spcPct val="160000"/>
              </a:lnSpc>
              <a:buClr>
                <a:schemeClr val="accent6">
                  <a:lumMod val="75000"/>
                </a:schemeClr>
              </a:buClr>
              <a:buSzPct val="100000"/>
              <a:buFont typeface="Wingdings 2" panose="05020102010507070707" pitchFamily="18" charset="2"/>
              <a:buChar char=""/>
              <a:defRPr/>
            </a:pPr>
            <a:r>
              <a:rPr lang="en-US" sz="3000" dirty="0">
                <a:solidFill>
                  <a:srgbClr val="3F3F3F"/>
                </a:solidFill>
                <a:cs typeface="Segoe UI Semibold" panose="020B0702040204020203" pitchFamily="34" charset="0"/>
              </a:rPr>
              <a:t>A parent should be cautioned before administration that this is not a test of intelligence but of the child’s level of development.</a:t>
            </a:r>
          </a:p>
          <a:p>
            <a:pPr marL="1090613" indent="-571500" fontAlgn="auto">
              <a:lnSpc>
                <a:spcPct val="160000"/>
              </a:lnSpc>
              <a:buClr>
                <a:schemeClr val="accent6">
                  <a:lumMod val="75000"/>
                </a:schemeClr>
              </a:buClr>
              <a:buSzPct val="100000"/>
              <a:buFont typeface="Wingdings 2" panose="05020102010507070707" pitchFamily="18" charset="2"/>
              <a:buChar char=""/>
              <a:defRPr/>
            </a:pPr>
            <a:r>
              <a:rPr lang="en-US" sz="3000" dirty="0">
                <a:solidFill>
                  <a:srgbClr val="3F3F3F"/>
                </a:solidFill>
                <a:cs typeface="Segoe UI Semibold" panose="020B0702040204020203" pitchFamily="34" charset="0"/>
              </a:rPr>
              <a:t>The child’s inability to perform a task that most children of the same age can accomplish indicates a </a:t>
            </a:r>
            <a:r>
              <a:rPr lang="en-US" sz="3000" dirty="0">
                <a:solidFill>
                  <a:srgbClr val="AD2851"/>
                </a:solidFill>
                <a:cs typeface="Segoe UI Semibold" panose="020B0702040204020203" pitchFamily="34" charset="0"/>
              </a:rPr>
              <a:t>delay</a:t>
            </a:r>
            <a:r>
              <a:rPr lang="en-US" sz="3000" dirty="0">
                <a:solidFill>
                  <a:srgbClr val="3F3F3F"/>
                </a:solidFill>
                <a:cs typeface="Segoe UI Semibold" panose="020B0702040204020203" pitchFamily="34" charset="0"/>
              </a:rPr>
              <a:t> in that area. </a:t>
            </a:r>
          </a:p>
          <a:p>
            <a:pPr marL="1090613" indent="-571500" fontAlgn="auto">
              <a:lnSpc>
                <a:spcPct val="160000"/>
              </a:lnSpc>
              <a:buClr>
                <a:schemeClr val="accent6">
                  <a:lumMod val="75000"/>
                </a:schemeClr>
              </a:buClr>
              <a:buSzPct val="100000"/>
              <a:buFont typeface="Wingdings 2" panose="05020102010507070707" pitchFamily="18" charset="2"/>
              <a:buChar char=""/>
              <a:defRPr/>
            </a:pPr>
            <a:r>
              <a:rPr lang="en-US" sz="3000" dirty="0">
                <a:solidFill>
                  <a:srgbClr val="3F3F3F"/>
                </a:solidFill>
                <a:cs typeface="Segoe UI Semibold" panose="020B0702040204020203" pitchFamily="34" charset="0"/>
              </a:rPr>
              <a:t>Further evaluation is then needed to determine the reason for this delay.</a:t>
            </a:r>
          </a:p>
          <a:p>
            <a:pPr fontAlgn="auto">
              <a:defRPr/>
            </a:pPr>
            <a:endParaRPr lang="en-US" dirty="0"/>
          </a:p>
        </p:txBody>
      </p:sp>
      <p:sp>
        <p:nvSpPr>
          <p:cNvPr id="33795" name="عنوان 1">
            <a:extLst>
              <a:ext uri="{FF2B5EF4-FFF2-40B4-BE49-F238E27FC236}">
                <a16:creationId xmlns:a16="http://schemas.microsoft.com/office/drawing/2014/main" id="{3A5566DA-AF39-26FB-4E4A-DE1033DEB738}"/>
              </a:ext>
            </a:extLst>
          </p:cNvPr>
          <p:cNvSpPr>
            <a:spLocks noGrp="1" noChangeArrowheads="1"/>
          </p:cNvSpPr>
          <p:nvPr>
            <p:ph type="title"/>
          </p:nvPr>
        </p:nvSpPr>
        <p:spPr/>
        <p:txBody>
          <a:bodyPr/>
          <a:lstStyle/>
          <a:p>
            <a:r>
              <a:rPr altLang="ar-IQ" sz="3600"/>
              <a:t>Cont.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عنصر نائب للمحتوى 12">
            <a:extLst>
              <a:ext uri="{FF2B5EF4-FFF2-40B4-BE49-F238E27FC236}">
                <a16:creationId xmlns:a16="http://schemas.microsoft.com/office/drawing/2014/main" id="{E410CDC9-B037-BF47-A6F2-DB53E203EA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4420" t="20477" r="17804" b="8765"/>
          <a:stretch>
            <a:fillRect/>
          </a:stretch>
        </p:blipFill>
        <p:spPr>
          <a:xfrm>
            <a:off x="5562600" y="293688"/>
            <a:ext cx="6430963" cy="6351587"/>
          </a:xfrm>
        </p:spPr>
      </p:pic>
      <p:sp>
        <p:nvSpPr>
          <p:cNvPr id="34819" name="مربع نص 14">
            <a:extLst>
              <a:ext uri="{FF2B5EF4-FFF2-40B4-BE49-F238E27FC236}">
                <a16:creationId xmlns:a16="http://schemas.microsoft.com/office/drawing/2014/main" id="{336991AE-CB11-4B9A-11D3-151BD42225A8}"/>
              </a:ext>
            </a:extLst>
          </p:cNvPr>
          <p:cNvSpPr txBox="1">
            <a:spLocks noChangeArrowheads="1"/>
          </p:cNvSpPr>
          <p:nvPr/>
        </p:nvSpPr>
        <p:spPr bwMode="auto">
          <a:xfrm>
            <a:off x="533400" y="293688"/>
            <a:ext cx="4343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algn="l" rtl="0" eaLnBrk="0" fontAlgn="base" hangingPunct="0">
              <a:spcBef>
                <a:spcPct val="0"/>
              </a:spcBef>
              <a:spcAft>
                <a:spcPct val="0"/>
              </a:spcAft>
              <a:defRPr>
                <a:solidFill>
                  <a:schemeClr val="tx1"/>
                </a:solidFill>
                <a:latin typeface="Tahoma" panose="020B0604030504040204" pitchFamily="34" charset="0"/>
              </a:defRPr>
            </a:lvl6pPr>
            <a:lvl7pPr marL="2971800" indent="-228600" algn="l" rtl="0" eaLnBrk="0" fontAlgn="base" hangingPunct="0">
              <a:spcBef>
                <a:spcPct val="0"/>
              </a:spcBef>
              <a:spcAft>
                <a:spcPct val="0"/>
              </a:spcAft>
              <a:defRPr>
                <a:solidFill>
                  <a:schemeClr val="tx1"/>
                </a:solidFill>
                <a:latin typeface="Tahoma" panose="020B0604030504040204" pitchFamily="34" charset="0"/>
              </a:defRPr>
            </a:lvl7pPr>
            <a:lvl8pPr marL="3429000" indent="-228600" algn="l" rtl="0" eaLnBrk="0" fontAlgn="base" hangingPunct="0">
              <a:spcBef>
                <a:spcPct val="0"/>
              </a:spcBef>
              <a:spcAft>
                <a:spcPct val="0"/>
              </a:spcAft>
              <a:defRPr>
                <a:solidFill>
                  <a:schemeClr val="tx1"/>
                </a:solidFill>
                <a:latin typeface="Tahoma" panose="020B0604030504040204" pitchFamily="34" charset="0"/>
              </a:defRPr>
            </a:lvl8pPr>
            <a:lvl9pPr marL="3886200" indent="-228600" algn="l" rtl="0" eaLnBrk="0" fontAlgn="base" hangingPunct="0">
              <a:spcBef>
                <a:spcPct val="0"/>
              </a:spcBef>
              <a:spcAft>
                <a:spcPct val="0"/>
              </a:spcAft>
              <a:defRPr>
                <a:solidFill>
                  <a:schemeClr val="tx1"/>
                </a:solidFill>
                <a:latin typeface="Tahoma" panose="020B0604030504040204" pitchFamily="34" charset="0"/>
              </a:defRPr>
            </a:lvl9pPr>
          </a:lstStyle>
          <a:p>
            <a:r>
              <a:rPr lang="en-US" altLang="ar-IQ" sz="2800">
                <a:solidFill>
                  <a:srgbClr val="94358A"/>
                </a:solidFill>
                <a:latin typeface="StoneSansStd-Semibold"/>
              </a:rPr>
              <a:t>Denver II Developmental</a:t>
            </a:r>
            <a:br>
              <a:rPr lang="en-US" altLang="ar-IQ" sz="2800">
                <a:solidFill>
                  <a:srgbClr val="94358A"/>
                </a:solidFill>
                <a:latin typeface="StoneSansStd-Semibold"/>
              </a:rPr>
            </a:br>
            <a:r>
              <a:rPr lang="en-US" altLang="ar-IQ" sz="2800">
                <a:solidFill>
                  <a:srgbClr val="94358A"/>
                </a:solidFill>
                <a:latin typeface="StoneSansStd-Semibold"/>
              </a:rPr>
              <a:t>Assessment</a:t>
            </a:r>
            <a:r>
              <a:rPr lang="en-US" altLang="ar-IQ" sz="2800"/>
              <a:t> </a:t>
            </a:r>
            <a:br>
              <a:rPr lang="en-US" altLang="ar-IQ" sz="2800"/>
            </a:br>
            <a:endParaRPr lang="ar-IQ" altLang="ar-IQ"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عنصر نائب للمحتوى 4">
            <a:extLst>
              <a:ext uri="{FF2B5EF4-FFF2-40B4-BE49-F238E27FC236}">
                <a16:creationId xmlns:a16="http://schemas.microsoft.com/office/drawing/2014/main" id="{B8B12D52-3F94-30E2-3004-7AC8E88D358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943600" y="228600"/>
            <a:ext cx="6019800" cy="6400800"/>
          </a:xfrm>
        </p:spPr>
      </p:pic>
      <p:sp>
        <p:nvSpPr>
          <p:cNvPr id="35843" name="مربع نص 2">
            <a:extLst>
              <a:ext uri="{FF2B5EF4-FFF2-40B4-BE49-F238E27FC236}">
                <a16:creationId xmlns:a16="http://schemas.microsoft.com/office/drawing/2014/main" id="{D03F1CFD-3B05-3D9B-5D77-D2524B783143}"/>
              </a:ext>
            </a:extLst>
          </p:cNvPr>
          <p:cNvSpPr txBox="1">
            <a:spLocks noChangeArrowheads="1"/>
          </p:cNvSpPr>
          <p:nvPr/>
        </p:nvSpPr>
        <p:spPr bwMode="auto">
          <a:xfrm>
            <a:off x="533400" y="293688"/>
            <a:ext cx="4343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algn="l" rtl="0" eaLnBrk="0" fontAlgn="base" hangingPunct="0">
              <a:spcBef>
                <a:spcPct val="0"/>
              </a:spcBef>
              <a:spcAft>
                <a:spcPct val="0"/>
              </a:spcAft>
              <a:defRPr>
                <a:solidFill>
                  <a:schemeClr val="tx1"/>
                </a:solidFill>
                <a:latin typeface="Tahoma" panose="020B0604030504040204" pitchFamily="34" charset="0"/>
              </a:defRPr>
            </a:lvl6pPr>
            <a:lvl7pPr marL="2971800" indent="-228600" algn="l" rtl="0" eaLnBrk="0" fontAlgn="base" hangingPunct="0">
              <a:spcBef>
                <a:spcPct val="0"/>
              </a:spcBef>
              <a:spcAft>
                <a:spcPct val="0"/>
              </a:spcAft>
              <a:defRPr>
                <a:solidFill>
                  <a:schemeClr val="tx1"/>
                </a:solidFill>
                <a:latin typeface="Tahoma" panose="020B0604030504040204" pitchFamily="34" charset="0"/>
              </a:defRPr>
            </a:lvl7pPr>
            <a:lvl8pPr marL="3429000" indent="-228600" algn="l" rtl="0" eaLnBrk="0" fontAlgn="base" hangingPunct="0">
              <a:spcBef>
                <a:spcPct val="0"/>
              </a:spcBef>
              <a:spcAft>
                <a:spcPct val="0"/>
              </a:spcAft>
              <a:defRPr>
                <a:solidFill>
                  <a:schemeClr val="tx1"/>
                </a:solidFill>
                <a:latin typeface="Tahoma" panose="020B0604030504040204" pitchFamily="34" charset="0"/>
              </a:defRPr>
            </a:lvl8pPr>
            <a:lvl9pPr marL="3886200" indent="-228600" algn="l" rtl="0" eaLnBrk="0" fontAlgn="base" hangingPunct="0">
              <a:spcBef>
                <a:spcPct val="0"/>
              </a:spcBef>
              <a:spcAft>
                <a:spcPct val="0"/>
              </a:spcAft>
              <a:defRPr>
                <a:solidFill>
                  <a:schemeClr val="tx1"/>
                </a:solidFill>
                <a:latin typeface="Tahoma" panose="020B0604030504040204" pitchFamily="34" charset="0"/>
              </a:defRPr>
            </a:lvl9pPr>
          </a:lstStyle>
          <a:p>
            <a:r>
              <a:rPr lang="en-US" altLang="ar-IQ" sz="2800">
                <a:solidFill>
                  <a:srgbClr val="94358A"/>
                </a:solidFill>
                <a:latin typeface="StoneSansStd-Semibold"/>
              </a:rPr>
              <a:t>Denver II Developmental</a:t>
            </a:r>
            <a:br>
              <a:rPr lang="en-US" altLang="ar-IQ" sz="2800">
                <a:solidFill>
                  <a:srgbClr val="94358A"/>
                </a:solidFill>
                <a:latin typeface="StoneSansStd-Semibold"/>
              </a:rPr>
            </a:br>
            <a:r>
              <a:rPr lang="en-US" altLang="ar-IQ" sz="2800">
                <a:solidFill>
                  <a:srgbClr val="94358A"/>
                </a:solidFill>
                <a:latin typeface="StoneSansStd-Semibold"/>
              </a:rPr>
              <a:t>Assessment</a:t>
            </a:r>
            <a:r>
              <a:rPr lang="en-US" altLang="ar-IQ" sz="2800"/>
              <a:t> </a:t>
            </a:r>
            <a:br>
              <a:rPr lang="en-US" altLang="ar-IQ" sz="2800"/>
            </a:br>
            <a:endParaRPr lang="ar-IQ" altLang="ar-IQ"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عنوان 1">
            <a:extLst>
              <a:ext uri="{FF2B5EF4-FFF2-40B4-BE49-F238E27FC236}">
                <a16:creationId xmlns:a16="http://schemas.microsoft.com/office/drawing/2014/main" id="{072B6014-AEF5-6D71-76A3-F0651D9158FC}"/>
              </a:ext>
            </a:extLst>
          </p:cNvPr>
          <p:cNvSpPr>
            <a:spLocks noGrp="1" noChangeArrowheads="1"/>
          </p:cNvSpPr>
          <p:nvPr>
            <p:ph type="title"/>
          </p:nvPr>
        </p:nvSpPr>
        <p:spPr/>
        <p:txBody>
          <a:bodyPr/>
          <a:lstStyle/>
          <a:p>
            <a:endParaRPr lang="ar-IQ" altLang="ar-IQ"/>
          </a:p>
        </p:txBody>
      </p:sp>
      <p:pic>
        <p:nvPicPr>
          <p:cNvPr id="36867" name="Picture 5">
            <a:extLst>
              <a:ext uri="{FF2B5EF4-FFF2-40B4-BE49-F238E27FC236}">
                <a16:creationId xmlns:a16="http://schemas.microsoft.com/office/drawing/2014/main" id="{3C983E49-C88F-1E69-3908-99D6B651CDE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112"/>
          <a:stretch>
            <a:fillRect/>
          </a:stretch>
        </p:blipFill>
        <p:spPr>
          <a:xfrm>
            <a:off x="228600" y="228600"/>
            <a:ext cx="11734800" cy="6383338"/>
          </a:xfr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عنصر نائب للمحتوى 4">
            <a:extLst>
              <a:ext uri="{FF2B5EF4-FFF2-40B4-BE49-F238E27FC236}">
                <a16:creationId xmlns:a16="http://schemas.microsoft.com/office/drawing/2014/main" id="{8ACFEE4B-9270-A913-ACB8-B33CDD6FFB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304800"/>
            <a:ext cx="11430000" cy="6477000"/>
          </a:xfrm>
        </p:spPr>
      </p:pic>
      <p:sp>
        <p:nvSpPr>
          <p:cNvPr id="37891" name="عنوان 1">
            <a:extLst>
              <a:ext uri="{FF2B5EF4-FFF2-40B4-BE49-F238E27FC236}">
                <a16:creationId xmlns:a16="http://schemas.microsoft.com/office/drawing/2014/main" id="{42087C0A-62A5-0FD4-E76E-25AFC6729AD1}"/>
              </a:ext>
            </a:extLst>
          </p:cNvPr>
          <p:cNvSpPr>
            <a:spLocks noGrp="1" noChangeArrowheads="1"/>
          </p:cNvSpPr>
          <p:nvPr>
            <p:ph type="title"/>
          </p:nvPr>
        </p:nvSpPr>
        <p:spPr/>
        <p:txBody>
          <a:bodyPr/>
          <a:lstStyle/>
          <a:p>
            <a:endParaRPr lang="ar-IQ" altLang="ar-IQ"/>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عنصر نائب للمحتوى 4">
            <a:extLst>
              <a:ext uri="{FF2B5EF4-FFF2-40B4-BE49-F238E27FC236}">
                <a16:creationId xmlns:a16="http://schemas.microsoft.com/office/drawing/2014/main" id="{7152BCC0-2B89-A2FE-2827-33AE170AAA4D}"/>
              </a:ext>
            </a:extLst>
          </p:cNvPr>
          <p:cNvPicPr>
            <a:picLocks noGrp="1" noChangeAspect="1" noChangeArrowheads="1"/>
          </p:cNvPicPr>
          <p:nvPr>
            <p:ph idx="1"/>
          </p:nvPr>
        </p:nvPicPr>
        <p:blipFill>
          <a:blip r:embed="rId3">
            <a:duotone>
              <a:prstClr val="black"/>
              <a:schemeClr val="accent4">
                <a:tint val="45000"/>
                <a:satMod val="400000"/>
              </a:schemeClr>
            </a:duotone>
          </a:blip>
          <a:srcRect/>
          <a:stretch>
            <a:fillRect/>
          </a:stretch>
        </p:blipFill>
        <p:spPr>
          <a:xfrm>
            <a:off x="228600" y="304800"/>
            <a:ext cx="11506200" cy="6248400"/>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Box 3">
            <a:extLst>
              <a:ext uri="{FF2B5EF4-FFF2-40B4-BE49-F238E27FC236}">
                <a16:creationId xmlns:a16="http://schemas.microsoft.com/office/drawing/2014/main" id="{AC2B3EDA-C80D-5B95-AE48-070A6737212D}"/>
              </a:ext>
            </a:extLst>
          </p:cNvPr>
          <p:cNvSpPr txBox="1">
            <a:spLocks noChangeArrowheads="1"/>
          </p:cNvSpPr>
          <p:nvPr/>
        </p:nvSpPr>
        <p:spPr bwMode="auto">
          <a:xfrm>
            <a:off x="244475" y="261938"/>
            <a:ext cx="11691938" cy="2125662"/>
          </a:xfrm>
          <a:prstGeom prst="rect">
            <a:avLst/>
          </a:prstGeom>
          <a:solidFill>
            <a:srgbClr val="AD2851"/>
          </a:solidFill>
          <a:ln w="9525">
            <a:solidFill>
              <a:srgbClr val="AD2851"/>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algn="l" rtl="0" eaLnBrk="0" fontAlgn="base" hangingPunct="0">
              <a:spcBef>
                <a:spcPct val="0"/>
              </a:spcBef>
              <a:spcAft>
                <a:spcPct val="0"/>
              </a:spcAft>
              <a:defRPr>
                <a:solidFill>
                  <a:schemeClr val="tx1"/>
                </a:solidFill>
                <a:latin typeface="Tahoma" panose="020B0604030504040204" pitchFamily="34" charset="0"/>
              </a:defRPr>
            </a:lvl6pPr>
            <a:lvl7pPr marL="2971800" indent="-228600" algn="l" rtl="0" eaLnBrk="0" fontAlgn="base" hangingPunct="0">
              <a:spcBef>
                <a:spcPct val="0"/>
              </a:spcBef>
              <a:spcAft>
                <a:spcPct val="0"/>
              </a:spcAft>
              <a:defRPr>
                <a:solidFill>
                  <a:schemeClr val="tx1"/>
                </a:solidFill>
                <a:latin typeface="Tahoma" panose="020B0604030504040204" pitchFamily="34" charset="0"/>
              </a:defRPr>
            </a:lvl7pPr>
            <a:lvl8pPr marL="3429000" indent="-228600" algn="l" rtl="0" eaLnBrk="0" fontAlgn="base" hangingPunct="0">
              <a:spcBef>
                <a:spcPct val="0"/>
              </a:spcBef>
              <a:spcAft>
                <a:spcPct val="0"/>
              </a:spcAft>
              <a:defRPr>
                <a:solidFill>
                  <a:schemeClr val="tx1"/>
                </a:solidFill>
                <a:latin typeface="Tahoma" panose="020B0604030504040204" pitchFamily="34" charset="0"/>
              </a:defRPr>
            </a:lvl8pPr>
            <a:lvl9pPr marL="3886200" indent="-228600" algn="l" rtl="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ts val="1800"/>
              </a:lnSpc>
              <a:spcAft>
                <a:spcPts val="600"/>
              </a:spcAft>
            </a:pPr>
            <a:endParaRPr lang="ar-IQ" altLang="ar-IQ" sz="1200">
              <a:solidFill>
                <a:srgbClr val="404040"/>
              </a:solidFill>
              <a:latin typeface="Segoe UI" panose="020B0502040204020203" pitchFamily="34" charset="0"/>
              <a:cs typeface="Segoe UI" panose="020B0502040204020203" pitchFamily="34" charset="0"/>
            </a:endParaRPr>
          </a:p>
        </p:txBody>
      </p:sp>
      <p:sp>
        <p:nvSpPr>
          <p:cNvPr id="39939" name="Text Placeholder 1">
            <a:extLst>
              <a:ext uri="{FF2B5EF4-FFF2-40B4-BE49-F238E27FC236}">
                <a16:creationId xmlns:a16="http://schemas.microsoft.com/office/drawing/2014/main" id="{1466BA7B-95EC-BB9C-FF11-93B3F16D1D38}"/>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
        <p:nvSpPr>
          <p:cNvPr id="39940" name="مربع نص 2">
            <a:extLst>
              <a:ext uri="{FF2B5EF4-FFF2-40B4-BE49-F238E27FC236}">
                <a16:creationId xmlns:a16="http://schemas.microsoft.com/office/drawing/2014/main" id="{027B7A8A-E653-446E-86AA-BE5D718ABD5E}"/>
              </a:ext>
            </a:extLst>
          </p:cNvPr>
          <p:cNvSpPr txBox="1">
            <a:spLocks noChangeArrowheads="1"/>
          </p:cNvSpPr>
          <p:nvPr/>
        </p:nvSpPr>
        <p:spPr bwMode="auto">
          <a:xfrm>
            <a:off x="2927350" y="3429000"/>
            <a:ext cx="5649913"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eaLnBrk="1" hangingPunct="1">
              <a:lnSpc>
                <a:spcPct val="100000"/>
              </a:lnSpc>
              <a:spcBef>
                <a:spcPct val="0"/>
              </a:spcBef>
              <a:buFontTx/>
              <a:buNone/>
            </a:pPr>
            <a:endParaRPr lang="ar-IQ" altLang="ar-IQ" sz="11500" dirty="0">
              <a:solidFill>
                <a:srgbClr val="000000"/>
              </a:solidFill>
              <a:latin typeface="Verdana" panose="020B0604030504040204" pitchFamily="34" charset="0"/>
            </a:endParaRPr>
          </a:p>
        </p:txBody>
      </p:sp>
      <p:sp>
        <p:nvSpPr>
          <p:cNvPr id="39941" name="مربع نص 4">
            <a:extLst>
              <a:ext uri="{FF2B5EF4-FFF2-40B4-BE49-F238E27FC236}">
                <a16:creationId xmlns:a16="http://schemas.microsoft.com/office/drawing/2014/main" id="{C6C3E3A5-3DDA-9797-33EE-ED08BF7D4C93}"/>
              </a:ext>
            </a:extLst>
          </p:cNvPr>
          <p:cNvSpPr txBox="1">
            <a:spLocks noChangeArrowheads="1"/>
          </p:cNvSpPr>
          <p:nvPr/>
        </p:nvSpPr>
        <p:spPr bwMode="auto">
          <a:xfrm>
            <a:off x="5303838" y="2787650"/>
            <a:ext cx="1619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eaLnBrk="1" hangingPunct="1">
              <a:lnSpc>
                <a:spcPts val="1800"/>
              </a:lnSpc>
              <a:spcBef>
                <a:spcPct val="0"/>
              </a:spcBef>
              <a:spcAft>
                <a:spcPts val="600"/>
              </a:spcAft>
              <a:buFontTx/>
              <a:buNone/>
            </a:pPr>
            <a:r>
              <a:rPr lang="ar-IQ" altLang="ar-IQ" sz="2400">
                <a:solidFill>
                  <a:srgbClr val="404040"/>
                </a:solidFill>
                <a:cs typeface="Segoe UI" panose="020B0502040204020203" pitchFamily="34" charset="0"/>
              </a:rPr>
              <a:t>رمز الصف</a:t>
            </a:r>
          </a:p>
        </p:txBody>
      </p:sp>
    </p:spTree>
  </p:cSld>
  <p:clrMapOvr>
    <a:masterClrMapping/>
  </p:clrMapOvr>
  <p:transition spd="slow">
    <p:fade/>
  </p:transition>
</p:sld>
</file>

<file path=ppt/theme/theme1.xml><?xml version="1.0" encoding="utf-8"?>
<a:theme xmlns:a="http://schemas.openxmlformats.org/drawingml/2006/main" name="Get Started with 3D">
  <a:themeElements>
    <a:clrScheme name="أحمر بنفسجي">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1_Get Started with 3D">
  <a:themeElements>
    <a:clrScheme name="نص متحرك">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3.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428</TotalTime>
  <Words>575</Words>
  <Application>Microsoft Office PowerPoint</Application>
  <PresentationFormat>شاشة عريضة</PresentationFormat>
  <Paragraphs>59</Paragraphs>
  <Slides>15</Slides>
  <Notes>3</Notes>
  <HiddenSlides>0</HiddenSlides>
  <MMClips>0</MMClips>
  <ScaleCrop>false</ScaleCrop>
  <HeadingPairs>
    <vt:vector size="6" baseType="variant">
      <vt:variant>
        <vt:lpstr>الخطوط المستخدمة</vt:lpstr>
      </vt:variant>
      <vt:variant>
        <vt:i4>12</vt:i4>
      </vt:variant>
      <vt:variant>
        <vt:lpstr>نسق</vt:lpstr>
      </vt:variant>
      <vt:variant>
        <vt:i4>2</vt:i4>
      </vt:variant>
      <vt:variant>
        <vt:lpstr>عناوين الشرائح</vt:lpstr>
      </vt:variant>
      <vt:variant>
        <vt:i4>15</vt:i4>
      </vt:variant>
    </vt:vector>
  </HeadingPairs>
  <TitlesOfParts>
    <vt:vector size="29" baseType="lpstr">
      <vt:lpstr>굴림</vt:lpstr>
      <vt:lpstr>Arial</vt:lpstr>
      <vt:lpstr>Calibri</vt:lpstr>
      <vt:lpstr>Segoe UI</vt:lpstr>
      <vt:lpstr>Segoe UI Light</vt:lpstr>
      <vt:lpstr>Segoe UI Semibold</vt:lpstr>
      <vt:lpstr>Segoe UI Variable Small Semibol</vt:lpstr>
      <vt:lpstr>StoneSansStd-Semibold</vt:lpstr>
      <vt:lpstr>Tahoma</vt:lpstr>
      <vt:lpstr>Verdana</vt:lpstr>
      <vt:lpstr>Wingdings</vt:lpstr>
      <vt:lpstr>Wingdings 2</vt:lpstr>
      <vt:lpstr>Get Started with 3D</vt:lpstr>
      <vt:lpstr>1_Get Started with 3D</vt:lpstr>
      <vt:lpstr>DDST Denver Developmental    Screening Test</vt:lpstr>
      <vt:lpstr>Denver Developmental Screening Test (DDST-II)</vt:lpstr>
      <vt:lpstr>عرض تقديمي في PowerPoint</vt:lpstr>
      <vt:lpstr>عرض تقديمي في PowerPoint</vt:lpstr>
      <vt:lpstr>Denver Developmental Screening Test (DDST-II)</vt:lpstr>
      <vt:lpstr>عرض تقديمي في PowerPoint</vt:lpstr>
      <vt:lpstr>How to administer the DDST-II</vt:lpstr>
      <vt:lpstr>How to administer the DDST-II</vt:lpstr>
      <vt:lpstr>Cont.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Rutgers, The State University of NJ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Pediatric Nursing</dc:title>
  <dc:creator>shaffec</dc:creator>
  <cp:lastModifiedBy>green lanter</cp:lastModifiedBy>
  <cp:revision>33</cp:revision>
  <dcterms:created xsi:type="dcterms:W3CDTF">2010-05-10T18:12:52Z</dcterms:created>
  <dcterms:modified xsi:type="dcterms:W3CDTF">2026-02-22T18:03:48Z</dcterms:modified>
</cp:coreProperties>
</file>