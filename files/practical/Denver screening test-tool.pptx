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generated from Denver screening test-tool.pdf (2 pages). Source text is reproduced verbatim in the notes of every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assembled verbatim from page 1 and the numbered headings of Denver screening test-tool.pdf.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B</a:t>
            </a:r>
          </a:p>
          <a:p>
            <a:r>
              <a:t>Tools 591</a:t>
            </a:r>
          </a:p>
          <a:p>
            <a:r>
              <a:t>R</a:t>
            </a:r>
          </a:p>
          <a:p>
            <a:r>
              <a:t>1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15</a:t>
            </a:r>
          </a:p>
          <a:p>
            <a:r>
              <a:t>15</a:t>
            </a:r>
          </a:p>
          <a:p>
            <a:r>
              <a:t>13</a:t>
            </a:r>
          </a:p>
          <a:p>
            <a:r>
              <a:t>14</a:t>
            </a:r>
          </a:p>
          <a:p>
            <a:r>
              <a:t>16</a:t>
            </a:r>
          </a:p>
          <a:p>
            <a:r>
              <a:t>16</a:t>
            </a:r>
          </a:p>
          <a:p>
            <a:r>
              <a:t>25</a:t>
            </a:r>
          </a:p>
          <a:p>
            <a:r>
              <a:t>26</a:t>
            </a:r>
          </a:p>
          <a:p>
            <a:r>
              <a:t>23</a:t>
            </a:r>
          </a:p>
          <a:p>
            <a:r>
              <a:t>21</a:t>
            </a:r>
          </a:p>
          <a:p>
            <a:r>
              <a:t>25</a:t>
            </a:r>
          </a:p>
          <a:p>
            <a:r>
              <a:t>24</a:t>
            </a:r>
          </a:p>
          <a:p>
            <a:r>
              <a:t>20</a:t>
            </a:r>
          </a:p>
          <a:p>
            <a:r>
              <a:t>22</a:t>
            </a:r>
          </a:p>
          <a:p>
            <a:r>
              <a:t>23</a:t>
            </a:r>
          </a:p>
          <a:p>
            <a:r>
              <a:t>22 </a:t>
            </a:r>
          </a:p>
          <a:p>
            <a:r>
              <a:t>30</a:t>
            </a:r>
          </a:p>
          <a:p>
            <a:r>
              <a:t>21</a:t>
            </a:r>
          </a:p>
          <a:p>
            <a:r>
              <a:t>20</a:t>
            </a:r>
          </a:p>
          <a:p>
            <a:r>
              <a:t>18</a:t>
            </a:r>
          </a:p>
          <a:p>
            <a:r>
              <a:t>18</a:t>
            </a:r>
          </a:p>
          <a:p>
            <a:r>
              <a:t>19</a:t>
            </a:r>
          </a:p>
          <a:p>
            <a:r>
              <a:t>18</a:t>
            </a:r>
          </a:p>
          <a:p>
            <a:r>
              <a:t>29</a:t>
            </a:r>
          </a:p>
          <a:p>
            <a:r>
              <a:t>28</a:t>
            </a:r>
          </a:p>
          <a:p>
            <a:r>
              <a:t>27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17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18</a:t>
            </a:r>
          </a:p>
          <a:p>
            <a:r>
              <a:t>12</a:t>
            </a:r>
          </a:p>
          <a:p>
            <a:r>
              <a:t>11</a:t>
            </a:r>
          </a:p>
          <a:p>
            <a:r>
              <a:t>10</a:t>
            </a:r>
          </a:p>
          <a:p>
            <a:r>
              <a:t>9</a:t>
            </a:r>
          </a:p>
          <a:p>
            <a:r>
              <a:t>8</a:t>
            </a:r>
          </a:p>
          <a:p>
            <a:r>
              <a:t>7</a:t>
            </a:r>
          </a:p>
          <a:p>
            <a:r>
              <a:t>5</a:t>
            </a:r>
          </a:p>
          <a:p>
            <a:r>
              <a:t>5</a:t>
            </a:r>
          </a:p>
          <a:p>
            <a:r>
              <a:t>5</a:t>
            </a:r>
          </a:p>
          <a:p>
            <a:r>
              <a:t>6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R</a:t>
            </a:r>
          </a:p>
          <a:p>
            <a:r>
              <a:t>2</a:t>
            </a:r>
          </a:p>
          <a:p>
            <a:r>
              <a:t>1</a:t>
            </a:r>
          </a:p>
          <a:p>
            <a:r>
              <a:t>4</a:t>
            </a:r>
          </a:p>
          <a:p>
            <a:r>
              <a:t>3</a:t>
            </a:r>
          </a:p>
          <a:p>
            <a:r>
              <a:t>R</a:t>
            </a:r>
          </a:p>
          <a:p>
            <a:r>
              <a:t>DENVER II</a:t>
            </a:r>
          </a:p>
          <a:p>
            <a:r>
              <a:t>Examiner:</a:t>
            </a:r>
          </a:p>
          <a:p>
            <a:r>
              <a:t>Date:</a:t>
            </a:r>
          </a:p>
          <a:p>
            <a:r>
              <a:t>Name:</a:t>
            </a:r>
          </a:p>
          <a:p>
            <a:r>
              <a:t>Birthdate:</a:t>
            </a:r>
          </a:p>
          <a:p>
            <a:r>
              <a:t>ID No.:</a:t>
            </a:r>
          </a:p>
          <a:p>
            <a:r>
              <a:t>MONTHS </a:t>
            </a:r>
          </a:p>
          <a:p>
            <a:r>
              <a:t>YEARS</a:t>
            </a:r>
          </a:p>
          <a:p>
            <a:r>
              <a:t>MONTHS</a:t>
            </a:r>
          </a:p>
          <a:p>
            <a:r>
              <a:t>YEARS</a:t>
            </a:r>
          </a:p>
          <a:p>
            <a:r>
              <a:t>2</a:t>
            </a:r>
          </a:p>
          <a:p>
            <a:r>
              <a:t>4</a:t>
            </a:r>
          </a:p>
          <a:p>
            <a:r>
              <a:t>6</a:t>
            </a:r>
          </a:p>
          <a:p>
            <a:r>
              <a:t>9</a:t>
            </a:r>
          </a:p>
          <a:p>
            <a:r>
              <a:t>12</a:t>
            </a:r>
          </a:p>
          <a:p>
            <a:r>
              <a:t>15</a:t>
            </a:r>
          </a:p>
          <a:p>
            <a:r>
              <a:t>18</a:t>
            </a:r>
          </a:p>
          <a:p>
            <a:r>
              <a:t>24</a:t>
            </a:r>
          </a:p>
          <a:p>
            <a:r>
              <a:t>3</a:t>
            </a:r>
          </a:p>
          <a:p>
            <a:r>
              <a:t>4</a:t>
            </a:r>
          </a:p>
          <a:p>
            <a:r>
              <a:t>5</a:t>
            </a:r>
          </a:p>
          <a:p>
            <a:r>
              <a:t>6</a:t>
            </a:r>
          </a:p>
          <a:p>
            <a:r>
              <a:t>2</a:t>
            </a:r>
          </a:p>
          <a:p>
            <a:r>
              <a:t>4</a:t>
            </a:r>
          </a:p>
          <a:p>
            <a:r>
              <a:t>6</a:t>
            </a:r>
          </a:p>
          <a:p>
            <a:r>
              <a:t>9</a:t>
            </a:r>
          </a:p>
          <a:p>
            <a:r>
              <a:t>12</a:t>
            </a:r>
          </a:p>
          <a:p>
            <a:r>
              <a:t>15</a:t>
            </a:r>
          </a:p>
          <a:p>
            <a:r>
              <a:t>18</a:t>
            </a:r>
          </a:p>
          <a:p>
            <a:r>
              <a:t>24</a:t>
            </a:r>
          </a:p>
          <a:p>
            <a:r>
              <a:t>3</a:t>
            </a:r>
          </a:p>
          <a:p>
            <a:r>
              <a:t>4</a:t>
            </a:r>
          </a:p>
          <a:p>
            <a:r>
              <a:t>5</a:t>
            </a:r>
          </a:p>
          <a:p>
            <a:r>
              <a:t>6</a:t>
            </a:r>
          </a:p>
          <a:p>
            <a:r>
              <a:t>TEST BEHAVIOR</a:t>
            </a:r>
          </a:p>
          <a:p>
            <a:r>
              <a:t>(Check boxes for 1st, 2nd, or 3rd test)</a:t>
            </a:r>
          </a:p>
          <a:p>
            <a:r>
              <a:t>No</a:t>
            </a:r>
          </a:p>
          <a:p>
            <a:r>
              <a:t>Yes</a:t>
            </a:r>
          </a:p>
          <a:p>
            <a:r>
              <a:t>Compliance  (See Note 31)</a:t>
            </a:r>
          </a:p>
          <a:p>
            <a:r>
              <a:t>Typical</a:t>
            </a:r>
          </a:p>
          <a:p>
            <a:r>
              <a:t>Interest in Surroundings</a:t>
            </a:r>
          </a:p>
          <a:p>
            <a:r>
              <a:t>Fearfulness</a:t>
            </a:r>
          </a:p>
          <a:p>
            <a:r>
              <a:t>Attention Span</a:t>
            </a:r>
          </a:p>
          <a:p>
            <a:r>
              <a:t>1</a:t>
            </a:r>
          </a:p>
          <a:p>
            <a:r>
              <a:t>2</a:t>
            </a:r>
          </a:p>
          <a:p>
            <a:r>
              <a:t>3</a:t>
            </a:r>
          </a:p>
          <a:p>
            <a:r>
              <a:t>1</a:t>
            </a:r>
          </a:p>
          <a:p>
            <a:r>
              <a:t>2</a:t>
            </a:r>
          </a:p>
          <a:p>
            <a:r>
              <a:t>3</a:t>
            </a:r>
          </a:p>
          <a:p>
            <a:r>
              <a:t>1</a:t>
            </a:r>
          </a:p>
          <a:p>
            <a:r>
              <a:t>2</a:t>
            </a:r>
          </a:p>
          <a:p>
            <a:r>
              <a:t>3</a:t>
            </a:r>
          </a:p>
          <a:p>
            <a:r>
              <a:t>1</a:t>
            </a:r>
          </a:p>
          <a:p>
            <a:r>
              <a:t>2</a:t>
            </a:r>
          </a:p>
          <a:p>
            <a:r>
              <a:t>3</a:t>
            </a:r>
          </a:p>
          <a:p>
            <a:r>
              <a:t>1</a:t>
            </a:r>
          </a:p>
          <a:p>
            <a:r>
              <a:t>2</a:t>
            </a:r>
          </a:p>
          <a:p>
            <a:r>
              <a:t>3</a:t>
            </a:r>
          </a:p>
          <a:p>
            <a:r>
              <a:t>Always Complies</a:t>
            </a:r>
          </a:p>
          <a:p>
            <a:r>
              <a:t>Usually Complies</a:t>
            </a:r>
          </a:p>
          <a:p>
            <a:r>
              <a:t>Rarely Complies</a:t>
            </a:r>
          </a:p>
          <a:p>
            <a:r>
              <a:t>Alert</a:t>
            </a:r>
          </a:p>
          <a:p>
            <a:r>
              <a:t>Somewhat Disinterested</a:t>
            </a:r>
          </a:p>
          <a:p>
            <a:r>
              <a:t>Seriously Disinterested</a:t>
            </a:r>
          </a:p>
          <a:p>
            <a:r>
              <a:t>None</a:t>
            </a:r>
          </a:p>
          <a:p>
            <a:r>
              <a:t>Mild</a:t>
            </a:r>
          </a:p>
          <a:p>
            <a:r>
              <a:t>Extreme</a:t>
            </a:r>
          </a:p>
          <a:p>
            <a:r>
              <a:t>Appropriate</a:t>
            </a:r>
          </a:p>
          <a:p>
            <a:r>
              <a:t>Somewhat Distractable</a:t>
            </a:r>
          </a:p>
          <a:p>
            <a:r>
              <a:t>Very Distractable</a:t>
            </a:r>
          </a:p>
          <a:p>
            <a:r>
              <a:t>Percent of children passing</a:t>
            </a:r>
          </a:p>
          <a:p>
            <a:r>
              <a:t>May pass by report</a:t>
            </a:r>
          </a:p>
          <a:p>
            <a:r>
              <a:t>Footnote no.</a:t>
            </a:r>
          </a:p>
          <a:p>
            <a:r>
              <a:t>(See back of form)</a:t>
            </a:r>
          </a:p>
          <a:p>
            <a:r>
              <a:t>25</a:t>
            </a:r>
          </a:p>
          <a:p>
            <a:r>
              <a:t>50</a:t>
            </a:r>
          </a:p>
          <a:p>
            <a:r>
              <a:t>75</a:t>
            </a:r>
          </a:p>
          <a:p>
            <a:r>
              <a:t>90</a:t>
            </a:r>
          </a:p>
          <a:p>
            <a:r>
              <a:t>TEST ITEM</a:t>
            </a:r>
          </a:p>
          <a:p>
            <a:r>
              <a:t>GROSS MOTOR                                   LANGUAGE                                                  FINE MOTOR - ADAPTIVE                                   PERSONAL - SOCIAL</a:t>
            </a:r>
          </a:p>
          <a:p>
            <a:r>
              <a:t>PREPARE CEREAL</a:t>
            </a:r>
          </a:p>
          <a:p>
            <a:r>
              <a:t>COPY</a:t>
            </a:r>
          </a:p>
          <a:p>
            <a:r>
              <a:t>DRAW PERSON 6 PARTS</a:t>
            </a:r>
          </a:p>
          <a:p>
            <a:r>
              <a:t>COPY      DEMONSTR.</a:t>
            </a:r>
          </a:p>
          <a:p>
            <a:r>
              <a:t>PICK LONGER LINE</a:t>
            </a:r>
          </a:p>
          <a:p>
            <a:r>
              <a:t>COPY</a:t>
            </a:r>
          </a:p>
          <a:p>
            <a:r>
              <a:t>DRAW PERSON 3 PTS</a:t>
            </a:r>
          </a:p>
          <a:p>
            <a:r>
              <a:t>DEFINE 7 WORDS</a:t>
            </a:r>
          </a:p>
          <a:p>
            <a:r>
              <a:t>OPPOSITES-2</a:t>
            </a:r>
          </a:p>
          <a:p>
            <a:r>
              <a:t>COUNT 5 BLOCKS</a:t>
            </a:r>
          </a:p>
          <a:p>
            <a:r>
              <a:t>KNOW 3 ADJECTIVES</a:t>
            </a:r>
          </a:p>
          <a:p>
            <a:r>
              <a:t>DEFINE 5 WORDS</a:t>
            </a:r>
          </a:p>
          <a:p>
            <a:r>
              <a:t>NAME 4 COLORS</a:t>
            </a:r>
          </a:p>
          <a:p>
            <a:r>
              <a:t>UNDERSTAND 4 PREPOSITIONS</a:t>
            </a:r>
          </a:p>
          <a:p>
            <a:r>
              <a:t>SPEECH ALL UNDERSTANDABLE</a:t>
            </a:r>
          </a:p>
          <a:p>
            <a:r>
              <a:t>KNOW 4 ACTIONS</a:t>
            </a:r>
          </a:p>
          <a:p>
            <a:r>
              <a:t>USE OF 3 OBJECTS</a:t>
            </a:r>
          </a:p>
          <a:p>
            <a:r>
              <a:t>COUNT 1 BLOCK</a:t>
            </a:r>
          </a:p>
          <a:p>
            <a:r>
              <a:t>USE OF 2 OBJECTS</a:t>
            </a:r>
          </a:p>
          <a:p>
            <a:r>
              <a:t>NAME 1 COLOR</a:t>
            </a:r>
          </a:p>
          <a:p>
            <a:r>
              <a:t>KNOW 2</a:t>
            </a:r>
          </a:p>
          <a:p>
            <a:r>
              <a:t>ADJECTIVES</a:t>
            </a:r>
          </a:p>
          <a:p>
            <a:r>
              <a:t>KNOW 2 ACTIONS</a:t>
            </a:r>
          </a:p>
          <a:p>
            <a:r>
              <a:t>NAME 4 PICTURES</a:t>
            </a:r>
          </a:p>
          <a:p>
            <a:r>
              <a:t>SPEECH HALF UNDERSTANDABLE</a:t>
            </a:r>
          </a:p>
          <a:p>
            <a:r>
              <a:t>POINT 4 PICTURES</a:t>
            </a:r>
          </a:p>
          <a:p>
            <a:r>
              <a:t>BODY PARTS - 6</a:t>
            </a:r>
          </a:p>
          <a:p>
            <a:r>
              <a:t>NAME 1 PICTURE</a:t>
            </a:r>
          </a:p>
          <a:p>
            <a:r>
              <a:t>COMBINE WORDS</a:t>
            </a:r>
          </a:p>
          <a:p>
            <a:r>
              <a:t>POINT 2 PICTURES</a:t>
            </a:r>
          </a:p>
          <a:p>
            <a:r>
              <a:t>6 WORDS</a:t>
            </a:r>
          </a:p>
          <a:p>
            <a:r>
              <a:t>3 WORDS</a:t>
            </a:r>
          </a:p>
          <a:p>
            <a:r>
              <a:t>2 WORDS</a:t>
            </a:r>
          </a:p>
          <a:p>
            <a:r>
              <a:t>ONE WORD</a:t>
            </a:r>
          </a:p>
          <a:p>
            <a:r>
              <a:t>DADA/MAMA SPECIFIC</a:t>
            </a:r>
          </a:p>
          <a:p>
            <a:r>
              <a:t>JABBERS</a:t>
            </a:r>
          </a:p>
          <a:p>
            <a:r>
              <a:t>COMBINE SYLLABLES</a:t>
            </a:r>
          </a:p>
          <a:p>
            <a:r>
              <a:t>DADA/MAMA</a:t>
            </a:r>
          </a:p>
          <a:p>
            <a:r>
              <a:t>NON-SPECIFIC</a:t>
            </a:r>
          </a:p>
          <a:p>
            <a:r>
              <a:t>IMITATE SPEECH SOUNDS</a:t>
            </a:r>
          </a:p>
          <a:p>
            <a:r>
              <a:t>SINGLE SYLLABLES</a:t>
            </a:r>
          </a:p>
          <a:p>
            <a:r>
              <a:t>TURN TO VOICE</a:t>
            </a:r>
          </a:p>
          <a:p>
            <a:r>
              <a:t>TURN TO</a:t>
            </a:r>
          </a:p>
          <a:p>
            <a:r>
              <a:t>RATTLING SOUND</a:t>
            </a:r>
          </a:p>
          <a:p>
            <a:r>
              <a:t>SQUEALS</a:t>
            </a:r>
          </a:p>
          <a:p>
            <a:r>
              <a:t>LAUGHS</a:t>
            </a:r>
          </a:p>
          <a:p>
            <a:r>
              <a:t>"OOO/AAH"</a:t>
            </a:r>
          </a:p>
          <a:p>
            <a:r>
              <a:t>VOCALIZES</a:t>
            </a:r>
          </a:p>
          <a:p>
            <a:r>
              <a:t>RESPOND TO BELL</a:t>
            </a:r>
          </a:p>
          <a:p>
            <a:r>
              <a:t>BALANCE EACH FOOT 6 SECONDS</a:t>
            </a:r>
          </a:p>
          <a:p>
            <a:r>
              <a:t>HEEL-TO-TOE WALK</a:t>
            </a:r>
          </a:p>
          <a:p>
            <a:r>
              <a:t>BALANCE EACH FOOT 5 SECS.</a:t>
            </a:r>
          </a:p>
          <a:p>
            <a:r>
              <a:t>BALANCE EACH FOOT 4 SECS.</a:t>
            </a:r>
          </a:p>
          <a:p>
            <a:r>
              <a:t>BALANCE EACH FOOT 3 SECONDS</a:t>
            </a:r>
          </a:p>
          <a:p>
            <a:r>
              <a:t>HOPS</a:t>
            </a:r>
          </a:p>
          <a:p>
            <a:r>
              <a:t>BALANCE EACH </a:t>
            </a:r>
          </a:p>
          <a:p>
            <a:r>
              <a:t>FOOT 2 SECONDS</a:t>
            </a:r>
          </a:p>
          <a:p>
            <a:r>
              <a:t>BALANCE EACH </a:t>
            </a:r>
          </a:p>
          <a:p>
            <a:r>
              <a:t>FOOT 1 SECOND</a:t>
            </a:r>
          </a:p>
          <a:p>
            <a:r>
              <a:t>BROAD JUMP</a:t>
            </a:r>
          </a:p>
          <a:p>
            <a:r>
              <a:t>THROW BALL OVERHAND</a:t>
            </a:r>
          </a:p>
          <a:p>
            <a:r>
              <a:t>JUMP UP</a:t>
            </a:r>
          </a:p>
          <a:p>
            <a:r>
              <a:t>KICK BALL FORWARD</a:t>
            </a:r>
          </a:p>
          <a:p>
            <a:r>
              <a:t>WALK UP STEPS</a:t>
            </a:r>
          </a:p>
          <a:p>
            <a:r>
              <a:t>RUNS</a:t>
            </a:r>
          </a:p>
          <a:p>
            <a:r>
              <a:t>WALK BACKWARDS</a:t>
            </a:r>
          </a:p>
          <a:p>
            <a:r>
              <a:t>WALK WELL</a:t>
            </a:r>
          </a:p>
          <a:p>
            <a:r>
              <a:t>STOOP AND RECOVER</a:t>
            </a:r>
          </a:p>
          <a:p>
            <a:r>
              <a:t>STAND ALONE</a:t>
            </a:r>
          </a:p>
          <a:p>
            <a:r>
              <a:t>STAND-2 SECS.</a:t>
            </a:r>
          </a:p>
          <a:p>
            <a:r>
              <a:t>GET TO</a:t>
            </a:r>
          </a:p>
          <a:p>
            <a:r>
              <a:t>SITTING</a:t>
            </a:r>
          </a:p>
          <a:p>
            <a:r>
              <a:t>PULL TO</a:t>
            </a:r>
          </a:p>
          <a:p>
            <a:r>
              <a:t>STAND</a:t>
            </a:r>
          </a:p>
          <a:p>
            <a:r>
              <a:t>STAND</a:t>
            </a:r>
          </a:p>
          <a:p>
            <a:r>
              <a:t>HOLDING ON</a:t>
            </a:r>
          </a:p>
          <a:p>
            <a:r>
              <a:t>SIT-NO</a:t>
            </a:r>
          </a:p>
          <a:p>
            <a:r>
              <a:t>SUPPORT</a:t>
            </a:r>
          </a:p>
          <a:p>
            <a:r>
              <a:t>PULL TO SIT - NO HEAD-LAG</a:t>
            </a:r>
          </a:p>
          <a:p>
            <a:r>
              <a:t>ROLL OVER</a:t>
            </a:r>
          </a:p>
          <a:p>
            <a:r>
              <a:t>CHEST UP-ARM</a:t>
            </a:r>
          </a:p>
          <a:p>
            <a:r>
              <a:t>SUPPORT</a:t>
            </a:r>
          </a:p>
          <a:p>
            <a:r>
              <a:t>BEAR WEIGHT ON LEGS</a:t>
            </a:r>
          </a:p>
          <a:p>
            <a:r>
              <a:t>SIT-HEAD STEADY</a:t>
            </a:r>
          </a:p>
          <a:p>
            <a:r>
              <a:t>HEAD UP 90˚</a:t>
            </a:r>
          </a:p>
          <a:p>
            <a:r>
              <a:t>HEAD UP 45˚</a:t>
            </a:r>
          </a:p>
          <a:p>
            <a:r>
              <a:t>LIFT</a:t>
            </a:r>
          </a:p>
          <a:p>
            <a:r>
              <a:t>HEAD</a:t>
            </a:r>
          </a:p>
          <a:p>
            <a:r>
              <a:t>EQUAL</a:t>
            </a:r>
          </a:p>
          <a:p>
            <a:r>
              <a:t>MOVEMENTS</a:t>
            </a:r>
          </a:p>
          <a:p>
            <a:r>
              <a:t>COPY</a:t>
            </a:r>
          </a:p>
          <a:p>
            <a:r>
              <a:t>THUMB WIGGLE</a:t>
            </a:r>
          </a:p>
          <a:p>
            <a:r>
              <a:t>TOWER OF 8 CUBES</a:t>
            </a:r>
          </a:p>
          <a:p>
            <a:r>
              <a:t>TOWER OF 6 CUBES</a:t>
            </a:r>
          </a:p>
          <a:p>
            <a:r>
              <a:t>TOWER OF 4 CUBES</a:t>
            </a:r>
          </a:p>
          <a:p>
            <a:r>
              <a:t>TOWER OF 2 CUBES</a:t>
            </a:r>
          </a:p>
          <a:p>
            <a:r>
              <a:t>DUMP RAISIN, DEMONSTRATED</a:t>
            </a:r>
          </a:p>
          <a:p>
            <a:r>
              <a:t>SCRIBBLES</a:t>
            </a:r>
          </a:p>
          <a:p>
            <a:r>
              <a:t>PUT BLOCK IN CUP</a:t>
            </a:r>
          </a:p>
          <a:p>
            <a:r>
              <a:t>TAKE 2 CUBES</a:t>
            </a:r>
          </a:p>
          <a:p>
            <a:r>
              <a:t>PASS CUBE</a:t>
            </a:r>
          </a:p>
          <a:p>
            <a:r>
              <a:t>RAKE RAISIN</a:t>
            </a:r>
          </a:p>
          <a:p>
            <a:r>
              <a:t>LOOK FOR YARN</a:t>
            </a:r>
          </a:p>
          <a:p>
            <a:r>
              <a:t>REACHES</a:t>
            </a:r>
          </a:p>
          <a:p>
            <a:r>
              <a:t>REGARD RAISIN</a:t>
            </a:r>
          </a:p>
          <a:p>
            <a:r>
              <a:t>FOLLOW 180˚   </a:t>
            </a:r>
          </a:p>
          <a:p>
            <a:r>
              <a:t>BANG 2 CUBES</a:t>
            </a:r>
          </a:p>
          <a:p>
            <a:r>
              <a:t>HELD IN HANDS</a:t>
            </a:r>
          </a:p>
          <a:p>
            <a:r>
              <a:t>THUMB-FINGER</a:t>
            </a:r>
          </a:p>
          <a:p>
            <a:r>
              <a:t>GRASP</a:t>
            </a:r>
          </a:p>
          <a:p>
            <a:r>
              <a:t>HANDS</a:t>
            </a:r>
          </a:p>
          <a:p>
            <a:r>
              <a:t>TOGETHER</a:t>
            </a:r>
          </a:p>
          <a:p>
            <a:r>
              <a:t>GRASP </a:t>
            </a:r>
          </a:p>
          <a:p>
            <a:r>
              <a:t>RATTLE</a:t>
            </a:r>
          </a:p>
          <a:p>
            <a:r>
              <a:t>FOLLOW PAST</a:t>
            </a:r>
          </a:p>
          <a:p>
            <a:r>
              <a:t>MIDLINE</a:t>
            </a:r>
          </a:p>
          <a:p>
            <a:r>
              <a:t>FOLLOW</a:t>
            </a:r>
          </a:p>
          <a:p>
            <a:r>
              <a:t>TO</a:t>
            </a:r>
          </a:p>
          <a:p>
            <a:r>
              <a:t>MIDLINE</a:t>
            </a:r>
          </a:p>
          <a:p>
            <a:r>
              <a:t>IMITATE VERTICAL LINE</a:t>
            </a:r>
          </a:p>
          <a:p>
            <a:r>
              <a:t>86%</a:t>
            </a:r>
          </a:p>
          <a:p>
            <a:r>
              <a:t>88%</a:t>
            </a:r>
          </a:p>
          <a:p>
            <a:r>
              <a:t>BRUSH TEETH, NO HELP</a:t>
            </a:r>
          </a:p>
          <a:p>
            <a:r>
              <a:t>PLAY BOARD/CARD GAMES</a:t>
            </a:r>
          </a:p>
          <a:p>
            <a:r>
              <a:t>DRESS, NO HELP</a:t>
            </a:r>
          </a:p>
          <a:p>
            <a:r>
              <a:t>PUT ON T-SHIRT</a:t>
            </a:r>
          </a:p>
          <a:p>
            <a:r>
              <a:t>NAME FRIEND</a:t>
            </a:r>
          </a:p>
          <a:p>
            <a:r>
              <a:t>WASH &amp; DRY HANDS</a:t>
            </a:r>
          </a:p>
          <a:p>
            <a:r>
              <a:t>BRUSH TEETH WITH HELP</a:t>
            </a:r>
          </a:p>
          <a:p>
            <a:r>
              <a:t>PUT ON CLOTHING</a:t>
            </a:r>
          </a:p>
          <a:p>
            <a:r>
              <a:t>FEED DOLL</a:t>
            </a:r>
          </a:p>
          <a:p>
            <a:r>
              <a:t>REMOVE GARMENT</a:t>
            </a:r>
          </a:p>
          <a:p>
            <a:r>
              <a:t>USE SPOON/FORK</a:t>
            </a:r>
          </a:p>
          <a:p>
            <a:r>
              <a:t>HELP IN HOUSE</a:t>
            </a:r>
          </a:p>
          <a:p>
            <a:r>
              <a:t>DRINK FROM CUP</a:t>
            </a:r>
          </a:p>
          <a:p>
            <a:r>
              <a:t>IMITATE ACTIVITIES</a:t>
            </a:r>
          </a:p>
          <a:p>
            <a:r>
              <a:t>PLAY BALL WITH EXAMINER</a:t>
            </a:r>
          </a:p>
          <a:p>
            <a:r>
              <a:t>WAVE BYE-BYE</a:t>
            </a:r>
          </a:p>
          <a:p>
            <a:r>
              <a:t>INDICATE WANTS</a:t>
            </a:r>
          </a:p>
          <a:p>
            <a:r>
              <a:t>PLAY PAT-A-CAKE</a:t>
            </a:r>
          </a:p>
          <a:p>
            <a:r>
              <a:t>FEED SELF</a:t>
            </a:r>
          </a:p>
          <a:p>
            <a:r>
              <a:t>WORK FOR TOY</a:t>
            </a:r>
          </a:p>
          <a:p>
            <a:r>
              <a:t>REGARD OWN HAND</a:t>
            </a:r>
          </a:p>
          <a:p>
            <a:r>
              <a:t>SMILE</a:t>
            </a:r>
          </a:p>
          <a:p>
            <a:r>
              <a:t>SPONTANEOUSLY</a:t>
            </a:r>
          </a:p>
          <a:p>
            <a:r>
              <a:t>SMILE</a:t>
            </a:r>
          </a:p>
          <a:p>
            <a:r>
              <a:t>RESPON-</a:t>
            </a:r>
          </a:p>
          <a:p>
            <a:r>
              <a:t>SIVELY</a:t>
            </a:r>
          </a:p>
          <a:p>
            <a:r>
              <a:t>REGARD</a:t>
            </a:r>
          </a:p>
          <a:p>
            <a:r>
              <a:t>FACE</a:t>
            </a:r>
          </a:p>
          <a:p>
            <a:r>
              <a:t>DDM, INC.  1-800-419-4729</a:t>
            </a:r>
          </a:p>
          <a:p>
            <a:r>
              <a:t>CATALOG #2115</a:t>
            </a:r>
          </a:p>
          <a:p>
            <a:r>
              <a:t>©1969, 1989, 1990  W. K. Frankenburg and J. B. Dodds ©1978 W. K. Frankenburg ©2009 Wilhelmine R. Frankenburg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C</a:t>
            </a:r>
          </a:p>
          <a:p>
            <a:r>
              <a:t>592 Pediatric Nursing Care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Content reproduced verbatim from Denver screening test-tool.pdf.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5455" y="4023360"/>
            <a:ext cx="4206240" cy="283464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3200400" cy="310896"/>
          </a:xfrm>
          <a:prstGeom prst="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307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0E6B57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99605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14171C"/>
                </a:solidFill>
                <a:latin typeface="Georgia"/>
              </a:rPr>
              <a:t>Denver Screening Test Tool (Form)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7248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7A8291"/>
                </a:solidFill>
                <a:latin typeface="Georgia"/>
              </a:rPr>
              <a:t>أداة اختبار دنفر النموذجية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03320"/>
            <a:ext cx="1463040" cy="32004"/>
          </a:xfrm>
          <a:prstGeom prst="rect">
            <a:avLst/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3192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3E4654"/>
                </a:solidFill>
                <a:latin typeface="Calibri"/>
              </a:rPr>
              <a:t>Human Growth and Development  ·  Practical Lectures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Source document: Denver screening test-tool.pdf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2 pages  ·  Nursing Lectures  ·  Level 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Chapter Overview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Denver Screening Test Tool (Form)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Scope of this chapter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50" b="0" i="0">
                <a:solidFill>
                  <a:srgbClr val="3E4654"/>
                </a:solidFill>
                <a:latin typeface="Calibri"/>
              </a:rPr>
              <a:t>©1969, 1989, 1990  W. K. Frankenburg and J. B. Dodds ©1978 W. K. Frankenburg ©2009 Wilhelmine R. Frankenburg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Learning outcomes — the document's own sections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Denver Screening Test Tool (Form)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Denver Screening Test Tool (Form)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88" b="0" i="0">
                <a:solidFill>
                  <a:srgbClr val="3E4654"/>
                </a:solidFill>
                <a:latin typeface="Calibri"/>
              </a:rPr>
              <a:t>Appendix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03704"/>
            <a:ext cx="10948111" cy="611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DENVER II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Examiner: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Date: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06649"/>
            <a:ext cx="10948111" cy="611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3E4654"/>
                </a:solidFill>
                <a:latin typeface="Calibri"/>
              </a:rPr>
              <a:t>Name: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3E4654"/>
                </a:solidFill>
                <a:latin typeface="Calibri"/>
              </a:rPr>
              <a:t>Birthdate: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3E4654"/>
                </a:solidFill>
                <a:latin typeface="Calibri"/>
              </a:rPr>
              <a:t>ID No.: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09594"/>
            <a:ext cx="10948111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DDM, INC.  1-800-419-4729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CATALOG #2115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3739184"/>
          <a:ext cx="1105783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2 4 6 9 12 15 18 24 3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4 5 6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RBRUS Percent of children passing RPLA 25 50 75 90 M Foa oy t np oa ts es n b oy . report R 1 TEST ITEM RPUT ON T-SH (See back of form) NAME FRIEND RWASH &amp; DRY HANDS R3BRUSH TEETH WITH HELP RPUT ON CLOTHING 1 FEED DOLL RREMOVE GARMENT RUSE SPOON/FORK RHELP IN HOUSE 11THUM RDRINK FROM CUP TOWER OF 8 CUBES RIMITATE ACTIVITIES 10IMITATE VERTICAL RWAVE BYE-BYEPLAY BALL WITH EXAMINER TOWER OF 4 CUBTO ESWER OF 6 CUBES 21 RINDICATE WANTS TOWER OF 2 CUBES RFR AESS CGMP EA1OI RL SRSN DE M IER T2 VSA I ELPN LR EOE YE O NG U -A SR LD Y OWN HAND WORK FR ORF E 8TE OD PY S ATE KAL CF SR INBR BH E9AE SP LN TGDL G HR A I2 UNY A MC SHP U PBA AB -T N FE- D IA S NS- GC EA RK PE UT BLOCK INS C CR UI PBBLD EU SMP RAISIN, DEMONSTRATED SPEECH AL NL 2MU 2 2 10N 2 D KA2 KE 2 U 4 NDC2NR 2 S OJ3 OOS E EU WLT EK E B2 IC U A E 1 A S S U AE R R 7LOOK FOR YARN 20KNOW 2 ACTIONS REACHES 18NAME 4 PICTURES REGARD RAISIN SPEECH HALF UNDERSTANDABLE 5FOLLOW 180˚ 18POINT 4 PICTURES HTOAGNEDTSHER 11 89 NB AO MD EY 1P A PR ICT TS - 6 BALA U R E L5 INWFM EOILDLLOINWE PAST6GRRATATSLPE R 18CO PM OB ININ T E 2 W PIO CR TD US RES O1FB O SA DO L ET JCA O2N CS 5FTMOOIL DL O R6 WORDS FB 2O 9AOL BAT N C E E A C MN R3 WORDS R A U R2 WORDS 28THROW BALL OVERHAND RONE WORD JUMP UP RDADA/MAMA SPECIFIC KICK BALL FORWARD R RJ CA OB MBE BR INS E SYLLABLES 2 RR7 UNW SALK UP STEPS TES RDNAODNA-S/MPEACMIFAIC RWALK BACKWARDS (Check boxes for 1 RIMITATE SPEECH SOUNDS WALK WELL Typical RSINGLE SYLLABLES STOOP AND RECOVER Yes TURN TO VOICE STAND ALONE No R RS LQ AUU GEA HL SS 17TRUARTTNL TINOG SOUND RS PG SI UET TLTT AL I NTN TO DG OSTAND-2 SECS. Co UA Rm l s awp u ra el ai y la l yls yn C Cc C oe o o m m m ( pS p R R"O VO OO C/ AA LA IH ZE" S HOLSDTAINNGD ON Interest in Surr RESPOND TO BELL SUSIPTP-NOORT A Sole mrt ewhat Di PULL TO SIT - NO HEAD-LAG Seriously Dis RROLL OVER Fearfulness CHESSUTP PUOPR-ATRM None BEAR WEIGHT ON LEGS Mild SIT-HEAD STEADY Extreme HEAD UP 90˚ Attention Span HEA RD LU EIFP D45˚ A Sop mpr eo wpr hia at te H AT Di MOEVQEUMAELNTS Very Distract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RPREPARE CEREAL H TEETH, NO HELP Y BOARD/CARD GAMES R4 DRESS, NO HELP IRT 86% 15 COPY 16DRAW PERSON 6 PARTS 15 COPY DEMONSTR. 3PICK LONGER LINE 14 COPY 16DRAW PERSON 3 PTS 12 COPY B WIGGLE 25DEFINE 7 WORDS 88% 26OPPOSITES-2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RWAVE BYE-BYEPLAY BALL WITH EXAMINER TOWER OF 4 CUBTO ESWER OF 6 CUBES 21 RINDICATE WANTS TOWER OF 2 CUBES RR BHAEP LNDL A I2NY HP UA ABT NE- DA SS-CAK PE UT BLOCK INS C CR UI PBBLD EU SMP RAISIN, DEMONSTRATED SPEECH ALL U 20ND2 KE 24 NR 2OSU T G C 9TGHRUAMSPB-FINGER U2 S3 22 E 2 CUBES NAME 1 COL B AE 21KANDOJEW ISIN ARN 20KNOW 2 ACTIONS 18NAME 4 PICTURES SPEECH HALF UNDERSTANDABLE 18POINT 4 PICTURES 19BODY PARTS - 6 BALA 18NAME 1 PICTURE R 18CO PM OB ININ E W PIO CR TD US FBOAOLTA 2N CS T 2 RES R6 WORDS FBOAOLAT N1C SEE ECAOCN R3 WORDS 29BROAD JUM R2 WORDS 28THROW BALL OVERHAND RONE WORD JUMP UP RDADA/MAMA SPECIFIC KICK BALL FORWARD MBE BR INS E SYLLABLES 2 RR7 UNW SALK UP STEPS TES DNA-S/MPEACMIFAIC RWALK BACKWARDS (Check boxes for 1 WALK WELL Typical ABLES STOOP AND RECOVER Yes STAND ALONE No STAND-2 SECS. Compliance (S RSGIETTT ITNOG Always Comp PSUTLALN TDO U Rs au rea ll yly C C oo mm p HOLSDTAINNGD ON Interest in Surr Alert Somewhat Di Seriously Dis Fearfulness None Mild Extreme Attention Span Appropriate Somewhat Di Very Distract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23COUNT 5 BLOCKS KNOW 3 ADJECTIVES 25DEFINE 5 WORDS NAME 4 COLORS NDERSTAND 4 PREPOSITIONS ANDABLE W 4 ACTIONS USE OF 3 OBJECTS COUNT 1 BLOCK OF 2 OBJECTS OR C T2IVES BALANCE EACH FOOT 6 SECONDS 30HEEL-TO-TOE WALK BALANCE EACH FOOT 5 SECS. BALANCE EACH FOOT 4 SECS. NCE EACH FOOT 3 SECONDS HOPS EE CEOANCDHS HD P T BEHAVIOR st, 2nd, or 3rd test) 1 2 3 ee Note 31) 1 2 3 lies plies lies oundings 1 2 3 sinterested interested 1 2 3 1 2 3 stractable able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WORK FOR TOY R2REGARD OWN HAND RSSMPOILNETANEOUSLY 1SRSM IEVSI ELPLEOYN- TAKE RFAECGEARD 8PASS CU RAKE R 7LOOK FOR Y REACHES REGARD RAISIN 5FOLLOW 180˚ HTOAGNEDTSHER 6GRRATATSLPE 5FMOILDLLOINWE PAST 5FTMOOIL DL LO INW E RJAB RCO RDNAO RIMITATE SPEECH SOUNDS RSINGLE SYLL TURN TO VOICE 17TRUARTTNL TINOG SOUND RSQUEALS RLAUGHS R"OOO/AAH" RVOCALIZES RESPOND TO BELL SUSIPTP-NOORT PULL TO SIT - NO HEAD-LAG RROLL OVER CHESSUTP PUOPR-ATRM BEAR WEIGHT ON LEGS SIT-HEAD STEADY HEAD UP 90˚ HEAD UP 45˚ RHLEIFATD MOEVQEUMAELNTS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792" y="5129072"/>
            <a:ext cx="10948111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3E4654"/>
                </a:solidFill>
                <a:latin typeface="Calibri"/>
              </a:rPr>
              <a:t>©1969, 1989, 1990  W. K. Frankenburg and J. B. Dodds ©1978 W. K. Frankenburg ©2009 Wilhelmine R. Frankenburg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485307"/>
            <a:ext cx="10948111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Tools 591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Denver Screening Test Tool (Form)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Denver Screening Test Tool (Form)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88" b="0" i="0">
                <a:solidFill>
                  <a:srgbClr val="3E4654"/>
                </a:solidFill>
                <a:latin typeface="Calibri"/>
              </a:rPr>
              <a:t>Appendix C</a:t>
            </a:r>
          </a:p>
        </p:txBody>
      </p:sp>
      <p:pic>
        <p:nvPicPr>
          <p:cNvPr id="11" name="Picture 10" descr="p0001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03704"/>
            <a:ext cx="10692079" cy="20231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" y="3936589"/>
            <a:ext cx="10948111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592 Pediatric Nursing 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01434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 i="0">
                <a:solidFill>
                  <a:srgbClr val="14171C"/>
                </a:solidFill>
                <a:latin typeface="Georgia"/>
              </a:rPr>
              <a:t>Document Information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3E4654"/>
                </a:solidFill>
                <a:latin typeface="Calibri"/>
              </a:rPr>
              <a:t>Denver Screening Test Tool (Form)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7A8291"/>
                </a:solidFill>
                <a:latin typeface="Calibri"/>
              </a:rPr>
              <a:t>أداة اختبار دنفر النموذجية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Source file: Denver screening test-tool.pdf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Pages in source: 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Slides in this deck: 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Course: Human Growth and Development — Practical Lectures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7007" y="41605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EAF6F1"/>
                </a:solidFill>
                <a:latin typeface="Calibri"/>
              </a:rPr>
              <a:t>Full readable text and the original file are available on the lecture platform: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https://moustafaali-prog.github.io/growth-development-lectures/lectures/practical/Denver screening test-tool.html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