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55" r:id="rId1"/>
    <p:sldMasterId id="2147483702" r:id="rId2"/>
    <p:sldMasterId id="2147483713" r:id="rId3"/>
  </p:sldMasterIdLst>
  <p:notesMasterIdLst>
    <p:notesMasterId r:id="rId46"/>
  </p:notesMasterIdLst>
  <p:sldIdLst>
    <p:sldId id="401" r:id="rId4"/>
    <p:sldId id="396" r:id="rId5"/>
    <p:sldId id="398" r:id="rId6"/>
    <p:sldId id="257" r:id="rId7"/>
    <p:sldId id="365" r:id="rId8"/>
    <p:sldId id="366" r:id="rId9"/>
    <p:sldId id="367" r:id="rId10"/>
    <p:sldId id="332" r:id="rId11"/>
    <p:sldId id="351" r:id="rId12"/>
    <p:sldId id="369" r:id="rId13"/>
    <p:sldId id="384" r:id="rId14"/>
    <p:sldId id="356" r:id="rId15"/>
    <p:sldId id="352" r:id="rId16"/>
    <p:sldId id="399" r:id="rId17"/>
    <p:sldId id="353" r:id="rId18"/>
    <p:sldId id="380" r:id="rId19"/>
    <p:sldId id="370" r:id="rId20"/>
    <p:sldId id="354" r:id="rId21"/>
    <p:sldId id="385" r:id="rId22"/>
    <p:sldId id="371" r:id="rId23"/>
    <p:sldId id="355" r:id="rId24"/>
    <p:sldId id="382" r:id="rId25"/>
    <p:sldId id="381" r:id="rId26"/>
    <p:sldId id="383" r:id="rId27"/>
    <p:sldId id="357" r:id="rId28"/>
    <p:sldId id="373" r:id="rId29"/>
    <p:sldId id="376" r:id="rId30"/>
    <p:sldId id="372" r:id="rId31"/>
    <p:sldId id="378" r:id="rId32"/>
    <p:sldId id="379" r:id="rId33"/>
    <p:sldId id="358" r:id="rId34"/>
    <p:sldId id="364" r:id="rId35"/>
    <p:sldId id="386" r:id="rId36"/>
    <p:sldId id="359" r:id="rId37"/>
    <p:sldId id="360" r:id="rId38"/>
    <p:sldId id="375" r:id="rId39"/>
    <p:sldId id="361" r:id="rId40"/>
    <p:sldId id="388" r:id="rId41"/>
    <p:sldId id="390" r:id="rId42"/>
    <p:sldId id="393" r:id="rId43"/>
    <p:sldId id="394" r:id="rId44"/>
    <p:sldId id="262" r:id="rId45"/>
  </p:sldIdLst>
  <p:sldSz cx="12192000" cy="6858000"/>
  <p:notesSz cx="6858000" cy="9144000"/>
  <p:defaultTextStyle>
    <a:defPPr>
      <a:defRPr lang="ar-SA"/>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Verdana" panose="020B060403050404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Verdana" panose="020B060403050404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Verdana" panose="020B060403050404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Verdan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4380"/>
    <p:restoredTop sz="73958" autoAdjust="0"/>
  </p:normalViewPr>
  <p:slideViewPr>
    <p:cSldViewPr>
      <p:cViewPr varScale="1">
        <p:scale>
          <a:sx n="65" d="100"/>
          <a:sy n="65" d="100"/>
        </p:scale>
        <p:origin x="834" y="66"/>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4626" name="Rectangle 2">
            <a:extLst>
              <a:ext uri="{FF2B5EF4-FFF2-40B4-BE49-F238E27FC236}">
                <a16:creationId xmlns:a16="http://schemas.microsoft.com/office/drawing/2014/main" id="{A7E5D4F1-F4AA-5545-1B11-70969FFE679D}"/>
              </a:ext>
            </a:extLst>
          </p:cNvPr>
          <p:cNvSpPr>
            <a:spLocks noGrp="1" noChangeArrowheads="1"/>
          </p:cNvSpPr>
          <p:nvPr>
            <p:ph type="hdr" sz="quarter"/>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rtl="1" eaLnBrk="1" hangingPunct="1">
              <a:defRPr sz="1200">
                <a:latin typeface="Arial" pitchFamily="34" charset="0"/>
              </a:defRPr>
            </a:lvl1pPr>
          </a:lstStyle>
          <a:p>
            <a:pPr>
              <a:defRPr/>
            </a:pPr>
            <a:endParaRPr lang="en-US"/>
          </a:p>
        </p:txBody>
      </p:sp>
      <p:sp>
        <p:nvSpPr>
          <p:cNvPr id="154627" name="Rectangle 3">
            <a:extLst>
              <a:ext uri="{FF2B5EF4-FFF2-40B4-BE49-F238E27FC236}">
                <a16:creationId xmlns:a16="http://schemas.microsoft.com/office/drawing/2014/main" id="{F7F04724-4199-6EE2-6E24-F4ED9DA9068E}"/>
              </a:ext>
            </a:extLst>
          </p:cNvPr>
          <p:cNvSpPr>
            <a:spLocks noGrp="1" noChangeArrowheads="1"/>
          </p:cNvSpPr>
          <p:nvPr>
            <p:ph type="dt" idx="1"/>
          </p:nvPr>
        </p:nvSpPr>
        <p:spPr bwMode="auto">
          <a:xfrm>
            <a:off x="1588"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rtl="1" eaLnBrk="1" hangingPunct="1">
              <a:defRPr sz="1200">
                <a:latin typeface="Arial" pitchFamily="34" charset="0"/>
              </a:defRPr>
            </a:lvl1pPr>
          </a:lstStyle>
          <a:p>
            <a:pPr>
              <a:defRPr/>
            </a:pPr>
            <a:endParaRPr lang="en-US"/>
          </a:p>
        </p:txBody>
      </p:sp>
      <p:sp>
        <p:nvSpPr>
          <p:cNvPr id="35844" name="Rectangle 4">
            <a:extLst>
              <a:ext uri="{FF2B5EF4-FFF2-40B4-BE49-F238E27FC236}">
                <a16:creationId xmlns:a16="http://schemas.microsoft.com/office/drawing/2014/main" id="{6D4769DA-2870-6973-DBE3-122DEEE295F9}"/>
              </a:ext>
            </a:extLst>
          </p:cNvPr>
          <p:cNvSpPr>
            <a:spLocks noRo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4629" name="Rectangle 5">
            <a:extLst>
              <a:ext uri="{FF2B5EF4-FFF2-40B4-BE49-F238E27FC236}">
                <a16:creationId xmlns:a16="http://schemas.microsoft.com/office/drawing/2014/main" id="{C003AA42-D865-C534-79E7-E4F6BC1ED6DB}"/>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4630" name="Rectangle 6">
            <a:extLst>
              <a:ext uri="{FF2B5EF4-FFF2-40B4-BE49-F238E27FC236}">
                <a16:creationId xmlns:a16="http://schemas.microsoft.com/office/drawing/2014/main" id="{A1F3E272-80E2-FC59-8603-2CD58D55E9E8}"/>
              </a:ext>
            </a:extLst>
          </p:cNvPr>
          <p:cNvSpPr>
            <a:spLocks noGrp="1" noChangeArrowheads="1"/>
          </p:cNvSpPr>
          <p:nvPr>
            <p:ph type="ftr" sz="quarter" idx="4"/>
          </p:nvPr>
        </p:nvSpPr>
        <p:spPr bwMode="auto">
          <a:xfrm>
            <a:off x="388620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rtl="1" eaLnBrk="1" hangingPunct="1">
              <a:defRPr sz="1200">
                <a:latin typeface="Arial" pitchFamily="34" charset="0"/>
              </a:defRPr>
            </a:lvl1pPr>
          </a:lstStyle>
          <a:p>
            <a:pPr>
              <a:defRPr/>
            </a:pPr>
            <a:endParaRPr lang="en-US"/>
          </a:p>
        </p:txBody>
      </p:sp>
      <p:sp>
        <p:nvSpPr>
          <p:cNvPr id="154631" name="Rectangle 7">
            <a:extLst>
              <a:ext uri="{FF2B5EF4-FFF2-40B4-BE49-F238E27FC236}">
                <a16:creationId xmlns:a16="http://schemas.microsoft.com/office/drawing/2014/main" id="{0CC535B1-5283-F9A0-4DD3-871C8E74618D}"/>
              </a:ext>
            </a:extLst>
          </p:cNvPr>
          <p:cNvSpPr>
            <a:spLocks noGrp="1" noChangeArrowheads="1"/>
          </p:cNvSpPr>
          <p:nvPr>
            <p:ph type="sldNum" sz="quarter" idx="5"/>
          </p:nvPr>
        </p:nvSpPr>
        <p:spPr bwMode="auto">
          <a:xfrm>
            <a:off x="1588"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rtl="1" eaLnBrk="1" hangingPunct="1">
              <a:defRPr sz="1200" smtClean="0">
                <a:latin typeface="Arial" panose="020B0604020202020204" pitchFamily="34" charset="0"/>
              </a:defRPr>
            </a:lvl1pPr>
          </a:lstStyle>
          <a:p>
            <a:pPr>
              <a:defRPr/>
            </a:pPr>
            <a:fld id="{CC3968DE-47A7-4D31-9B31-83F6899BB0C6}"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r" rtl="1"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r" rtl="1"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r" rtl="1"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r" rtl="1"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3AE062AC-B97D-B4BC-0B25-0A5452EFB1BB}"/>
              </a:ext>
            </a:extLst>
          </p:cNvPr>
          <p:cNvSpPr>
            <a:spLocks noGrp="1" noRot="1" noChangeAspect="1" noChangeArrowheads="1" noTextEdit="1"/>
          </p:cNvSpPr>
          <p:nvPr>
            <p:ph type="sldImg"/>
          </p:nvPr>
        </p:nvSpPr>
        <p:spPr>
          <a:ln/>
        </p:spPr>
      </p:sp>
      <p:sp>
        <p:nvSpPr>
          <p:cNvPr id="37891" name="Notes Placeholder 2">
            <a:extLst>
              <a:ext uri="{FF2B5EF4-FFF2-40B4-BE49-F238E27FC236}">
                <a16:creationId xmlns:a16="http://schemas.microsoft.com/office/drawing/2014/main" id="{41E332C6-AD81-3C8E-B2EF-C80AB480B65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ar-IQ"/>
          </a:p>
        </p:txBody>
      </p:sp>
      <p:sp>
        <p:nvSpPr>
          <p:cNvPr id="37892" name="Slide Number Placeholder 3">
            <a:extLst>
              <a:ext uri="{FF2B5EF4-FFF2-40B4-BE49-F238E27FC236}">
                <a16:creationId xmlns:a16="http://schemas.microsoft.com/office/drawing/2014/main" id="{D3B5E417-EB48-DE74-C882-E75E7DD27BEA}"/>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r" rtl="0"/>
            <a:fld id="{CEE031C9-0F59-4D19-9B40-51CB6F674C0D}" type="slidenum">
              <a:rPr lang="en-US" altLang="ar-IQ">
                <a:solidFill>
                  <a:srgbClr val="000000"/>
                </a:solidFill>
                <a:latin typeface="Calibri" panose="020F0502020204030204" pitchFamily="34" charset="0"/>
              </a:rPr>
              <a:pPr algn="r" rtl="0"/>
              <a:t>1</a:t>
            </a:fld>
            <a:endParaRPr lang="en-US" altLang="ar-IQ">
              <a:solidFill>
                <a:srgbClr val="000000"/>
              </a:solidFill>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0ADA16AC-21F7-5960-B5E5-6ACAD218AE0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30000"/>
              </a:spcBef>
              <a:defRPr sz="1200">
                <a:solidFill>
                  <a:schemeClr val="tx1"/>
                </a:solidFill>
                <a:latin typeface="Arial" panose="020B0604020202020204" pitchFamily="34" charset="0"/>
                <a:cs typeface="Arial" panose="020B0604020202020204" pitchFamily="34" charset="0"/>
              </a:defRPr>
            </a:lvl1pPr>
            <a:lvl2pPr marL="742950" indent="-285750" algn="r" rtl="1">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lgn="r" rtl="1">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lgn="r" rtl="1">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lgn="r" rtl="1">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l">
              <a:spcBef>
                <a:spcPct val="0"/>
              </a:spcBef>
            </a:pPr>
            <a:fld id="{BF06938F-69DE-462A-A137-84D73429F47F}" type="slidenum">
              <a:rPr lang="ar-SA" altLang="ar-IQ"/>
              <a:pPr algn="l">
                <a:spcBef>
                  <a:spcPct val="0"/>
                </a:spcBef>
              </a:pPr>
              <a:t>37</a:t>
            </a:fld>
            <a:endParaRPr lang="en-US" altLang="ar-IQ"/>
          </a:p>
        </p:txBody>
      </p:sp>
      <p:sp>
        <p:nvSpPr>
          <p:cNvPr id="75779" name="Rectangle 2">
            <a:extLst>
              <a:ext uri="{FF2B5EF4-FFF2-40B4-BE49-F238E27FC236}">
                <a16:creationId xmlns:a16="http://schemas.microsoft.com/office/drawing/2014/main" id="{85961FD2-1DB8-93A5-8FB1-237810FA1278}"/>
              </a:ext>
            </a:extLst>
          </p:cNvPr>
          <p:cNvSpPr>
            <a:spLocks noRot="1" noChangeArrowheads="1" noTextEdit="1"/>
          </p:cNvSpPr>
          <p:nvPr>
            <p:ph type="sldImg"/>
          </p:nvPr>
        </p:nvSpPr>
        <p:spPr>
          <a:ln/>
        </p:spPr>
      </p:sp>
      <p:sp>
        <p:nvSpPr>
          <p:cNvPr id="75780" name="Rectangle 3">
            <a:extLst>
              <a:ext uri="{FF2B5EF4-FFF2-40B4-BE49-F238E27FC236}">
                <a16:creationId xmlns:a16="http://schemas.microsoft.com/office/drawing/2014/main" id="{4657B8DB-C58A-2E2F-EE3A-0ED7C30AC53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eaLnBrk="1" hangingPunct="1"/>
            <a:endParaRPr lang="en-US" altLang="ar-IQ"/>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a:extLst>
              <a:ext uri="{FF2B5EF4-FFF2-40B4-BE49-F238E27FC236}">
                <a16:creationId xmlns:a16="http://schemas.microsoft.com/office/drawing/2014/main" id="{AFA6164B-4532-624E-8E74-93DCF88EE157}"/>
              </a:ext>
            </a:extLst>
          </p:cNvPr>
          <p:cNvSpPr>
            <a:spLocks noGrp="1" noRot="1" noChangeAspect="1" noChangeArrowheads="1" noTextEdit="1"/>
          </p:cNvSpPr>
          <p:nvPr>
            <p:ph type="sldImg"/>
          </p:nvPr>
        </p:nvSpPr>
        <p:spPr>
          <a:xfrm>
            <a:off x="685800" y="1143000"/>
            <a:ext cx="5486400" cy="3086100"/>
          </a:xfrm>
          <a:ln/>
        </p:spPr>
      </p:sp>
      <p:sp>
        <p:nvSpPr>
          <p:cNvPr id="81923" name="Notes Placeholder 2">
            <a:extLst>
              <a:ext uri="{FF2B5EF4-FFF2-40B4-BE49-F238E27FC236}">
                <a16:creationId xmlns:a16="http://schemas.microsoft.com/office/drawing/2014/main" id="{EE4D09AF-AAA5-E52E-C3C3-EDDC0CDF3B8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ar-IQ"/>
          </a:p>
        </p:txBody>
      </p:sp>
      <p:sp>
        <p:nvSpPr>
          <p:cNvPr id="81924" name="Slide Number Placeholder 3">
            <a:extLst>
              <a:ext uri="{FF2B5EF4-FFF2-40B4-BE49-F238E27FC236}">
                <a16:creationId xmlns:a16="http://schemas.microsoft.com/office/drawing/2014/main" id="{555F5C39-3A22-83CA-E9B0-FE93B90A8C08}"/>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r" rtl="0"/>
            <a:fld id="{CAC2BCC6-CB56-4C0D-A58D-58BE12A561F6}" type="slidenum">
              <a:rPr lang="en-US" altLang="ar-IQ">
                <a:solidFill>
                  <a:srgbClr val="000000"/>
                </a:solidFill>
                <a:latin typeface="Calibri" panose="020F0502020204030204" pitchFamily="34" charset="0"/>
              </a:rPr>
              <a:pPr algn="r" rtl="0"/>
              <a:t>42</a:t>
            </a:fld>
            <a:endParaRPr lang="en-US" altLang="ar-IQ">
              <a:solidFill>
                <a:srgbClr val="000000"/>
              </a:solidFill>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9FDEE267-0EE3-6502-6E26-DF9AD1C6F3A0}"/>
              </a:ext>
            </a:extLst>
          </p:cNvPr>
          <p:cNvGrpSpPr>
            <a:grpSpLocks/>
          </p:cNvGrpSpPr>
          <p:nvPr/>
        </p:nvGrpSpPr>
        <p:grpSpPr bwMode="auto">
          <a:xfrm>
            <a:off x="0" y="0"/>
            <a:ext cx="11741150" cy="6858000"/>
            <a:chOff x="0" y="0"/>
            <a:chExt cx="5547" cy="4320"/>
          </a:xfrm>
        </p:grpSpPr>
        <p:grpSp>
          <p:nvGrpSpPr>
            <p:cNvPr id="3" name="Group 3">
              <a:extLst>
                <a:ext uri="{FF2B5EF4-FFF2-40B4-BE49-F238E27FC236}">
                  <a16:creationId xmlns:a16="http://schemas.microsoft.com/office/drawing/2014/main" id="{4C139148-1048-34E2-673F-83CE666FE3D2}"/>
                </a:ext>
              </a:extLst>
            </p:cNvPr>
            <p:cNvGrpSpPr>
              <a:grpSpLocks/>
            </p:cNvGrpSpPr>
            <p:nvPr userDrawn="1"/>
          </p:nvGrpSpPr>
          <p:grpSpPr bwMode="auto">
            <a:xfrm rot="-215207">
              <a:off x="3690" y="234"/>
              <a:ext cx="1857" cy="3625"/>
              <a:chOff x="3010" y="778"/>
              <a:chExt cx="1857" cy="3625"/>
            </a:xfrm>
          </p:grpSpPr>
          <p:sp>
            <p:nvSpPr>
              <p:cNvPr id="37" name="Freeform 4">
                <a:extLst>
                  <a:ext uri="{FF2B5EF4-FFF2-40B4-BE49-F238E27FC236}">
                    <a16:creationId xmlns:a16="http://schemas.microsoft.com/office/drawing/2014/main" id="{CD1DB0A1-5128-51DC-F08A-3C4843FA64B5}"/>
                  </a:ext>
                </a:extLst>
              </p:cNvPr>
              <p:cNvSpPr>
                <a:spLocks/>
              </p:cNvSpPr>
              <p:nvPr userDrawn="1"/>
            </p:nvSpPr>
            <p:spPr bwMode="ltGray">
              <a:xfrm rot="12185230" flipV="1">
                <a:off x="3534" y="778"/>
                <a:ext cx="1333" cy="1485"/>
              </a:xfrm>
              <a:custGeom>
                <a:avLst/>
                <a:gdLst>
                  <a:gd name="T0" fmla="*/ 181 w 596"/>
                  <a:gd name="T1" fmla="*/ 4103 h 666"/>
                  <a:gd name="T2" fmla="*/ 65 w 596"/>
                  <a:gd name="T3" fmla="*/ 3779 h 666"/>
                  <a:gd name="T4" fmla="*/ 0 w 596"/>
                  <a:gd name="T5" fmla="*/ 3202 h 666"/>
                  <a:gd name="T6" fmla="*/ 45 w 596"/>
                  <a:gd name="T7" fmla="*/ 2462 h 666"/>
                  <a:gd name="T8" fmla="*/ 280 w 596"/>
                  <a:gd name="T9" fmla="*/ 1675 h 666"/>
                  <a:gd name="T10" fmla="*/ 769 w 596"/>
                  <a:gd name="T11" fmla="*/ 930 h 666"/>
                  <a:gd name="T12" fmla="*/ 1590 w 596"/>
                  <a:gd name="T13" fmla="*/ 343 h 666"/>
                  <a:gd name="T14" fmla="*/ 2762 w 596"/>
                  <a:gd name="T15" fmla="*/ 20 h 666"/>
                  <a:gd name="T16" fmla="*/ 4252 w 596"/>
                  <a:gd name="T17" fmla="*/ 100 h 666"/>
                  <a:gd name="T18" fmla="*/ 5417 w 596"/>
                  <a:gd name="T19" fmla="*/ 756 h 666"/>
                  <a:gd name="T20" fmla="*/ 6198 w 596"/>
                  <a:gd name="T21" fmla="*/ 1831 h 666"/>
                  <a:gd name="T22" fmla="*/ 6614 w 596"/>
                  <a:gd name="T23" fmla="*/ 3146 h 666"/>
                  <a:gd name="T24" fmla="*/ 6658 w 596"/>
                  <a:gd name="T25" fmla="*/ 4535 h 666"/>
                  <a:gd name="T26" fmla="*/ 6334 w 596"/>
                  <a:gd name="T27" fmla="*/ 5822 h 666"/>
                  <a:gd name="T28" fmla="*/ 5672 w 596"/>
                  <a:gd name="T29" fmla="*/ 6816 h 666"/>
                  <a:gd name="T30" fmla="*/ 4668 w 596"/>
                  <a:gd name="T31" fmla="*/ 7349 h 666"/>
                  <a:gd name="T32" fmla="*/ 4352 w 596"/>
                  <a:gd name="T33" fmla="*/ 7302 h 666"/>
                  <a:gd name="T34" fmla="*/ 4932 w 596"/>
                  <a:gd name="T35" fmla="*/ 6841 h 666"/>
                  <a:gd name="T36" fmla="*/ 5392 w 596"/>
                  <a:gd name="T37" fmla="*/ 6031 h 666"/>
                  <a:gd name="T38" fmla="*/ 5692 w 596"/>
                  <a:gd name="T39" fmla="*/ 5030 h 666"/>
                  <a:gd name="T40" fmla="*/ 5817 w 596"/>
                  <a:gd name="T41" fmla="*/ 3938 h 666"/>
                  <a:gd name="T42" fmla="*/ 5752 w 596"/>
                  <a:gd name="T43" fmla="*/ 2859 h 666"/>
                  <a:gd name="T44" fmla="*/ 5428 w 596"/>
                  <a:gd name="T45" fmla="*/ 1929 h 666"/>
                  <a:gd name="T46" fmla="*/ 4842 w 596"/>
                  <a:gd name="T47" fmla="*/ 1242 h 666"/>
                  <a:gd name="T48" fmla="*/ 3818 w 596"/>
                  <a:gd name="T49" fmla="*/ 829 h 666"/>
                  <a:gd name="T50" fmla="*/ 2751 w 596"/>
                  <a:gd name="T51" fmla="*/ 676 h 666"/>
                  <a:gd name="T52" fmla="*/ 1946 w 596"/>
                  <a:gd name="T53" fmla="*/ 785 h 666"/>
                  <a:gd name="T54" fmla="*/ 1355 w 596"/>
                  <a:gd name="T55" fmla="*/ 1119 h 666"/>
                  <a:gd name="T56" fmla="*/ 939 w 596"/>
                  <a:gd name="T57" fmla="*/ 1650 h 666"/>
                  <a:gd name="T58" fmla="*/ 635 w 596"/>
                  <a:gd name="T59" fmla="*/ 2281 h 666"/>
                  <a:gd name="T60" fmla="*/ 445 w 596"/>
                  <a:gd name="T61" fmla="*/ 3012 h 666"/>
                  <a:gd name="T62" fmla="*/ 315 w 596"/>
                  <a:gd name="T63" fmla="*/ 3759 h 66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96" h="666">
                    <a:moveTo>
                      <a:pt x="22" y="372"/>
                    </a:moveTo>
                    <a:lnTo>
                      <a:pt x="16" y="370"/>
                    </a:lnTo>
                    <a:lnTo>
                      <a:pt x="10" y="360"/>
                    </a:lnTo>
                    <a:lnTo>
                      <a:pt x="6" y="341"/>
                    </a:lnTo>
                    <a:lnTo>
                      <a:pt x="1" y="318"/>
                    </a:lnTo>
                    <a:lnTo>
                      <a:pt x="0" y="289"/>
                    </a:lnTo>
                    <a:lnTo>
                      <a:pt x="0" y="257"/>
                    </a:lnTo>
                    <a:lnTo>
                      <a:pt x="4" y="222"/>
                    </a:lnTo>
                    <a:lnTo>
                      <a:pt x="13" y="187"/>
                    </a:lnTo>
                    <a:lnTo>
                      <a:pt x="25" y="151"/>
                    </a:lnTo>
                    <a:lnTo>
                      <a:pt x="45" y="116"/>
                    </a:lnTo>
                    <a:lnTo>
                      <a:pt x="69" y="84"/>
                    </a:lnTo>
                    <a:lnTo>
                      <a:pt x="101" y="55"/>
                    </a:lnTo>
                    <a:lnTo>
                      <a:pt x="142" y="31"/>
                    </a:lnTo>
                    <a:lnTo>
                      <a:pt x="190" y="13"/>
                    </a:lnTo>
                    <a:lnTo>
                      <a:pt x="247" y="2"/>
                    </a:lnTo>
                    <a:lnTo>
                      <a:pt x="314" y="0"/>
                    </a:lnTo>
                    <a:lnTo>
                      <a:pt x="380" y="9"/>
                    </a:lnTo>
                    <a:lnTo>
                      <a:pt x="436" y="33"/>
                    </a:lnTo>
                    <a:lnTo>
                      <a:pt x="484" y="68"/>
                    </a:lnTo>
                    <a:lnTo>
                      <a:pt x="524" y="113"/>
                    </a:lnTo>
                    <a:lnTo>
                      <a:pt x="554" y="165"/>
                    </a:lnTo>
                    <a:lnTo>
                      <a:pt x="577" y="222"/>
                    </a:lnTo>
                    <a:lnTo>
                      <a:pt x="591" y="284"/>
                    </a:lnTo>
                    <a:lnTo>
                      <a:pt x="596" y="347"/>
                    </a:lnTo>
                    <a:lnTo>
                      <a:pt x="595" y="409"/>
                    </a:lnTo>
                    <a:lnTo>
                      <a:pt x="585" y="469"/>
                    </a:lnTo>
                    <a:lnTo>
                      <a:pt x="566" y="525"/>
                    </a:lnTo>
                    <a:lnTo>
                      <a:pt x="540" y="574"/>
                    </a:lnTo>
                    <a:lnTo>
                      <a:pt x="507" y="615"/>
                    </a:lnTo>
                    <a:lnTo>
                      <a:pt x="465" y="645"/>
                    </a:lnTo>
                    <a:lnTo>
                      <a:pt x="417" y="663"/>
                    </a:lnTo>
                    <a:lnTo>
                      <a:pt x="360" y="666"/>
                    </a:lnTo>
                    <a:lnTo>
                      <a:pt x="389" y="659"/>
                    </a:lnTo>
                    <a:lnTo>
                      <a:pt x="417" y="642"/>
                    </a:lnTo>
                    <a:lnTo>
                      <a:pt x="441" y="617"/>
                    </a:lnTo>
                    <a:lnTo>
                      <a:pt x="463" y="583"/>
                    </a:lnTo>
                    <a:lnTo>
                      <a:pt x="482" y="544"/>
                    </a:lnTo>
                    <a:lnTo>
                      <a:pt x="497" y="501"/>
                    </a:lnTo>
                    <a:lnTo>
                      <a:pt x="509" y="454"/>
                    </a:lnTo>
                    <a:lnTo>
                      <a:pt x="517" y="404"/>
                    </a:lnTo>
                    <a:lnTo>
                      <a:pt x="520" y="355"/>
                    </a:lnTo>
                    <a:lnTo>
                      <a:pt x="519" y="305"/>
                    </a:lnTo>
                    <a:lnTo>
                      <a:pt x="514" y="258"/>
                    </a:lnTo>
                    <a:lnTo>
                      <a:pt x="502" y="213"/>
                    </a:lnTo>
                    <a:lnTo>
                      <a:pt x="485" y="174"/>
                    </a:lnTo>
                    <a:lnTo>
                      <a:pt x="462" y="139"/>
                    </a:lnTo>
                    <a:lnTo>
                      <a:pt x="433" y="112"/>
                    </a:lnTo>
                    <a:lnTo>
                      <a:pt x="397" y="93"/>
                    </a:lnTo>
                    <a:lnTo>
                      <a:pt x="341" y="75"/>
                    </a:lnTo>
                    <a:lnTo>
                      <a:pt x="290" y="65"/>
                    </a:lnTo>
                    <a:lnTo>
                      <a:pt x="246" y="61"/>
                    </a:lnTo>
                    <a:lnTo>
                      <a:pt x="207" y="63"/>
                    </a:lnTo>
                    <a:lnTo>
                      <a:pt x="174" y="71"/>
                    </a:lnTo>
                    <a:lnTo>
                      <a:pt x="146" y="84"/>
                    </a:lnTo>
                    <a:lnTo>
                      <a:pt x="121" y="101"/>
                    </a:lnTo>
                    <a:lnTo>
                      <a:pt x="101" y="123"/>
                    </a:lnTo>
                    <a:lnTo>
                      <a:pt x="84" y="149"/>
                    </a:lnTo>
                    <a:lnTo>
                      <a:pt x="69" y="176"/>
                    </a:lnTo>
                    <a:lnTo>
                      <a:pt x="57" y="206"/>
                    </a:lnTo>
                    <a:lnTo>
                      <a:pt x="48" y="239"/>
                    </a:lnTo>
                    <a:lnTo>
                      <a:pt x="40" y="272"/>
                    </a:lnTo>
                    <a:lnTo>
                      <a:pt x="33" y="305"/>
                    </a:lnTo>
                    <a:lnTo>
                      <a:pt x="28" y="339"/>
                    </a:lnTo>
                    <a:lnTo>
                      <a:pt x="22" y="3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38" name="Freeform 5">
                <a:extLst>
                  <a:ext uri="{FF2B5EF4-FFF2-40B4-BE49-F238E27FC236}">
                    <a16:creationId xmlns:a16="http://schemas.microsoft.com/office/drawing/2014/main" id="{2B14297C-42A7-DF0D-0CD0-1191438E1450}"/>
                  </a:ext>
                </a:extLst>
              </p:cNvPr>
              <p:cNvSpPr>
                <a:spLocks/>
              </p:cNvSpPr>
              <p:nvPr userDrawn="1"/>
            </p:nvSpPr>
            <p:spPr bwMode="ltGray">
              <a:xfrm rot="12185230" flipV="1">
                <a:off x="4029" y="1802"/>
                <a:ext cx="571" cy="531"/>
              </a:xfrm>
              <a:custGeom>
                <a:avLst/>
                <a:gdLst>
                  <a:gd name="T0" fmla="*/ 0 w 257"/>
                  <a:gd name="T1" fmla="*/ 0 h 237"/>
                  <a:gd name="T2" fmla="*/ 0 w 257"/>
                  <a:gd name="T3" fmla="*/ 280 h 237"/>
                  <a:gd name="T4" fmla="*/ 36 w 257"/>
                  <a:gd name="T5" fmla="*/ 562 h 237"/>
                  <a:gd name="T6" fmla="*/ 64 w 257"/>
                  <a:gd name="T7" fmla="*/ 842 h 237"/>
                  <a:gd name="T8" fmla="*/ 118 w 257"/>
                  <a:gd name="T9" fmla="*/ 1105 h 237"/>
                  <a:gd name="T10" fmla="*/ 198 w 257"/>
                  <a:gd name="T11" fmla="*/ 1340 h 237"/>
                  <a:gd name="T12" fmla="*/ 295 w 257"/>
                  <a:gd name="T13" fmla="*/ 1586 h 237"/>
                  <a:gd name="T14" fmla="*/ 415 w 257"/>
                  <a:gd name="T15" fmla="*/ 1813 h 237"/>
                  <a:gd name="T16" fmla="*/ 558 w 257"/>
                  <a:gd name="T17" fmla="*/ 2003 h 237"/>
                  <a:gd name="T18" fmla="*/ 735 w 257"/>
                  <a:gd name="T19" fmla="*/ 2184 h 237"/>
                  <a:gd name="T20" fmla="*/ 942 w 257"/>
                  <a:gd name="T21" fmla="*/ 2339 h 237"/>
                  <a:gd name="T22" fmla="*/ 1164 w 257"/>
                  <a:gd name="T23" fmla="*/ 2465 h 237"/>
                  <a:gd name="T24" fmla="*/ 1437 w 257"/>
                  <a:gd name="T25" fmla="*/ 2565 h 237"/>
                  <a:gd name="T26" fmla="*/ 1733 w 257"/>
                  <a:gd name="T27" fmla="*/ 2630 h 237"/>
                  <a:gd name="T28" fmla="*/ 2064 w 257"/>
                  <a:gd name="T29" fmla="*/ 2666 h 237"/>
                  <a:gd name="T30" fmla="*/ 2413 w 257"/>
                  <a:gd name="T31" fmla="*/ 2655 h 237"/>
                  <a:gd name="T32" fmla="*/ 2819 w 257"/>
                  <a:gd name="T33" fmla="*/ 2610 h 237"/>
                  <a:gd name="T34" fmla="*/ 2457 w 257"/>
                  <a:gd name="T35" fmla="*/ 2554 h 237"/>
                  <a:gd name="T36" fmla="*/ 2137 w 257"/>
                  <a:gd name="T37" fmla="*/ 2476 h 237"/>
                  <a:gd name="T38" fmla="*/ 1866 w 257"/>
                  <a:gd name="T39" fmla="*/ 2384 h 237"/>
                  <a:gd name="T40" fmla="*/ 1624 w 257"/>
                  <a:gd name="T41" fmla="*/ 2294 h 237"/>
                  <a:gd name="T42" fmla="*/ 1402 w 257"/>
                  <a:gd name="T43" fmla="*/ 2169 h 237"/>
                  <a:gd name="T44" fmla="*/ 1229 w 257"/>
                  <a:gd name="T45" fmla="*/ 2048 h 237"/>
                  <a:gd name="T46" fmla="*/ 1066 w 257"/>
                  <a:gd name="T47" fmla="*/ 1902 h 237"/>
                  <a:gd name="T48" fmla="*/ 922 w 257"/>
                  <a:gd name="T49" fmla="*/ 1741 h 237"/>
                  <a:gd name="T50" fmla="*/ 789 w 257"/>
                  <a:gd name="T51" fmla="*/ 1586 h 237"/>
                  <a:gd name="T52" fmla="*/ 671 w 257"/>
                  <a:gd name="T53" fmla="*/ 1405 h 237"/>
                  <a:gd name="T54" fmla="*/ 573 w 257"/>
                  <a:gd name="T55" fmla="*/ 1205 h 237"/>
                  <a:gd name="T56" fmla="*/ 473 w 257"/>
                  <a:gd name="T57" fmla="*/ 988 h 237"/>
                  <a:gd name="T58" fmla="*/ 360 w 257"/>
                  <a:gd name="T59" fmla="*/ 777 h 237"/>
                  <a:gd name="T60" fmla="*/ 251 w 257"/>
                  <a:gd name="T61" fmla="*/ 527 h 237"/>
                  <a:gd name="T62" fmla="*/ 133 w 257"/>
                  <a:gd name="T63" fmla="*/ 271 h 237"/>
                  <a:gd name="T64" fmla="*/ 0 w 257"/>
                  <a:gd name="T65" fmla="*/ 0 h 23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39" name="Freeform 6">
                <a:extLst>
                  <a:ext uri="{FF2B5EF4-FFF2-40B4-BE49-F238E27FC236}">
                    <a16:creationId xmlns:a16="http://schemas.microsoft.com/office/drawing/2014/main" id="{0E425DA8-2B9A-E1A6-3D9D-B3D1BFF60D73}"/>
                  </a:ext>
                </a:extLst>
              </p:cNvPr>
              <p:cNvSpPr>
                <a:spLocks/>
              </p:cNvSpPr>
              <p:nvPr userDrawn="1"/>
            </p:nvSpPr>
            <p:spPr bwMode="ltGray">
              <a:xfrm rot="12185230" flipV="1">
                <a:off x="3639" y="2167"/>
                <a:ext cx="277" cy="249"/>
              </a:xfrm>
              <a:custGeom>
                <a:avLst/>
                <a:gdLst>
                  <a:gd name="T0" fmla="*/ 858 w 124"/>
                  <a:gd name="T1" fmla="*/ 0 h 110"/>
                  <a:gd name="T2" fmla="*/ 1383 w 124"/>
                  <a:gd name="T3" fmla="*/ 1250 h 110"/>
                  <a:gd name="T4" fmla="*/ 1338 w 124"/>
                  <a:gd name="T5" fmla="*/ 1240 h 110"/>
                  <a:gd name="T6" fmla="*/ 1193 w 124"/>
                  <a:gd name="T7" fmla="*/ 1220 h 110"/>
                  <a:gd name="T8" fmla="*/ 994 w 124"/>
                  <a:gd name="T9" fmla="*/ 1173 h 110"/>
                  <a:gd name="T10" fmla="*/ 760 w 124"/>
                  <a:gd name="T11" fmla="*/ 1148 h 110"/>
                  <a:gd name="T12" fmla="*/ 505 w 124"/>
                  <a:gd name="T13" fmla="*/ 1127 h 110"/>
                  <a:gd name="T14" fmla="*/ 279 w 124"/>
                  <a:gd name="T15" fmla="*/ 1139 h 110"/>
                  <a:gd name="T16" fmla="*/ 101 w 124"/>
                  <a:gd name="T17" fmla="*/ 1184 h 110"/>
                  <a:gd name="T18" fmla="*/ 0 w 124"/>
                  <a:gd name="T19" fmla="*/ 1277 h 110"/>
                  <a:gd name="T20" fmla="*/ 45 w 124"/>
                  <a:gd name="T21" fmla="*/ 1139 h 110"/>
                  <a:gd name="T22" fmla="*/ 89 w 124"/>
                  <a:gd name="T23" fmla="*/ 1030 h 110"/>
                  <a:gd name="T24" fmla="*/ 179 w 124"/>
                  <a:gd name="T25" fmla="*/ 953 h 110"/>
                  <a:gd name="T26" fmla="*/ 279 w 124"/>
                  <a:gd name="T27" fmla="*/ 881 h 110"/>
                  <a:gd name="T28" fmla="*/ 400 w 124"/>
                  <a:gd name="T29" fmla="*/ 835 h 110"/>
                  <a:gd name="T30" fmla="*/ 525 w 124"/>
                  <a:gd name="T31" fmla="*/ 824 h 110"/>
                  <a:gd name="T32" fmla="*/ 659 w 124"/>
                  <a:gd name="T33" fmla="*/ 824 h 110"/>
                  <a:gd name="T34" fmla="*/ 804 w 124"/>
                  <a:gd name="T35" fmla="*/ 860 h 110"/>
                  <a:gd name="T36" fmla="*/ 813 w 124"/>
                  <a:gd name="T37" fmla="*/ 824 h 110"/>
                  <a:gd name="T38" fmla="*/ 777 w 124"/>
                  <a:gd name="T39" fmla="*/ 650 h 110"/>
                  <a:gd name="T40" fmla="*/ 748 w 124"/>
                  <a:gd name="T41" fmla="*/ 441 h 110"/>
                  <a:gd name="T42" fmla="*/ 724 w 124"/>
                  <a:gd name="T43" fmla="*/ 349 h 110"/>
                  <a:gd name="T44" fmla="*/ 704 w 124"/>
                  <a:gd name="T45" fmla="*/ 349 h 110"/>
                  <a:gd name="T46" fmla="*/ 679 w 124"/>
                  <a:gd name="T47" fmla="*/ 337 h 110"/>
                  <a:gd name="T48" fmla="*/ 659 w 124"/>
                  <a:gd name="T49" fmla="*/ 303 h 110"/>
                  <a:gd name="T50" fmla="*/ 634 w 124"/>
                  <a:gd name="T51" fmla="*/ 267 h 110"/>
                  <a:gd name="T52" fmla="*/ 634 w 124"/>
                  <a:gd name="T53" fmla="*/ 220 h 110"/>
                  <a:gd name="T54" fmla="*/ 659 w 124"/>
                  <a:gd name="T55" fmla="*/ 163 h 110"/>
                  <a:gd name="T56" fmla="*/ 733 w 124"/>
                  <a:gd name="T57" fmla="*/ 93 h 110"/>
                  <a:gd name="T58" fmla="*/ 858 w 124"/>
                  <a:gd name="T59" fmla="*/ 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40" name="Freeform 7">
                <a:extLst>
                  <a:ext uri="{FF2B5EF4-FFF2-40B4-BE49-F238E27FC236}">
                    <a16:creationId xmlns:a16="http://schemas.microsoft.com/office/drawing/2014/main" id="{81F535C0-C1D2-A8F7-B00D-25C4A1CA0E72}"/>
                  </a:ext>
                </a:extLst>
              </p:cNvPr>
              <p:cNvSpPr>
                <a:spLocks/>
              </p:cNvSpPr>
              <p:nvPr userDrawn="1"/>
            </p:nvSpPr>
            <p:spPr bwMode="ltGray">
              <a:xfrm rot="12185230" flipV="1">
                <a:off x="3979" y="977"/>
                <a:ext cx="245" cy="347"/>
              </a:xfrm>
              <a:custGeom>
                <a:avLst/>
                <a:gdLst>
                  <a:gd name="T0" fmla="*/ 0 w 109"/>
                  <a:gd name="T1" fmla="*/ 0 h 156"/>
                  <a:gd name="T2" fmla="*/ 56 w 109"/>
                  <a:gd name="T3" fmla="*/ 9 h 156"/>
                  <a:gd name="T4" fmla="*/ 202 w 109"/>
                  <a:gd name="T5" fmla="*/ 53 h 156"/>
                  <a:gd name="T6" fmla="*/ 420 w 109"/>
                  <a:gd name="T7" fmla="*/ 133 h 156"/>
                  <a:gd name="T8" fmla="*/ 656 w 109"/>
                  <a:gd name="T9" fmla="*/ 262 h 156"/>
                  <a:gd name="T10" fmla="*/ 883 w 109"/>
                  <a:gd name="T11" fmla="*/ 485 h 156"/>
                  <a:gd name="T12" fmla="*/ 1092 w 109"/>
                  <a:gd name="T13" fmla="*/ 781 h 156"/>
                  <a:gd name="T14" fmla="*/ 1218 w 109"/>
                  <a:gd name="T15" fmla="*/ 1188 h 156"/>
                  <a:gd name="T16" fmla="*/ 1238 w 109"/>
                  <a:gd name="T17" fmla="*/ 1717 h 156"/>
                  <a:gd name="T18" fmla="*/ 1191 w 109"/>
                  <a:gd name="T19" fmla="*/ 1717 h 156"/>
                  <a:gd name="T20" fmla="*/ 1126 w 109"/>
                  <a:gd name="T21" fmla="*/ 1717 h 156"/>
                  <a:gd name="T22" fmla="*/ 1056 w 109"/>
                  <a:gd name="T23" fmla="*/ 1717 h 156"/>
                  <a:gd name="T24" fmla="*/ 991 w 109"/>
                  <a:gd name="T25" fmla="*/ 1697 h 156"/>
                  <a:gd name="T26" fmla="*/ 919 w 109"/>
                  <a:gd name="T27" fmla="*/ 1682 h 156"/>
                  <a:gd name="T28" fmla="*/ 838 w 109"/>
                  <a:gd name="T29" fmla="*/ 1653 h 156"/>
                  <a:gd name="T30" fmla="*/ 748 w 109"/>
                  <a:gd name="T31" fmla="*/ 1597 h 156"/>
                  <a:gd name="T32" fmla="*/ 656 w 109"/>
                  <a:gd name="T33" fmla="*/ 1528 h 156"/>
                  <a:gd name="T34" fmla="*/ 600 w 109"/>
                  <a:gd name="T35" fmla="*/ 1386 h 156"/>
                  <a:gd name="T36" fmla="*/ 600 w 109"/>
                  <a:gd name="T37" fmla="*/ 1221 h 156"/>
                  <a:gd name="T38" fmla="*/ 636 w 109"/>
                  <a:gd name="T39" fmla="*/ 1059 h 156"/>
                  <a:gd name="T40" fmla="*/ 672 w 109"/>
                  <a:gd name="T41" fmla="*/ 881 h 156"/>
                  <a:gd name="T42" fmla="*/ 636 w 109"/>
                  <a:gd name="T43" fmla="*/ 683 h 156"/>
                  <a:gd name="T44" fmla="*/ 546 w 109"/>
                  <a:gd name="T45" fmla="*/ 476 h 156"/>
                  <a:gd name="T46" fmla="*/ 353 w 109"/>
                  <a:gd name="T47" fmla="*/ 251 h 156"/>
                  <a:gd name="T48" fmla="*/ 0 w 109"/>
                  <a:gd name="T49" fmla="*/ 0 h 1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41" name="Freeform 8">
                <a:extLst>
                  <a:ext uri="{FF2B5EF4-FFF2-40B4-BE49-F238E27FC236}">
                    <a16:creationId xmlns:a16="http://schemas.microsoft.com/office/drawing/2014/main" id="{2FD7F544-4BFB-199A-2C91-0A09F7DB85CA}"/>
                  </a:ext>
                </a:extLst>
              </p:cNvPr>
              <p:cNvSpPr>
                <a:spLocks/>
              </p:cNvSpPr>
              <p:nvPr userDrawn="1"/>
            </p:nvSpPr>
            <p:spPr bwMode="ltGray">
              <a:xfrm rot="12185230" flipV="1">
                <a:off x="3845" y="2207"/>
                <a:ext cx="103" cy="209"/>
              </a:xfrm>
              <a:custGeom>
                <a:avLst/>
                <a:gdLst>
                  <a:gd name="T0" fmla="*/ 347 w 46"/>
                  <a:gd name="T1" fmla="*/ 0 h 94"/>
                  <a:gd name="T2" fmla="*/ 226 w 46"/>
                  <a:gd name="T3" fmla="*/ 416 h 94"/>
                  <a:gd name="T4" fmla="*/ 170 w 46"/>
                  <a:gd name="T5" fmla="*/ 683 h 94"/>
                  <a:gd name="T6" fmla="*/ 125 w 46"/>
                  <a:gd name="T7" fmla="*/ 869 h 94"/>
                  <a:gd name="T8" fmla="*/ 0 w 46"/>
                  <a:gd name="T9" fmla="*/ 1034 h 94"/>
                  <a:gd name="T10" fmla="*/ 134 w 46"/>
                  <a:gd name="T11" fmla="*/ 969 h 94"/>
                  <a:gd name="T12" fmla="*/ 260 w 46"/>
                  <a:gd name="T13" fmla="*/ 880 h 94"/>
                  <a:gd name="T14" fmla="*/ 361 w 46"/>
                  <a:gd name="T15" fmla="*/ 756 h 94"/>
                  <a:gd name="T16" fmla="*/ 452 w 46"/>
                  <a:gd name="T17" fmla="*/ 627 h 94"/>
                  <a:gd name="T18" fmla="*/ 506 w 46"/>
                  <a:gd name="T19" fmla="*/ 485 h 94"/>
                  <a:gd name="T20" fmla="*/ 517 w 46"/>
                  <a:gd name="T21" fmla="*/ 331 h 94"/>
                  <a:gd name="T22" fmla="*/ 470 w 46"/>
                  <a:gd name="T23" fmla="*/ 162 h 94"/>
                  <a:gd name="T24" fmla="*/ 347 w 46"/>
                  <a:gd name="T25" fmla="*/ 0 h 9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42" name="Freeform 9">
                <a:extLst>
                  <a:ext uri="{FF2B5EF4-FFF2-40B4-BE49-F238E27FC236}">
                    <a16:creationId xmlns:a16="http://schemas.microsoft.com/office/drawing/2014/main" id="{3B6BE067-74C9-6CCB-DEFF-37ED0F2E30F9}"/>
                  </a:ext>
                </a:extLst>
              </p:cNvPr>
              <p:cNvSpPr>
                <a:spLocks/>
              </p:cNvSpPr>
              <p:nvPr userDrawn="1"/>
            </p:nvSpPr>
            <p:spPr bwMode="ltGray">
              <a:xfrm rot="12185230" flipV="1">
                <a:off x="3895" y="1325"/>
                <a:ext cx="120" cy="90"/>
              </a:xfrm>
              <a:custGeom>
                <a:avLst/>
                <a:gdLst>
                  <a:gd name="T0" fmla="*/ 0 w 54"/>
                  <a:gd name="T1" fmla="*/ 0 h 40"/>
                  <a:gd name="T2" fmla="*/ 9 w 54"/>
                  <a:gd name="T3" fmla="*/ 11 h 40"/>
                  <a:gd name="T4" fmla="*/ 64 w 54"/>
                  <a:gd name="T5" fmla="*/ 36 h 40"/>
                  <a:gd name="T6" fmla="*/ 142 w 54"/>
                  <a:gd name="T7" fmla="*/ 92 h 40"/>
                  <a:gd name="T8" fmla="*/ 231 w 54"/>
                  <a:gd name="T9" fmla="*/ 137 h 40"/>
                  <a:gd name="T10" fmla="*/ 316 w 54"/>
                  <a:gd name="T11" fmla="*/ 173 h 40"/>
                  <a:gd name="T12" fmla="*/ 416 w 54"/>
                  <a:gd name="T13" fmla="*/ 194 h 40"/>
                  <a:gd name="T14" fmla="*/ 504 w 54"/>
                  <a:gd name="T15" fmla="*/ 207 h 40"/>
                  <a:gd name="T16" fmla="*/ 593 w 54"/>
                  <a:gd name="T17" fmla="*/ 182 h 40"/>
                  <a:gd name="T18" fmla="*/ 582 w 54"/>
                  <a:gd name="T19" fmla="*/ 284 h 40"/>
                  <a:gd name="T20" fmla="*/ 549 w 54"/>
                  <a:gd name="T21" fmla="*/ 376 h 40"/>
                  <a:gd name="T22" fmla="*/ 484 w 54"/>
                  <a:gd name="T23" fmla="*/ 437 h 40"/>
                  <a:gd name="T24" fmla="*/ 404 w 54"/>
                  <a:gd name="T25" fmla="*/ 457 h 40"/>
                  <a:gd name="T26" fmla="*/ 307 w 54"/>
                  <a:gd name="T27" fmla="*/ 446 h 40"/>
                  <a:gd name="T28" fmla="*/ 207 w 54"/>
                  <a:gd name="T29" fmla="*/ 365 h 40"/>
                  <a:gd name="T30" fmla="*/ 109 w 54"/>
                  <a:gd name="T31" fmla="*/ 227 h 40"/>
                  <a:gd name="T32" fmla="*/ 0 w 54"/>
                  <a:gd name="T33" fmla="*/ 0 h 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43" name="Freeform 10">
                <a:extLst>
                  <a:ext uri="{FF2B5EF4-FFF2-40B4-BE49-F238E27FC236}">
                    <a16:creationId xmlns:a16="http://schemas.microsoft.com/office/drawing/2014/main" id="{A783BDB8-D31B-6105-0A6E-22C0793FBC09}"/>
                  </a:ext>
                </a:extLst>
              </p:cNvPr>
              <p:cNvSpPr>
                <a:spLocks/>
              </p:cNvSpPr>
              <p:nvPr userDrawn="1"/>
            </p:nvSpPr>
            <p:spPr bwMode="ltGray">
              <a:xfrm rot="12185230" flipV="1">
                <a:off x="3010" y="2344"/>
                <a:ext cx="330" cy="2059"/>
              </a:xfrm>
              <a:custGeom>
                <a:avLst/>
                <a:gdLst>
                  <a:gd name="T0" fmla="*/ 0 w 149"/>
                  <a:gd name="T1" fmla="*/ 0 h 704"/>
                  <a:gd name="T2" fmla="*/ 64 w 149"/>
                  <a:gd name="T3" fmla="*/ 155 h 704"/>
                  <a:gd name="T4" fmla="*/ 173 w 149"/>
                  <a:gd name="T5" fmla="*/ 351 h 704"/>
                  <a:gd name="T6" fmla="*/ 303 w 149"/>
                  <a:gd name="T7" fmla="*/ 600 h 704"/>
                  <a:gd name="T8" fmla="*/ 447 w 149"/>
                  <a:gd name="T9" fmla="*/ 924 h 704"/>
                  <a:gd name="T10" fmla="*/ 627 w 149"/>
                  <a:gd name="T11" fmla="*/ 1325 h 704"/>
                  <a:gd name="T12" fmla="*/ 795 w 149"/>
                  <a:gd name="T13" fmla="*/ 1755 h 704"/>
                  <a:gd name="T14" fmla="*/ 957 w 149"/>
                  <a:gd name="T15" fmla="*/ 2249 h 704"/>
                  <a:gd name="T16" fmla="*/ 1083 w 149"/>
                  <a:gd name="T17" fmla="*/ 2822 h 704"/>
                  <a:gd name="T18" fmla="*/ 1216 w 149"/>
                  <a:gd name="T19" fmla="*/ 3431 h 704"/>
                  <a:gd name="T20" fmla="*/ 1304 w 149"/>
                  <a:gd name="T21" fmla="*/ 4133 h 704"/>
                  <a:gd name="T22" fmla="*/ 1349 w 149"/>
                  <a:gd name="T23" fmla="*/ 4902 h 704"/>
                  <a:gd name="T24" fmla="*/ 1369 w 149"/>
                  <a:gd name="T25" fmla="*/ 5706 h 704"/>
                  <a:gd name="T26" fmla="*/ 1304 w 149"/>
                  <a:gd name="T27" fmla="*/ 6604 h 704"/>
                  <a:gd name="T28" fmla="*/ 1183 w 149"/>
                  <a:gd name="T29" fmla="*/ 7555 h 704"/>
                  <a:gd name="T30" fmla="*/ 1001 w 149"/>
                  <a:gd name="T31" fmla="*/ 8555 h 704"/>
                  <a:gd name="T32" fmla="*/ 726 w 149"/>
                  <a:gd name="T33" fmla="*/ 9657 h 704"/>
                  <a:gd name="T34" fmla="*/ 421 w 149"/>
                  <a:gd name="T35" fmla="*/ 10906 h 704"/>
                  <a:gd name="T36" fmla="*/ 230 w 149"/>
                  <a:gd name="T37" fmla="*/ 12062 h 704"/>
                  <a:gd name="T38" fmla="*/ 109 w 149"/>
                  <a:gd name="T39" fmla="*/ 13129 h 704"/>
                  <a:gd name="T40" fmla="*/ 64 w 149"/>
                  <a:gd name="T41" fmla="*/ 14156 h 704"/>
                  <a:gd name="T42" fmla="*/ 64 w 149"/>
                  <a:gd name="T43" fmla="*/ 15132 h 704"/>
                  <a:gd name="T44" fmla="*/ 89 w 149"/>
                  <a:gd name="T45" fmla="*/ 16039 h 704"/>
                  <a:gd name="T46" fmla="*/ 133 w 149"/>
                  <a:gd name="T47" fmla="*/ 16835 h 704"/>
                  <a:gd name="T48" fmla="*/ 153 w 149"/>
                  <a:gd name="T49" fmla="*/ 17613 h 704"/>
                  <a:gd name="T50" fmla="*/ 447 w 149"/>
                  <a:gd name="T51" fmla="*/ 17212 h 704"/>
                  <a:gd name="T52" fmla="*/ 421 w 149"/>
                  <a:gd name="T53" fmla="*/ 17013 h 704"/>
                  <a:gd name="T54" fmla="*/ 392 w 149"/>
                  <a:gd name="T55" fmla="*/ 16440 h 704"/>
                  <a:gd name="T56" fmla="*/ 359 w 149"/>
                  <a:gd name="T57" fmla="*/ 15559 h 704"/>
                  <a:gd name="T58" fmla="*/ 383 w 149"/>
                  <a:gd name="T59" fmla="*/ 14387 h 704"/>
                  <a:gd name="T60" fmla="*/ 447 w 149"/>
                  <a:gd name="T61" fmla="*/ 12986 h 704"/>
                  <a:gd name="T62" fmla="*/ 627 w 149"/>
                  <a:gd name="T63" fmla="*/ 11386 h 704"/>
                  <a:gd name="T64" fmla="*/ 932 w 149"/>
                  <a:gd name="T65" fmla="*/ 9657 h 704"/>
                  <a:gd name="T66" fmla="*/ 1402 w 149"/>
                  <a:gd name="T67" fmla="*/ 7827 h 704"/>
                  <a:gd name="T68" fmla="*/ 1555 w 149"/>
                  <a:gd name="T69" fmla="*/ 6981 h 704"/>
                  <a:gd name="T70" fmla="*/ 1619 w 149"/>
                  <a:gd name="T71" fmla="*/ 5876 h 704"/>
                  <a:gd name="T72" fmla="*/ 1566 w 149"/>
                  <a:gd name="T73" fmla="*/ 4601 h 704"/>
                  <a:gd name="T74" fmla="*/ 1422 w 149"/>
                  <a:gd name="T75" fmla="*/ 3352 h 704"/>
                  <a:gd name="T76" fmla="*/ 1183 w 149"/>
                  <a:gd name="T77" fmla="*/ 2129 h 704"/>
                  <a:gd name="T78" fmla="*/ 877 w 149"/>
                  <a:gd name="T79" fmla="*/ 1103 h 704"/>
                  <a:gd name="T80" fmla="*/ 476 w 149"/>
                  <a:gd name="T81" fmla="*/ 351 h 704"/>
                  <a:gd name="T82" fmla="*/ 0 w 149"/>
                  <a:gd name="T83" fmla="*/ 0 h 70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49" h="704">
                    <a:moveTo>
                      <a:pt x="0" y="0"/>
                    </a:moveTo>
                    <a:lnTo>
                      <a:pt x="6" y="6"/>
                    </a:lnTo>
                    <a:lnTo>
                      <a:pt x="16" y="14"/>
                    </a:lnTo>
                    <a:lnTo>
                      <a:pt x="28" y="24"/>
                    </a:lnTo>
                    <a:lnTo>
                      <a:pt x="41" y="37"/>
                    </a:lnTo>
                    <a:lnTo>
                      <a:pt x="58" y="53"/>
                    </a:lnTo>
                    <a:lnTo>
                      <a:pt x="73" y="70"/>
                    </a:lnTo>
                    <a:lnTo>
                      <a:pt x="88" y="90"/>
                    </a:lnTo>
                    <a:lnTo>
                      <a:pt x="100" y="113"/>
                    </a:lnTo>
                    <a:lnTo>
                      <a:pt x="112" y="137"/>
                    </a:lnTo>
                    <a:lnTo>
                      <a:pt x="120" y="165"/>
                    </a:lnTo>
                    <a:lnTo>
                      <a:pt x="124" y="196"/>
                    </a:lnTo>
                    <a:lnTo>
                      <a:pt x="126" y="228"/>
                    </a:lnTo>
                    <a:lnTo>
                      <a:pt x="120" y="264"/>
                    </a:lnTo>
                    <a:lnTo>
                      <a:pt x="109" y="302"/>
                    </a:lnTo>
                    <a:lnTo>
                      <a:pt x="92" y="342"/>
                    </a:lnTo>
                    <a:lnTo>
                      <a:pt x="67" y="386"/>
                    </a:lnTo>
                    <a:lnTo>
                      <a:pt x="39" y="436"/>
                    </a:lnTo>
                    <a:lnTo>
                      <a:pt x="21" y="482"/>
                    </a:lnTo>
                    <a:lnTo>
                      <a:pt x="10" y="525"/>
                    </a:lnTo>
                    <a:lnTo>
                      <a:pt x="6" y="566"/>
                    </a:lnTo>
                    <a:lnTo>
                      <a:pt x="6" y="605"/>
                    </a:lnTo>
                    <a:lnTo>
                      <a:pt x="8" y="641"/>
                    </a:lnTo>
                    <a:lnTo>
                      <a:pt x="12" y="673"/>
                    </a:lnTo>
                    <a:lnTo>
                      <a:pt x="14" y="704"/>
                    </a:lnTo>
                    <a:lnTo>
                      <a:pt x="41" y="688"/>
                    </a:lnTo>
                    <a:lnTo>
                      <a:pt x="39" y="680"/>
                    </a:lnTo>
                    <a:lnTo>
                      <a:pt x="36" y="657"/>
                    </a:lnTo>
                    <a:lnTo>
                      <a:pt x="33" y="622"/>
                    </a:lnTo>
                    <a:lnTo>
                      <a:pt x="35" y="575"/>
                    </a:lnTo>
                    <a:lnTo>
                      <a:pt x="41" y="519"/>
                    </a:lnTo>
                    <a:lnTo>
                      <a:pt x="58" y="455"/>
                    </a:lnTo>
                    <a:lnTo>
                      <a:pt x="86" y="386"/>
                    </a:lnTo>
                    <a:lnTo>
                      <a:pt x="129" y="313"/>
                    </a:lnTo>
                    <a:lnTo>
                      <a:pt x="143" y="279"/>
                    </a:lnTo>
                    <a:lnTo>
                      <a:pt x="149" y="235"/>
                    </a:lnTo>
                    <a:lnTo>
                      <a:pt x="144" y="184"/>
                    </a:lnTo>
                    <a:lnTo>
                      <a:pt x="131" y="134"/>
                    </a:lnTo>
                    <a:lnTo>
                      <a:pt x="109" y="85"/>
                    </a:lnTo>
                    <a:lnTo>
                      <a:pt x="81" y="44"/>
                    </a:lnTo>
                    <a:lnTo>
                      <a:pt x="44" y="14"/>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grpSp>
        <p:sp>
          <p:nvSpPr>
            <p:cNvPr id="4" name="Freeform 11">
              <a:extLst>
                <a:ext uri="{FF2B5EF4-FFF2-40B4-BE49-F238E27FC236}">
                  <a16:creationId xmlns:a16="http://schemas.microsoft.com/office/drawing/2014/main" id="{A8054531-D9DE-BBDF-897A-7B1F27BC3EEB}"/>
                </a:ext>
              </a:extLst>
            </p:cNvPr>
            <p:cNvSpPr>
              <a:spLocks/>
            </p:cNvSpPr>
            <p:nvPr userDrawn="1"/>
          </p:nvSpPr>
          <p:spPr bwMode="ltGray">
            <a:xfrm rot="373331" flipH="1">
              <a:off x="22" y="1957"/>
              <a:ext cx="323" cy="649"/>
            </a:xfrm>
            <a:custGeom>
              <a:avLst/>
              <a:gdLst>
                <a:gd name="T0" fmla="*/ 1509 w 128"/>
                <a:gd name="T1" fmla="*/ 0 h 217"/>
                <a:gd name="T2" fmla="*/ 1688 w 128"/>
                <a:gd name="T3" fmla="*/ 242 h 217"/>
                <a:gd name="T4" fmla="*/ 1847 w 128"/>
                <a:gd name="T5" fmla="*/ 724 h 217"/>
                <a:gd name="T6" fmla="*/ 1973 w 128"/>
                <a:gd name="T7" fmla="*/ 1343 h 217"/>
                <a:gd name="T8" fmla="*/ 2057 w 128"/>
                <a:gd name="T9" fmla="*/ 2085 h 217"/>
                <a:gd name="T10" fmla="*/ 2039 w 128"/>
                <a:gd name="T11" fmla="*/ 2970 h 217"/>
                <a:gd name="T12" fmla="*/ 1865 w 128"/>
                <a:gd name="T13" fmla="*/ 3882 h 217"/>
                <a:gd name="T14" fmla="*/ 1509 w 128"/>
                <a:gd name="T15" fmla="*/ 4839 h 217"/>
                <a:gd name="T16" fmla="*/ 961 w 128"/>
                <a:gd name="T17" fmla="*/ 5805 h 217"/>
                <a:gd name="T18" fmla="*/ 790 w 128"/>
                <a:gd name="T19" fmla="*/ 5697 h 217"/>
                <a:gd name="T20" fmla="*/ 611 w 128"/>
                <a:gd name="T21" fmla="*/ 5617 h 217"/>
                <a:gd name="T22" fmla="*/ 421 w 128"/>
                <a:gd name="T23" fmla="*/ 5482 h 217"/>
                <a:gd name="T24" fmla="*/ 255 w 128"/>
                <a:gd name="T25" fmla="*/ 5374 h 217"/>
                <a:gd name="T26" fmla="*/ 126 w 128"/>
                <a:gd name="T27" fmla="*/ 5243 h 217"/>
                <a:gd name="T28" fmla="*/ 33 w 128"/>
                <a:gd name="T29" fmla="*/ 5081 h 217"/>
                <a:gd name="T30" fmla="*/ 0 w 128"/>
                <a:gd name="T31" fmla="*/ 4893 h 217"/>
                <a:gd name="T32" fmla="*/ 20 w 128"/>
                <a:gd name="T33" fmla="*/ 4758 h 217"/>
                <a:gd name="T34" fmla="*/ 209 w 128"/>
                <a:gd name="T35" fmla="*/ 4570 h 217"/>
                <a:gd name="T36" fmla="*/ 464 w 128"/>
                <a:gd name="T37" fmla="*/ 4313 h 217"/>
                <a:gd name="T38" fmla="*/ 739 w 128"/>
                <a:gd name="T39" fmla="*/ 4017 h 217"/>
                <a:gd name="T40" fmla="*/ 1012 w 128"/>
                <a:gd name="T41" fmla="*/ 3586 h 217"/>
                <a:gd name="T42" fmla="*/ 1267 w 128"/>
                <a:gd name="T43" fmla="*/ 2997 h 217"/>
                <a:gd name="T44" fmla="*/ 1464 w 128"/>
                <a:gd name="T45" fmla="*/ 2219 h 217"/>
                <a:gd name="T46" fmla="*/ 1559 w 128"/>
                <a:gd name="T47" fmla="*/ 1235 h 217"/>
                <a:gd name="T48" fmla="*/ 1509 w 128"/>
                <a:gd name="T49" fmla="*/ 0 h 21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28" h="217">
                  <a:moveTo>
                    <a:pt x="94" y="0"/>
                  </a:moveTo>
                  <a:lnTo>
                    <a:pt x="105" y="9"/>
                  </a:lnTo>
                  <a:lnTo>
                    <a:pt x="115" y="27"/>
                  </a:lnTo>
                  <a:lnTo>
                    <a:pt x="123" y="50"/>
                  </a:lnTo>
                  <a:lnTo>
                    <a:pt x="128" y="78"/>
                  </a:lnTo>
                  <a:lnTo>
                    <a:pt x="127" y="111"/>
                  </a:lnTo>
                  <a:lnTo>
                    <a:pt x="116" y="145"/>
                  </a:lnTo>
                  <a:lnTo>
                    <a:pt x="94" y="181"/>
                  </a:lnTo>
                  <a:lnTo>
                    <a:pt x="60" y="217"/>
                  </a:lnTo>
                  <a:lnTo>
                    <a:pt x="49" y="213"/>
                  </a:lnTo>
                  <a:lnTo>
                    <a:pt x="38" y="210"/>
                  </a:lnTo>
                  <a:lnTo>
                    <a:pt x="26" y="205"/>
                  </a:lnTo>
                  <a:lnTo>
                    <a:pt x="16" y="201"/>
                  </a:lnTo>
                  <a:lnTo>
                    <a:pt x="8" y="196"/>
                  </a:lnTo>
                  <a:lnTo>
                    <a:pt x="2" y="190"/>
                  </a:lnTo>
                  <a:lnTo>
                    <a:pt x="0" y="183"/>
                  </a:lnTo>
                  <a:lnTo>
                    <a:pt x="1" y="178"/>
                  </a:lnTo>
                  <a:lnTo>
                    <a:pt x="13" y="171"/>
                  </a:lnTo>
                  <a:lnTo>
                    <a:pt x="29" y="161"/>
                  </a:lnTo>
                  <a:lnTo>
                    <a:pt x="46" y="150"/>
                  </a:lnTo>
                  <a:lnTo>
                    <a:pt x="63" y="134"/>
                  </a:lnTo>
                  <a:lnTo>
                    <a:pt x="79" y="112"/>
                  </a:lnTo>
                  <a:lnTo>
                    <a:pt x="91" y="83"/>
                  </a:lnTo>
                  <a:lnTo>
                    <a:pt x="97" y="46"/>
                  </a:lnTo>
                  <a:lnTo>
                    <a:pt x="94"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5" name="Freeform 12">
              <a:extLst>
                <a:ext uri="{FF2B5EF4-FFF2-40B4-BE49-F238E27FC236}">
                  <a16:creationId xmlns:a16="http://schemas.microsoft.com/office/drawing/2014/main" id="{1FBC6BE3-4CAE-87B2-EB8F-78D9B5024639}"/>
                </a:ext>
              </a:extLst>
            </p:cNvPr>
            <p:cNvSpPr>
              <a:spLocks/>
            </p:cNvSpPr>
            <p:nvPr userDrawn="1"/>
          </p:nvSpPr>
          <p:spPr bwMode="ltGray">
            <a:xfrm>
              <a:off x="168" y="1260"/>
              <a:ext cx="1259" cy="1532"/>
            </a:xfrm>
            <a:custGeom>
              <a:avLst/>
              <a:gdLst>
                <a:gd name="T0" fmla="*/ 891 w 1259"/>
                <a:gd name="T1" fmla="*/ 1532 h 1532"/>
                <a:gd name="T2" fmla="*/ 954 w 1259"/>
                <a:gd name="T3" fmla="*/ 1452 h 1532"/>
                <a:gd name="T4" fmla="*/ 1032 w 1259"/>
                <a:gd name="T5" fmla="*/ 1338 h 1532"/>
                <a:gd name="T6" fmla="*/ 1115 w 1259"/>
                <a:gd name="T7" fmla="*/ 1188 h 1532"/>
                <a:gd name="T8" fmla="*/ 1194 w 1259"/>
                <a:gd name="T9" fmla="*/ 1023 h 1532"/>
                <a:gd name="T10" fmla="*/ 1244 w 1259"/>
                <a:gd name="T11" fmla="*/ 841 h 1532"/>
                <a:gd name="T12" fmla="*/ 1259 w 1259"/>
                <a:gd name="T13" fmla="*/ 647 h 1532"/>
                <a:gd name="T14" fmla="*/ 1230 w 1259"/>
                <a:gd name="T15" fmla="*/ 463 h 1532"/>
                <a:gd name="T16" fmla="*/ 1140 w 1259"/>
                <a:gd name="T17" fmla="*/ 294 h 1532"/>
                <a:gd name="T18" fmla="*/ 1043 w 1259"/>
                <a:gd name="T19" fmla="*/ 190 h 1532"/>
                <a:gd name="T20" fmla="*/ 961 w 1259"/>
                <a:gd name="T21" fmla="*/ 109 h 1532"/>
                <a:gd name="T22" fmla="*/ 894 w 1259"/>
                <a:gd name="T23" fmla="*/ 65 h 1532"/>
                <a:gd name="T24" fmla="*/ 786 w 1259"/>
                <a:gd name="T25" fmla="*/ 18 h 1532"/>
                <a:gd name="T26" fmla="*/ 642 w 1259"/>
                <a:gd name="T27" fmla="*/ 0 h 1532"/>
                <a:gd name="T28" fmla="*/ 440 w 1259"/>
                <a:gd name="T29" fmla="*/ 23 h 1532"/>
                <a:gd name="T30" fmla="*/ 366 w 1259"/>
                <a:gd name="T31" fmla="*/ 44 h 1532"/>
                <a:gd name="T32" fmla="*/ 292 w 1259"/>
                <a:gd name="T33" fmla="*/ 58 h 1532"/>
                <a:gd name="T34" fmla="*/ 229 w 1259"/>
                <a:gd name="T35" fmla="*/ 79 h 1532"/>
                <a:gd name="T36" fmla="*/ 178 w 1259"/>
                <a:gd name="T37" fmla="*/ 103 h 1532"/>
                <a:gd name="T38" fmla="*/ 127 w 1259"/>
                <a:gd name="T39" fmla="*/ 127 h 1532"/>
                <a:gd name="T40" fmla="*/ 82 w 1259"/>
                <a:gd name="T41" fmla="*/ 158 h 1532"/>
                <a:gd name="T42" fmla="*/ 41 w 1259"/>
                <a:gd name="T43" fmla="*/ 197 h 1532"/>
                <a:gd name="T44" fmla="*/ 0 w 1259"/>
                <a:gd name="T45" fmla="*/ 243 h 1532"/>
                <a:gd name="T46" fmla="*/ 76 w 1259"/>
                <a:gd name="T47" fmla="*/ 215 h 1532"/>
                <a:gd name="T48" fmla="*/ 144 w 1259"/>
                <a:gd name="T49" fmla="*/ 194 h 1532"/>
                <a:gd name="T50" fmla="*/ 212 w 1259"/>
                <a:gd name="T51" fmla="*/ 179 h 1532"/>
                <a:gd name="T52" fmla="*/ 280 w 1259"/>
                <a:gd name="T53" fmla="*/ 164 h 1532"/>
                <a:gd name="T54" fmla="*/ 336 w 1259"/>
                <a:gd name="T55" fmla="*/ 149 h 1532"/>
                <a:gd name="T56" fmla="*/ 397 w 1259"/>
                <a:gd name="T57" fmla="*/ 149 h 1532"/>
                <a:gd name="T58" fmla="*/ 458 w 1259"/>
                <a:gd name="T59" fmla="*/ 141 h 1532"/>
                <a:gd name="T60" fmla="*/ 511 w 1259"/>
                <a:gd name="T61" fmla="*/ 146 h 1532"/>
                <a:gd name="T62" fmla="*/ 565 w 1259"/>
                <a:gd name="T63" fmla="*/ 152 h 1532"/>
                <a:gd name="T64" fmla="*/ 618 w 1259"/>
                <a:gd name="T65" fmla="*/ 166 h 1532"/>
                <a:gd name="T66" fmla="*/ 669 w 1259"/>
                <a:gd name="T67" fmla="*/ 186 h 1532"/>
                <a:gd name="T68" fmla="*/ 715 w 1259"/>
                <a:gd name="T69" fmla="*/ 205 h 1532"/>
                <a:gd name="T70" fmla="*/ 760 w 1259"/>
                <a:gd name="T71" fmla="*/ 239 h 1532"/>
                <a:gd name="T72" fmla="*/ 811 w 1259"/>
                <a:gd name="T73" fmla="*/ 267 h 1532"/>
                <a:gd name="T74" fmla="*/ 855 w 1259"/>
                <a:gd name="T75" fmla="*/ 307 h 1532"/>
                <a:gd name="T76" fmla="*/ 899 w 1259"/>
                <a:gd name="T77" fmla="*/ 348 h 1532"/>
                <a:gd name="T78" fmla="*/ 971 w 1259"/>
                <a:gd name="T79" fmla="*/ 464 h 1532"/>
                <a:gd name="T80" fmla="*/ 1016 w 1259"/>
                <a:gd name="T81" fmla="*/ 606 h 1532"/>
                <a:gd name="T82" fmla="*/ 1027 w 1259"/>
                <a:gd name="T83" fmla="*/ 774 h 1532"/>
                <a:gd name="T84" fmla="*/ 1022 w 1259"/>
                <a:gd name="T85" fmla="*/ 939 h 1532"/>
                <a:gd name="T86" fmla="*/ 1002 w 1259"/>
                <a:gd name="T87" fmla="*/ 1117 h 1532"/>
                <a:gd name="T88" fmla="*/ 966 w 1259"/>
                <a:gd name="T89" fmla="*/ 1279 h 1532"/>
                <a:gd name="T90" fmla="*/ 933 w 1259"/>
                <a:gd name="T91" fmla="*/ 1421 h 1532"/>
                <a:gd name="T92" fmla="*/ 891 w 1259"/>
                <a:gd name="T93" fmla="*/ 1532 h 153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259" h="1532">
                  <a:moveTo>
                    <a:pt x="891" y="1532"/>
                  </a:moveTo>
                  <a:lnTo>
                    <a:pt x="954" y="1452"/>
                  </a:lnTo>
                  <a:lnTo>
                    <a:pt x="1032" y="1338"/>
                  </a:lnTo>
                  <a:lnTo>
                    <a:pt x="1115" y="1188"/>
                  </a:lnTo>
                  <a:lnTo>
                    <a:pt x="1194" y="1023"/>
                  </a:lnTo>
                  <a:lnTo>
                    <a:pt x="1244" y="841"/>
                  </a:lnTo>
                  <a:lnTo>
                    <a:pt x="1259" y="647"/>
                  </a:lnTo>
                  <a:lnTo>
                    <a:pt x="1230" y="463"/>
                  </a:lnTo>
                  <a:lnTo>
                    <a:pt x="1140" y="294"/>
                  </a:lnTo>
                  <a:lnTo>
                    <a:pt x="1043" y="190"/>
                  </a:lnTo>
                  <a:lnTo>
                    <a:pt x="961" y="109"/>
                  </a:lnTo>
                  <a:lnTo>
                    <a:pt x="894" y="65"/>
                  </a:lnTo>
                  <a:lnTo>
                    <a:pt x="786" y="18"/>
                  </a:lnTo>
                  <a:lnTo>
                    <a:pt x="642" y="0"/>
                  </a:lnTo>
                  <a:lnTo>
                    <a:pt x="440" y="23"/>
                  </a:lnTo>
                  <a:lnTo>
                    <a:pt x="366" y="44"/>
                  </a:lnTo>
                  <a:lnTo>
                    <a:pt x="292" y="58"/>
                  </a:lnTo>
                  <a:lnTo>
                    <a:pt x="229" y="79"/>
                  </a:lnTo>
                  <a:lnTo>
                    <a:pt x="178" y="103"/>
                  </a:lnTo>
                  <a:lnTo>
                    <a:pt x="127" y="127"/>
                  </a:lnTo>
                  <a:lnTo>
                    <a:pt x="82" y="158"/>
                  </a:lnTo>
                  <a:lnTo>
                    <a:pt x="41" y="197"/>
                  </a:lnTo>
                  <a:lnTo>
                    <a:pt x="0" y="243"/>
                  </a:lnTo>
                  <a:lnTo>
                    <a:pt x="76" y="215"/>
                  </a:lnTo>
                  <a:lnTo>
                    <a:pt x="144" y="194"/>
                  </a:lnTo>
                  <a:lnTo>
                    <a:pt x="212" y="179"/>
                  </a:lnTo>
                  <a:lnTo>
                    <a:pt x="280" y="164"/>
                  </a:lnTo>
                  <a:lnTo>
                    <a:pt x="336" y="149"/>
                  </a:lnTo>
                  <a:lnTo>
                    <a:pt x="397" y="149"/>
                  </a:lnTo>
                  <a:lnTo>
                    <a:pt x="458" y="141"/>
                  </a:lnTo>
                  <a:lnTo>
                    <a:pt x="511" y="146"/>
                  </a:lnTo>
                  <a:lnTo>
                    <a:pt x="565" y="152"/>
                  </a:lnTo>
                  <a:lnTo>
                    <a:pt x="618" y="166"/>
                  </a:lnTo>
                  <a:lnTo>
                    <a:pt x="669" y="186"/>
                  </a:lnTo>
                  <a:lnTo>
                    <a:pt x="715" y="205"/>
                  </a:lnTo>
                  <a:lnTo>
                    <a:pt x="760" y="239"/>
                  </a:lnTo>
                  <a:lnTo>
                    <a:pt x="811" y="267"/>
                  </a:lnTo>
                  <a:lnTo>
                    <a:pt x="855" y="307"/>
                  </a:lnTo>
                  <a:lnTo>
                    <a:pt x="899" y="348"/>
                  </a:lnTo>
                  <a:lnTo>
                    <a:pt x="971" y="464"/>
                  </a:lnTo>
                  <a:lnTo>
                    <a:pt x="1016" y="606"/>
                  </a:lnTo>
                  <a:lnTo>
                    <a:pt x="1027" y="774"/>
                  </a:lnTo>
                  <a:lnTo>
                    <a:pt x="1022" y="939"/>
                  </a:lnTo>
                  <a:lnTo>
                    <a:pt x="1002" y="1117"/>
                  </a:lnTo>
                  <a:lnTo>
                    <a:pt x="966" y="1279"/>
                  </a:lnTo>
                  <a:lnTo>
                    <a:pt x="933" y="1421"/>
                  </a:lnTo>
                  <a:lnTo>
                    <a:pt x="891" y="153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6" name="Freeform 13">
              <a:extLst>
                <a:ext uri="{FF2B5EF4-FFF2-40B4-BE49-F238E27FC236}">
                  <a16:creationId xmlns:a16="http://schemas.microsoft.com/office/drawing/2014/main" id="{18E24D00-99F3-A722-7611-A7913DC2DE10}"/>
                </a:ext>
              </a:extLst>
            </p:cNvPr>
            <p:cNvSpPr>
              <a:spLocks/>
            </p:cNvSpPr>
            <p:nvPr userDrawn="1"/>
          </p:nvSpPr>
          <p:spPr bwMode="ltGray">
            <a:xfrm>
              <a:off x="0" y="2610"/>
              <a:ext cx="801" cy="459"/>
            </a:xfrm>
            <a:custGeom>
              <a:avLst/>
              <a:gdLst>
                <a:gd name="T0" fmla="*/ 0 w 801"/>
                <a:gd name="T1" fmla="*/ 0 h 459"/>
                <a:gd name="T2" fmla="*/ 37 w 801"/>
                <a:gd name="T3" fmla="*/ 69 h 459"/>
                <a:gd name="T4" fmla="*/ 68 w 801"/>
                <a:gd name="T5" fmla="*/ 132 h 459"/>
                <a:gd name="T6" fmla="*/ 110 w 801"/>
                <a:gd name="T7" fmla="*/ 188 h 459"/>
                <a:gd name="T8" fmla="*/ 149 w 801"/>
                <a:gd name="T9" fmla="*/ 229 h 459"/>
                <a:gd name="T10" fmla="*/ 192 w 801"/>
                <a:gd name="T11" fmla="*/ 278 h 459"/>
                <a:gd name="T12" fmla="*/ 250 w 801"/>
                <a:gd name="T13" fmla="*/ 314 h 459"/>
                <a:gd name="T14" fmla="*/ 308 w 801"/>
                <a:gd name="T15" fmla="*/ 336 h 459"/>
                <a:gd name="T16" fmla="*/ 365 w 801"/>
                <a:gd name="T17" fmla="*/ 365 h 459"/>
                <a:gd name="T18" fmla="*/ 430 w 801"/>
                <a:gd name="T19" fmla="*/ 381 h 459"/>
                <a:gd name="T20" fmla="*/ 501 w 801"/>
                <a:gd name="T21" fmla="*/ 390 h 459"/>
                <a:gd name="T22" fmla="*/ 573 w 801"/>
                <a:gd name="T23" fmla="*/ 392 h 459"/>
                <a:gd name="T24" fmla="*/ 646 w 801"/>
                <a:gd name="T25" fmla="*/ 381 h 459"/>
                <a:gd name="T26" fmla="*/ 726 w 801"/>
                <a:gd name="T27" fmla="*/ 362 h 459"/>
                <a:gd name="T28" fmla="*/ 801 w 801"/>
                <a:gd name="T29" fmla="*/ 335 h 459"/>
                <a:gd name="T30" fmla="*/ 731 w 801"/>
                <a:gd name="T31" fmla="*/ 377 h 459"/>
                <a:gd name="T32" fmla="*/ 662 w 801"/>
                <a:gd name="T33" fmla="*/ 404 h 459"/>
                <a:gd name="T34" fmla="*/ 594 w 801"/>
                <a:gd name="T35" fmla="*/ 432 h 459"/>
                <a:gd name="T36" fmla="*/ 532 w 801"/>
                <a:gd name="T37" fmla="*/ 445 h 459"/>
                <a:gd name="T38" fmla="*/ 471 w 801"/>
                <a:gd name="T39" fmla="*/ 459 h 459"/>
                <a:gd name="T40" fmla="*/ 411 w 801"/>
                <a:gd name="T41" fmla="*/ 458 h 459"/>
                <a:gd name="T42" fmla="*/ 350 w 801"/>
                <a:gd name="T43" fmla="*/ 458 h 459"/>
                <a:gd name="T44" fmla="*/ 291 w 801"/>
                <a:gd name="T45" fmla="*/ 450 h 459"/>
                <a:gd name="T46" fmla="*/ 244 w 801"/>
                <a:gd name="T47" fmla="*/ 436 h 459"/>
                <a:gd name="T48" fmla="*/ 192 w 801"/>
                <a:gd name="T49" fmla="*/ 415 h 459"/>
                <a:gd name="T50" fmla="*/ 145 w 801"/>
                <a:gd name="T51" fmla="*/ 394 h 459"/>
                <a:gd name="T52" fmla="*/ 100 w 801"/>
                <a:gd name="T53" fmla="*/ 373 h 459"/>
                <a:gd name="T54" fmla="*/ 60 w 801"/>
                <a:gd name="T55" fmla="*/ 347 h 459"/>
                <a:gd name="T56" fmla="*/ 0 w 801"/>
                <a:gd name="T57" fmla="*/ 294 h 459"/>
                <a:gd name="T58" fmla="*/ 0 w 801"/>
                <a:gd name="T59" fmla="*/ 0 h 45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01" h="459">
                  <a:moveTo>
                    <a:pt x="0" y="0"/>
                  </a:moveTo>
                  <a:lnTo>
                    <a:pt x="37" y="69"/>
                  </a:lnTo>
                  <a:lnTo>
                    <a:pt x="68" y="132"/>
                  </a:lnTo>
                  <a:lnTo>
                    <a:pt x="110" y="188"/>
                  </a:lnTo>
                  <a:lnTo>
                    <a:pt x="149" y="229"/>
                  </a:lnTo>
                  <a:lnTo>
                    <a:pt x="192" y="278"/>
                  </a:lnTo>
                  <a:lnTo>
                    <a:pt x="250" y="314"/>
                  </a:lnTo>
                  <a:lnTo>
                    <a:pt x="308" y="336"/>
                  </a:lnTo>
                  <a:lnTo>
                    <a:pt x="365" y="365"/>
                  </a:lnTo>
                  <a:lnTo>
                    <a:pt x="430" y="381"/>
                  </a:lnTo>
                  <a:lnTo>
                    <a:pt x="501" y="390"/>
                  </a:lnTo>
                  <a:lnTo>
                    <a:pt x="573" y="392"/>
                  </a:lnTo>
                  <a:lnTo>
                    <a:pt x="646" y="381"/>
                  </a:lnTo>
                  <a:lnTo>
                    <a:pt x="726" y="362"/>
                  </a:lnTo>
                  <a:lnTo>
                    <a:pt x="801" y="335"/>
                  </a:lnTo>
                  <a:lnTo>
                    <a:pt x="731" y="377"/>
                  </a:lnTo>
                  <a:lnTo>
                    <a:pt x="662" y="404"/>
                  </a:lnTo>
                  <a:lnTo>
                    <a:pt x="594" y="432"/>
                  </a:lnTo>
                  <a:lnTo>
                    <a:pt x="532" y="445"/>
                  </a:lnTo>
                  <a:lnTo>
                    <a:pt x="471" y="459"/>
                  </a:lnTo>
                  <a:lnTo>
                    <a:pt x="411" y="458"/>
                  </a:lnTo>
                  <a:lnTo>
                    <a:pt x="350" y="458"/>
                  </a:lnTo>
                  <a:lnTo>
                    <a:pt x="291" y="450"/>
                  </a:lnTo>
                  <a:lnTo>
                    <a:pt x="244" y="436"/>
                  </a:lnTo>
                  <a:lnTo>
                    <a:pt x="192" y="415"/>
                  </a:lnTo>
                  <a:lnTo>
                    <a:pt x="145" y="394"/>
                  </a:lnTo>
                  <a:lnTo>
                    <a:pt x="100" y="373"/>
                  </a:lnTo>
                  <a:lnTo>
                    <a:pt x="60" y="347"/>
                  </a:lnTo>
                  <a:lnTo>
                    <a:pt x="0" y="294"/>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7" name="Freeform 14">
              <a:extLst>
                <a:ext uri="{FF2B5EF4-FFF2-40B4-BE49-F238E27FC236}">
                  <a16:creationId xmlns:a16="http://schemas.microsoft.com/office/drawing/2014/main" id="{7361A45D-BBC4-D9FE-2D69-CE8453692E1A}"/>
                </a:ext>
              </a:extLst>
            </p:cNvPr>
            <p:cNvSpPr>
              <a:spLocks/>
            </p:cNvSpPr>
            <p:nvPr userDrawn="1"/>
          </p:nvSpPr>
          <p:spPr bwMode="ltGray">
            <a:xfrm rot="373331" flipH="1">
              <a:off x="898" y="2855"/>
              <a:ext cx="354" cy="464"/>
            </a:xfrm>
            <a:custGeom>
              <a:avLst/>
              <a:gdLst>
                <a:gd name="T0" fmla="*/ 2079 w 117"/>
                <a:gd name="T1" fmla="*/ 0 h 132"/>
                <a:gd name="T2" fmla="*/ 0 w 117"/>
                <a:gd name="T3" fmla="*/ 1086 h 132"/>
                <a:gd name="T4" fmla="*/ 82 w 117"/>
                <a:gd name="T5" fmla="*/ 1125 h 132"/>
                <a:gd name="T6" fmla="*/ 384 w 117"/>
                <a:gd name="T7" fmla="*/ 1262 h 132"/>
                <a:gd name="T8" fmla="*/ 805 w 117"/>
                <a:gd name="T9" fmla="*/ 1568 h 132"/>
                <a:gd name="T10" fmla="*/ 1274 w 117"/>
                <a:gd name="T11" fmla="*/ 2039 h 132"/>
                <a:gd name="T12" fmla="*/ 1831 w 117"/>
                <a:gd name="T13" fmla="*/ 2693 h 132"/>
                <a:gd name="T14" fmla="*/ 2327 w 117"/>
                <a:gd name="T15" fmla="*/ 3473 h 132"/>
                <a:gd name="T16" fmla="*/ 2829 w 117"/>
                <a:gd name="T17" fmla="*/ 4471 h 132"/>
                <a:gd name="T18" fmla="*/ 3213 w 117"/>
                <a:gd name="T19" fmla="*/ 5733 h 132"/>
                <a:gd name="T20" fmla="*/ 3240 w 117"/>
                <a:gd name="T21" fmla="*/ 5213 h 132"/>
                <a:gd name="T22" fmla="*/ 3186 w 117"/>
                <a:gd name="T23" fmla="*/ 4647 h 132"/>
                <a:gd name="T24" fmla="*/ 2992 w 117"/>
                <a:gd name="T25" fmla="*/ 3905 h 132"/>
                <a:gd name="T26" fmla="*/ 2747 w 117"/>
                <a:gd name="T27" fmla="*/ 3213 h 132"/>
                <a:gd name="T28" fmla="*/ 2463 w 117"/>
                <a:gd name="T29" fmla="*/ 2520 h 132"/>
                <a:gd name="T30" fmla="*/ 2160 w 117"/>
                <a:gd name="T31" fmla="*/ 1951 h 132"/>
                <a:gd name="T32" fmla="*/ 1858 w 117"/>
                <a:gd name="T33" fmla="*/ 1568 h 132"/>
                <a:gd name="T34" fmla="*/ 1601 w 117"/>
                <a:gd name="T35" fmla="*/ 1385 h 132"/>
                <a:gd name="T36" fmla="*/ 1912 w 117"/>
                <a:gd name="T37" fmla="*/ 1262 h 132"/>
                <a:gd name="T38" fmla="*/ 2188 w 117"/>
                <a:gd name="T39" fmla="*/ 1209 h 132"/>
                <a:gd name="T40" fmla="*/ 2463 w 117"/>
                <a:gd name="T41" fmla="*/ 1125 h 132"/>
                <a:gd name="T42" fmla="*/ 2720 w 117"/>
                <a:gd name="T43" fmla="*/ 1086 h 132"/>
                <a:gd name="T44" fmla="*/ 2911 w 117"/>
                <a:gd name="T45" fmla="*/ 1037 h 132"/>
                <a:gd name="T46" fmla="*/ 3020 w 117"/>
                <a:gd name="T47" fmla="*/ 953 h 132"/>
                <a:gd name="T48" fmla="*/ 3132 w 117"/>
                <a:gd name="T49" fmla="*/ 914 h 132"/>
                <a:gd name="T50" fmla="*/ 3159 w 117"/>
                <a:gd name="T51" fmla="*/ 914 h 132"/>
                <a:gd name="T52" fmla="*/ 2079 w 117"/>
                <a:gd name="T53" fmla="*/ 0 h 13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17" h="132">
                  <a:moveTo>
                    <a:pt x="75" y="0"/>
                  </a:moveTo>
                  <a:lnTo>
                    <a:pt x="0" y="25"/>
                  </a:lnTo>
                  <a:lnTo>
                    <a:pt x="3" y="26"/>
                  </a:lnTo>
                  <a:lnTo>
                    <a:pt x="14" y="29"/>
                  </a:lnTo>
                  <a:lnTo>
                    <a:pt x="29" y="36"/>
                  </a:lnTo>
                  <a:lnTo>
                    <a:pt x="46" y="47"/>
                  </a:lnTo>
                  <a:lnTo>
                    <a:pt x="66" y="62"/>
                  </a:lnTo>
                  <a:lnTo>
                    <a:pt x="84" y="80"/>
                  </a:lnTo>
                  <a:lnTo>
                    <a:pt x="102" y="103"/>
                  </a:lnTo>
                  <a:lnTo>
                    <a:pt x="116" y="132"/>
                  </a:lnTo>
                  <a:lnTo>
                    <a:pt x="117" y="120"/>
                  </a:lnTo>
                  <a:lnTo>
                    <a:pt x="115" y="107"/>
                  </a:lnTo>
                  <a:lnTo>
                    <a:pt x="108" y="90"/>
                  </a:lnTo>
                  <a:lnTo>
                    <a:pt x="99" y="74"/>
                  </a:lnTo>
                  <a:lnTo>
                    <a:pt x="89" y="58"/>
                  </a:lnTo>
                  <a:lnTo>
                    <a:pt x="78" y="45"/>
                  </a:lnTo>
                  <a:lnTo>
                    <a:pt x="67" y="36"/>
                  </a:lnTo>
                  <a:lnTo>
                    <a:pt x="58" y="32"/>
                  </a:lnTo>
                  <a:lnTo>
                    <a:pt x="69" y="29"/>
                  </a:lnTo>
                  <a:lnTo>
                    <a:pt x="79" y="28"/>
                  </a:lnTo>
                  <a:lnTo>
                    <a:pt x="89" y="26"/>
                  </a:lnTo>
                  <a:lnTo>
                    <a:pt x="98" y="25"/>
                  </a:lnTo>
                  <a:lnTo>
                    <a:pt x="105" y="24"/>
                  </a:lnTo>
                  <a:lnTo>
                    <a:pt x="109" y="22"/>
                  </a:lnTo>
                  <a:lnTo>
                    <a:pt x="113" y="21"/>
                  </a:lnTo>
                  <a:lnTo>
                    <a:pt x="114" y="21"/>
                  </a:lnTo>
                  <a:lnTo>
                    <a:pt x="75"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8" name="Freeform 15">
              <a:extLst>
                <a:ext uri="{FF2B5EF4-FFF2-40B4-BE49-F238E27FC236}">
                  <a16:creationId xmlns:a16="http://schemas.microsoft.com/office/drawing/2014/main" id="{6D465818-F55A-096F-1C14-0B7CF5B63FEC}"/>
                </a:ext>
              </a:extLst>
            </p:cNvPr>
            <p:cNvSpPr>
              <a:spLocks/>
            </p:cNvSpPr>
            <p:nvPr userDrawn="1"/>
          </p:nvSpPr>
          <p:spPr bwMode="ltGray">
            <a:xfrm rot="373331" flipH="1">
              <a:off x="799" y="2979"/>
              <a:ext cx="87" cy="274"/>
            </a:xfrm>
            <a:custGeom>
              <a:avLst/>
              <a:gdLst>
                <a:gd name="T0" fmla="*/ 783 w 29"/>
                <a:gd name="T1" fmla="*/ 0 h 77"/>
                <a:gd name="T2" fmla="*/ 621 w 29"/>
                <a:gd name="T3" fmla="*/ 0 h 77"/>
                <a:gd name="T4" fmla="*/ 432 w 29"/>
                <a:gd name="T5" fmla="*/ 178 h 77"/>
                <a:gd name="T6" fmla="*/ 243 w 29"/>
                <a:gd name="T7" fmla="*/ 406 h 77"/>
                <a:gd name="T8" fmla="*/ 108 w 29"/>
                <a:gd name="T9" fmla="*/ 861 h 77"/>
                <a:gd name="T10" fmla="*/ 27 w 29"/>
                <a:gd name="T11" fmla="*/ 1356 h 77"/>
                <a:gd name="T12" fmla="*/ 0 w 29"/>
                <a:gd name="T13" fmla="*/ 1989 h 77"/>
                <a:gd name="T14" fmla="*/ 81 w 29"/>
                <a:gd name="T15" fmla="*/ 2712 h 77"/>
                <a:gd name="T16" fmla="*/ 297 w 29"/>
                <a:gd name="T17" fmla="*/ 3469 h 77"/>
                <a:gd name="T18" fmla="*/ 405 w 29"/>
                <a:gd name="T19" fmla="*/ 2395 h 77"/>
                <a:gd name="T20" fmla="*/ 513 w 29"/>
                <a:gd name="T21" fmla="*/ 1672 h 77"/>
                <a:gd name="T22" fmla="*/ 621 w 29"/>
                <a:gd name="T23" fmla="*/ 989 h 77"/>
                <a:gd name="T24" fmla="*/ 783 w 29"/>
                <a:gd name="T25" fmla="*/ 0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77">
                  <a:moveTo>
                    <a:pt x="29" y="0"/>
                  </a:moveTo>
                  <a:lnTo>
                    <a:pt x="23" y="0"/>
                  </a:lnTo>
                  <a:lnTo>
                    <a:pt x="16" y="4"/>
                  </a:lnTo>
                  <a:lnTo>
                    <a:pt x="9" y="9"/>
                  </a:lnTo>
                  <a:lnTo>
                    <a:pt x="4" y="19"/>
                  </a:lnTo>
                  <a:lnTo>
                    <a:pt x="1" y="30"/>
                  </a:lnTo>
                  <a:lnTo>
                    <a:pt x="0" y="44"/>
                  </a:lnTo>
                  <a:lnTo>
                    <a:pt x="3" y="60"/>
                  </a:lnTo>
                  <a:lnTo>
                    <a:pt x="11" y="77"/>
                  </a:lnTo>
                  <a:lnTo>
                    <a:pt x="15" y="53"/>
                  </a:lnTo>
                  <a:lnTo>
                    <a:pt x="19" y="37"/>
                  </a:lnTo>
                  <a:lnTo>
                    <a:pt x="23" y="22"/>
                  </a:lnTo>
                  <a:lnTo>
                    <a:pt x="29"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9" name="Freeform 16">
              <a:extLst>
                <a:ext uri="{FF2B5EF4-FFF2-40B4-BE49-F238E27FC236}">
                  <a16:creationId xmlns:a16="http://schemas.microsoft.com/office/drawing/2014/main" id="{0741F973-5671-A6BF-28D2-E6EF87B57C4C}"/>
                </a:ext>
              </a:extLst>
            </p:cNvPr>
            <p:cNvSpPr>
              <a:spLocks/>
            </p:cNvSpPr>
            <p:nvPr userDrawn="1"/>
          </p:nvSpPr>
          <p:spPr bwMode="ltGray">
            <a:xfrm>
              <a:off x="1190" y="3273"/>
              <a:ext cx="1108" cy="1047"/>
            </a:xfrm>
            <a:custGeom>
              <a:avLst/>
              <a:gdLst>
                <a:gd name="T0" fmla="*/ 784 w 1108"/>
                <a:gd name="T1" fmla="*/ 1047 h 1047"/>
                <a:gd name="T2" fmla="*/ 692 w 1108"/>
                <a:gd name="T3" fmla="*/ 1011 h 1047"/>
                <a:gd name="T4" fmla="*/ 607 w 1108"/>
                <a:gd name="T5" fmla="*/ 945 h 1047"/>
                <a:gd name="T6" fmla="*/ 517 w 1108"/>
                <a:gd name="T7" fmla="*/ 861 h 1047"/>
                <a:gd name="T8" fmla="*/ 432 w 1108"/>
                <a:gd name="T9" fmla="*/ 776 h 1047"/>
                <a:gd name="T10" fmla="*/ 350 w 1108"/>
                <a:gd name="T11" fmla="*/ 677 h 1047"/>
                <a:gd name="T12" fmla="*/ 266 w 1108"/>
                <a:gd name="T13" fmla="*/ 563 h 1047"/>
                <a:gd name="T14" fmla="*/ 188 w 1108"/>
                <a:gd name="T15" fmla="*/ 447 h 1047"/>
                <a:gd name="T16" fmla="*/ 122 w 1108"/>
                <a:gd name="T17" fmla="*/ 325 h 1047"/>
                <a:gd name="T18" fmla="*/ 65 w 1108"/>
                <a:gd name="T19" fmla="*/ 211 h 1047"/>
                <a:gd name="T20" fmla="*/ 21 w 1108"/>
                <a:gd name="T21" fmla="*/ 101 h 1047"/>
                <a:gd name="T22" fmla="*/ 0 w 1108"/>
                <a:gd name="T23" fmla="*/ 0 h 1047"/>
                <a:gd name="T24" fmla="*/ 109 w 1108"/>
                <a:gd name="T25" fmla="*/ 217 h 1047"/>
                <a:gd name="T26" fmla="*/ 209 w 1108"/>
                <a:gd name="T27" fmla="*/ 378 h 1047"/>
                <a:gd name="T28" fmla="*/ 294 w 1108"/>
                <a:gd name="T29" fmla="*/ 500 h 1047"/>
                <a:gd name="T30" fmla="*/ 373 w 1108"/>
                <a:gd name="T31" fmla="*/ 590 h 1047"/>
                <a:gd name="T32" fmla="*/ 441 w 1108"/>
                <a:gd name="T33" fmla="*/ 661 h 1047"/>
                <a:gd name="T34" fmla="*/ 506 w 1108"/>
                <a:gd name="T35" fmla="*/ 713 h 1047"/>
                <a:gd name="T36" fmla="*/ 564 w 1108"/>
                <a:gd name="T37" fmla="*/ 754 h 1047"/>
                <a:gd name="T38" fmla="*/ 620 w 1108"/>
                <a:gd name="T39" fmla="*/ 801 h 1047"/>
                <a:gd name="T40" fmla="*/ 754 w 1108"/>
                <a:gd name="T41" fmla="*/ 899 h 1047"/>
                <a:gd name="T42" fmla="*/ 925 w 1108"/>
                <a:gd name="T43" fmla="*/ 977 h 1047"/>
                <a:gd name="T44" fmla="*/ 1108 w 1108"/>
                <a:gd name="T45" fmla="*/ 1047 h 1047"/>
                <a:gd name="T46" fmla="*/ 784 w 1108"/>
                <a:gd name="T47" fmla="*/ 1047 h 104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08" h="1047">
                  <a:moveTo>
                    <a:pt x="784" y="1047"/>
                  </a:moveTo>
                  <a:lnTo>
                    <a:pt x="692" y="1011"/>
                  </a:lnTo>
                  <a:lnTo>
                    <a:pt x="607" y="945"/>
                  </a:lnTo>
                  <a:lnTo>
                    <a:pt x="517" y="861"/>
                  </a:lnTo>
                  <a:lnTo>
                    <a:pt x="432" y="776"/>
                  </a:lnTo>
                  <a:lnTo>
                    <a:pt x="350" y="677"/>
                  </a:lnTo>
                  <a:lnTo>
                    <a:pt x="266" y="563"/>
                  </a:lnTo>
                  <a:lnTo>
                    <a:pt x="188" y="447"/>
                  </a:lnTo>
                  <a:lnTo>
                    <a:pt x="122" y="325"/>
                  </a:lnTo>
                  <a:lnTo>
                    <a:pt x="65" y="211"/>
                  </a:lnTo>
                  <a:lnTo>
                    <a:pt x="21" y="101"/>
                  </a:lnTo>
                  <a:lnTo>
                    <a:pt x="0" y="0"/>
                  </a:lnTo>
                  <a:lnTo>
                    <a:pt x="109" y="217"/>
                  </a:lnTo>
                  <a:lnTo>
                    <a:pt x="209" y="378"/>
                  </a:lnTo>
                  <a:lnTo>
                    <a:pt x="294" y="500"/>
                  </a:lnTo>
                  <a:lnTo>
                    <a:pt x="373" y="590"/>
                  </a:lnTo>
                  <a:lnTo>
                    <a:pt x="441" y="661"/>
                  </a:lnTo>
                  <a:lnTo>
                    <a:pt x="506" y="713"/>
                  </a:lnTo>
                  <a:lnTo>
                    <a:pt x="564" y="754"/>
                  </a:lnTo>
                  <a:lnTo>
                    <a:pt x="620" y="801"/>
                  </a:lnTo>
                  <a:lnTo>
                    <a:pt x="754" y="899"/>
                  </a:lnTo>
                  <a:lnTo>
                    <a:pt x="925" y="977"/>
                  </a:lnTo>
                  <a:lnTo>
                    <a:pt x="1108" y="1047"/>
                  </a:lnTo>
                  <a:lnTo>
                    <a:pt x="784" y="10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grpSp>
          <p:nvGrpSpPr>
            <p:cNvPr id="10" name="Group 17">
              <a:extLst>
                <a:ext uri="{FF2B5EF4-FFF2-40B4-BE49-F238E27FC236}">
                  <a16:creationId xmlns:a16="http://schemas.microsoft.com/office/drawing/2014/main" id="{942095A1-A530-4AAC-2DCE-8B47E280325B}"/>
                </a:ext>
              </a:extLst>
            </p:cNvPr>
            <p:cNvGrpSpPr>
              <a:grpSpLocks/>
            </p:cNvGrpSpPr>
            <p:nvPr userDrawn="1"/>
          </p:nvGrpSpPr>
          <p:grpSpPr bwMode="auto">
            <a:xfrm rot="3220060">
              <a:off x="2631" y="754"/>
              <a:ext cx="569" cy="637"/>
              <a:chOff x="1727" y="866"/>
              <a:chExt cx="129" cy="157"/>
            </a:xfrm>
          </p:grpSpPr>
          <p:sp>
            <p:nvSpPr>
              <p:cNvPr id="34" name="Freeform 18">
                <a:extLst>
                  <a:ext uri="{FF2B5EF4-FFF2-40B4-BE49-F238E27FC236}">
                    <a16:creationId xmlns:a16="http://schemas.microsoft.com/office/drawing/2014/main" id="{E7CAD568-420B-6382-5B34-B8C77FE06E52}"/>
                  </a:ext>
                </a:extLst>
              </p:cNvPr>
              <p:cNvSpPr>
                <a:spLocks/>
              </p:cNvSpPr>
              <p:nvPr userDrawn="1"/>
            </p:nvSpPr>
            <p:spPr bwMode="ltGray">
              <a:xfrm>
                <a:off x="1727" y="866"/>
                <a:ext cx="41" cy="59"/>
              </a:xfrm>
              <a:custGeom>
                <a:avLst/>
                <a:gdLst>
                  <a:gd name="T0" fmla="*/ 10 w 83"/>
                  <a:gd name="T1" fmla="*/ 4 h 117"/>
                  <a:gd name="T2" fmla="*/ 3 w 83"/>
                  <a:gd name="T3" fmla="*/ 0 h 117"/>
                  <a:gd name="T4" fmla="*/ 0 w 83"/>
                  <a:gd name="T5" fmla="*/ 15 h 117"/>
                  <a:gd name="T6" fmla="*/ 10 w 83"/>
                  <a:gd name="T7" fmla="*/ 4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35" name="Freeform 19">
                <a:extLst>
                  <a:ext uri="{FF2B5EF4-FFF2-40B4-BE49-F238E27FC236}">
                    <a16:creationId xmlns:a16="http://schemas.microsoft.com/office/drawing/2014/main" id="{7AF904D7-5AAE-9CA6-5658-D431D0E2B2E4}"/>
                  </a:ext>
                </a:extLst>
              </p:cNvPr>
              <p:cNvSpPr>
                <a:spLocks/>
              </p:cNvSpPr>
              <p:nvPr userDrawn="1"/>
            </p:nvSpPr>
            <p:spPr bwMode="ltGray">
              <a:xfrm>
                <a:off x="1786" y="894"/>
                <a:ext cx="70" cy="49"/>
              </a:xfrm>
              <a:custGeom>
                <a:avLst/>
                <a:gdLst>
                  <a:gd name="T0" fmla="*/ 0 w 140"/>
                  <a:gd name="T1" fmla="*/ 13 h 98"/>
                  <a:gd name="T2" fmla="*/ 15 w 140"/>
                  <a:gd name="T3" fmla="*/ 0 h 98"/>
                  <a:gd name="T4" fmla="*/ 18 w 140"/>
                  <a:gd name="T5" fmla="*/ 7 h 98"/>
                  <a:gd name="T6" fmla="*/ 0 w 140"/>
                  <a:gd name="T7" fmla="*/ 13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36" name="Freeform 20">
                <a:extLst>
                  <a:ext uri="{FF2B5EF4-FFF2-40B4-BE49-F238E27FC236}">
                    <a16:creationId xmlns:a16="http://schemas.microsoft.com/office/drawing/2014/main" id="{802A0D89-30F8-B3B8-F2AA-CD5079A289D8}"/>
                  </a:ext>
                </a:extLst>
              </p:cNvPr>
              <p:cNvSpPr>
                <a:spLocks/>
              </p:cNvSpPr>
              <p:nvPr userDrawn="1"/>
            </p:nvSpPr>
            <p:spPr bwMode="ltGray">
              <a:xfrm>
                <a:off x="1772" y="998"/>
                <a:ext cx="73" cy="25"/>
              </a:xfrm>
              <a:custGeom>
                <a:avLst/>
                <a:gdLst>
                  <a:gd name="T0" fmla="*/ 0 w 145"/>
                  <a:gd name="T1" fmla="*/ 1 h 49"/>
                  <a:gd name="T2" fmla="*/ 19 w 145"/>
                  <a:gd name="T3" fmla="*/ 0 h 49"/>
                  <a:gd name="T4" fmla="*/ 17 w 145"/>
                  <a:gd name="T5" fmla="*/ 7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grpSp>
        <p:grpSp>
          <p:nvGrpSpPr>
            <p:cNvPr id="11" name="Group 21">
              <a:extLst>
                <a:ext uri="{FF2B5EF4-FFF2-40B4-BE49-F238E27FC236}">
                  <a16:creationId xmlns:a16="http://schemas.microsoft.com/office/drawing/2014/main" id="{ECE11985-BF5C-2BCA-BE58-EC261BC5A8F1}"/>
                </a:ext>
              </a:extLst>
            </p:cNvPr>
            <p:cNvGrpSpPr>
              <a:grpSpLocks/>
            </p:cNvGrpSpPr>
            <p:nvPr userDrawn="1"/>
          </p:nvGrpSpPr>
          <p:grpSpPr bwMode="auto">
            <a:xfrm rot="-6691250">
              <a:off x="3637" y="132"/>
              <a:ext cx="356" cy="607"/>
              <a:chOff x="1727" y="866"/>
              <a:chExt cx="129" cy="157"/>
            </a:xfrm>
          </p:grpSpPr>
          <p:sp>
            <p:nvSpPr>
              <p:cNvPr id="31" name="Freeform 22">
                <a:extLst>
                  <a:ext uri="{FF2B5EF4-FFF2-40B4-BE49-F238E27FC236}">
                    <a16:creationId xmlns:a16="http://schemas.microsoft.com/office/drawing/2014/main" id="{5939844D-9BB4-7BDA-4632-2AE9DC1ABF1B}"/>
                  </a:ext>
                </a:extLst>
              </p:cNvPr>
              <p:cNvSpPr>
                <a:spLocks/>
              </p:cNvSpPr>
              <p:nvPr userDrawn="1"/>
            </p:nvSpPr>
            <p:spPr bwMode="ltGray">
              <a:xfrm>
                <a:off x="1727" y="866"/>
                <a:ext cx="41" cy="59"/>
              </a:xfrm>
              <a:custGeom>
                <a:avLst/>
                <a:gdLst>
                  <a:gd name="T0" fmla="*/ 10 w 83"/>
                  <a:gd name="T1" fmla="*/ 4 h 117"/>
                  <a:gd name="T2" fmla="*/ 3 w 83"/>
                  <a:gd name="T3" fmla="*/ 0 h 117"/>
                  <a:gd name="T4" fmla="*/ 0 w 83"/>
                  <a:gd name="T5" fmla="*/ 15 h 117"/>
                  <a:gd name="T6" fmla="*/ 10 w 83"/>
                  <a:gd name="T7" fmla="*/ 4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32" name="Freeform 23">
                <a:extLst>
                  <a:ext uri="{FF2B5EF4-FFF2-40B4-BE49-F238E27FC236}">
                    <a16:creationId xmlns:a16="http://schemas.microsoft.com/office/drawing/2014/main" id="{84898E1F-1F22-9A7D-E3E0-B3038BD412E7}"/>
                  </a:ext>
                </a:extLst>
              </p:cNvPr>
              <p:cNvSpPr>
                <a:spLocks/>
              </p:cNvSpPr>
              <p:nvPr userDrawn="1"/>
            </p:nvSpPr>
            <p:spPr bwMode="ltGray">
              <a:xfrm>
                <a:off x="1786" y="894"/>
                <a:ext cx="70" cy="49"/>
              </a:xfrm>
              <a:custGeom>
                <a:avLst/>
                <a:gdLst>
                  <a:gd name="T0" fmla="*/ 0 w 140"/>
                  <a:gd name="T1" fmla="*/ 13 h 98"/>
                  <a:gd name="T2" fmla="*/ 15 w 140"/>
                  <a:gd name="T3" fmla="*/ 0 h 98"/>
                  <a:gd name="T4" fmla="*/ 18 w 140"/>
                  <a:gd name="T5" fmla="*/ 7 h 98"/>
                  <a:gd name="T6" fmla="*/ 0 w 140"/>
                  <a:gd name="T7" fmla="*/ 13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33" name="Freeform 24">
                <a:extLst>
                  <a:ext uri="{FF2B5EF4-FFF2-40B4-BE49-F238E27FC236}">
                    <a16:creationId xmlns:a16="http://schemas.microsoft.com/office/drawing/2014/main" id="{940083F4-DBDD-4221-2638-05A9F6FADE5D}"/>
                  </a:ext>
                </a:extLst>
              </p:cNvPr>
              <p:cNvSpPr>
                <a:spLocks/>
              </p:cNvSpPr>
              <p:nvPr userDrawn="1"/>
            </p:nvSpPr>
            <p:spPr bwMode="ltGray">
              <a:xfrm>
                <a:off x="1772" y="998"/>
                <a:ext cx="73" cy="25"/>
              </a:xfrm>
              <a:custGeom>
                <a:avLst/>
                <a:gdLst>
                  <a:gd name="T0" fmla="*/ 0 w 145"/>
                  <a:gd name="T1" fmla="*/ 1 h 49"/>
                  <a:gd name="T2" fmla="*/ 19 w 145"/>
                  <a:gd name="T3" fmla="*/ 0 h 49"/>
                  <a:gd name="T4" fmla="*/ 17 w 145"/>
                  <a:gd name="T5" fmla="*/ 7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grpSp>
        <p:grpSp>
          <p:nvGrpSpPr>
            <p:cNvPr id="12" name="Group 25">
              <a:extLst>
                <a:ext uri="{FF2B5EF4-FFF2-40B4-BE49-F238E27FC236}">
                  <a16:creationId xmlns:a16="http://schemas.microsoft.com/office/drawing/2014/main" id="{B4CD02BE-E040-FA4C-8082-E6296E1A51FE}"/>
                </a:ext>
              </a:extLst>
            </p:cNvPr>
            <p:cNvGrpSpPr>
              <a:grpSpLocks/>
            </p:cNvGrpSpPr>
            <p:nvPr userDrawn="1"/>
          </p:nvGrpSpPr>
          <p:grpSpPr bwMode="auto">
            <a:xfrm rot="8524840">
              <a:off x="668" y="3321"/>
              <a:ext cx="501" cy="502"/>
              <a:chOff x="1727" y="866"/>
              <a:chExt cx="129" cy="157"/>
            </a:xfrm>
          </p:grpSpPr>
          <p:sp>
            <p:nvSpPr>
              <p:cNvPr id="28" name="Freeform 26">
                <a:extLst>
                  <a:ext uri="{FF2B5EF4-FFF2-40B4-BE49-F238E27FC236}">
                    <a16:creationId xmlns:a16="http://schemas.microsoft.com/office/drawing/2014/main" id="{28BCF4B2-1F46-64E6-4AC9-70CFCE1568C1}"/>
                  </a:ext>
                </a:extLst>
              </p:cNvPr>
              <p:cNvSpPr>
                <a:spLocks/>
              </p:cNvSpPr>
              <p:nvPr userDrawn="1"/>
            </p:nvSpPr>
            <p:spPr bwMode="ltGray">
              <a:xfrm>
                <a:off x="1727" y="866"/>
                <a:ext cx="41" cy="59"/>
              </a:xfrm>
              <a:custGeom>
                <a:avLst/>
                <a:gdLst>
                  <a:gd name="T0" fmla="*/ 10 w 83"/>
                  <a:gd name="T1" fmla="*/ 4 h 117"/>
                  <a:gd name="T2" fmla="*/ 3 w 83"/>
                  <a:gd name="T3" fmla="*/ 0 h 117"/>
                  <a:gd name="T4" fmla="*/ 0 w 83"/>
                  <a:gd name="T5" fmla="*/ 15 h 117"/>
                  <a:gd name="T6" fmla="*/ 10 w 83"/>
                  <a:gd name="T7" fmla="*/ 4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29" name="Freeform 27">
                <a:extLst>
                  <a:ext uri="{FF2B5EF4-FFF2-40B4-BE49-F238E27FC236}">
                    <a16:creationId xmlns:a16="http://schemas.microsoft.com/office/drawing/2014/main" id="{2994B8C6-DD96-1158-018E-0C046DCE27D5}"/>
                  </a:ext>
                </a:extLst>
              </p:cNvPr>
              <p:cNvSpPr>
                <a:spLocks/>
              </p:cNvSpPr>
              <p:nvPr userDrawn="1"/>
            </p:nvSpPr>
            <p:spPr bwMode="ltGray">
              <a:xfrm>
                <a:off x="1786" y="894"/>
                <a:ext cx="70" cy="49"/>
              </a:xfrm>
              <a:custGeom>
                <a:avLst/>
                <a:gdLst>
                  <a:gd name="T0" fmla="*/ 0 w 140"/>
                  <a:gd name="T1" fmla="*/ 13 h 98"/>
                  <a:gd name="T2" fmla="*/ 15 w 140"/>
                  <a:gd name="T3" fmla="*/ 0 h 98"/>
                  <a:gd name="T4" fmla="*/ 18 w 140"/>
                  <a:gd name="T5" fmla="*/ 7 h 98"/>
                  <a:gd name="T6" fmla="*/ 0 w 140"/>
                  <a:gd name="T7" fmla="*/ 13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30" name="Freeform 28">
                <a:extLst>
                  <a:ext uri="{FF2B5EF4-FFF2-40B4-BE49-F238E27FC236}">
                    <a16:creationId xmlns:a16="http://schemas.microsoft.com/office/drawing/2014/main" id="{2358672E-33E8-2FB5-89DA-61283778ECC3}"/>
                  </a:ext>
                </a:extLst>
              </p:cNvPr>
              <p:cNvSpPr>
                <a:spLocks/>
              </p:cNvSpPr>
              <p:nvPr userDrawn="1"/>
            </p:nvSpPr>
            <p:spPr bwMode="ltGray">
              <a:xfrm>
                <a:off x="1772" y="998"/>
                <a:ext cx="73" cy="25"/>
              </a:xfrm>
              <a:custGeom>
                <a:avLst/>
                <a:gdLst>
                  <a:gd name="T0" fmla="*/ 0 w 145"/>
                  <a:gd name="T1" fmla="*/ 1 h 49"/>
                  <a:gd name="T2" fmla="*/ 19 w 145"/>
                  <a:gd name="T3" fmla="*/ 0 h 49"/>
                  <a:gd name="T4" fmla="*/ 17 w 145"/>
                  <a:gd name="T5" fmla="*/ 7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grpSp>
        <p:grpSp>
          <p:nvGrpSpPr>
            <p:cNvPr id="13" name="Group 29">
              <a:extLst>
                <a:ext uri="{FF2B5EF4-FFF2-40B4-BE49-F238E27FC236}">
                  <a16:creationId xmlns:a16="http://schemas.microsoft.com/office/drawing/2014/main" id="{6B079A37-26EA-2E1E-2EB4-E623A89B732B}"/>
                </a:ext>
              </a:extLst>
            </p:cNvPr>
            <p:cNvGrpSpPr>
              <a:grpSpLocks/>
            </p:cNvGrpSpPr>
            <p:nvPr userDrawn="1"/>
          </p:nvGrpSpPr>
          <p:grpSpPr bwMode="auto">
            <a:xfrm rot="4106450" flipH="1">
              <a:off x="393" y="262"/>
              <a:ext cx="709" cy="892"/>
              <a:chOff x="1727" y="866"/>
              <a:chExt cx="129" cy="157"/>
            </a:xfrm>
          </p:grpSpPr>
          <p:sp>
            <p:nvSpPr>
              <p:cNvPr id="25" name="Freeform 30">
                <a:extLst>
                  <a:ext uri="{FF2B5EF4-FFF2-40B4-BE49-F238E27FC236}">
                    <a16:creationId xmlns:a16="http://schemas.microsoft.com/office/drawing/2014/main" id="{1360E85D-50FF-3FA5-23D6-93D2C6DE4794}"/>
                  </a:ext>
                </a:extLst>
              </p:cNvPr>
              <p:cNvSpPr>
                <a:spLocks/>
              </p:cNvSpPr>
              <p:nvPr userDrawn="1"/>
            </p:nvSpPr>
            <p:spPr bwMode="ltGray">
              <a:xfrm>
                <a:off x="1727" y="866"/>
                <a:ext cx="41" cy="59"/>
              </a:xfrm>
              <a:custGeom>
                <a:avLst/>
                <a:gdLst>
                  <a:gd name="T0" fmla="*/ 10 w 83"/>
                  <a:gd name="T1" fmla="*/ 4 h 117"/>
                  <a:gd name="T2" fmla="*/ 3 w 83"/>
                  <a:gd name="T3" fmla="*/ 0 h 117"/>
                  <a:gd name="T4" fmla="*/ 0 w 83"/>
                  <a:gd name="T5" fmla="*/ 15 h 117"/>
                  <a:gd name="T6" fmla="*/ 10 w 83"/>
                  <a:gd name="T7" fmla="*/ 4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26" name="Freeform 31">
                <a:extLst>
                  <a:ext uri="{FF2B5EF4-FFF2-40B4-BE49-F238E27FC236}">
                    <a16:creationId xmlns:a16="http://schemas.microsoft.com/office/drawing/2014/main" id="{A7CACC58-3913-1AF9-B73B-6EB2D1B02B2A}"/>
                  </a:ext>
                </a:extLst>
              </p:cNvPr>
              <p:cNvSpPr>
                <a:spLocks/>
              </p:cNvSpPr>
              <p:nvPr userDrawn="1"/>
            </p:nvSpPr>
            <p:spPr bwMode="ltGray">
              <a:xfrm>
                <a:off x="1786" y="894"/>
                <a:ext cx="70" cy="49"/>
              </a:xfrm>
              <a:custGeom>
                <a:avLst/>
                <a:gdLst>
                  <a:gd name="T0" fmla="*/ 0 w 140"/>
                  <a:gd name="T1" fmla="*/ 13 h 98"/>
                  <a:gd name="T2" fmla="*/ 15 w 140"/>
                  <a:gd name="T3" fmla="*/ 0 h 98"/>
                  <a:gd name="T4" fmla="*/ 18 w 140"/>
                  <a:gd name="T5" fmla="*/ 7 h 98"/>
                  <a:gd name="T6" fmla="*/ 0 w 140"/>
                  <a:gd name="T7" fmla="*/ 13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27" name="Freeform 32">
                <a:extLst>
                  <a:ext uri="{FF2B5EF4-FFF2-40B4-BE49-F238E27FC236}">
                    <a16:creationId xmlns:a16="http://schemas.microsoft.com/office/drawing/2014/main" id="{F75B36FD-5801-FCA2-EC23-1AD841A228EA}"/>
                  </a:ext>
                </a:extLst>
              </p:cNvPr>
              <p:cNvSpPr>
                <a:spLocks/>
              </p:cNvSpPr>
              <p:nvPr userDrawn="1"/>
            </p:nvSpPr>
            <p:spPr bwMode="ltGray">
              <a:xfrm>
                <a:off x="1772" y="998"/>
                <a:ext cx="73" cy="25"/>
              </a:xfrm>
              <a:custGeom>
                <a:avLst/>
                <a:gdLst>
                  <a:gd name="T0" fmla="*/ 0 w 145"/>
                  <a:gd name="T1" fmla="*/ 1 h 49"/>
                  <a:gd name="T2" fmla="*/ 19 w 145"/>
                  <a:gd name="T3" fmla="*/ 0 h 49"/>
                  <a:gd name="T4" fmla="*/ 17 w 145"/>
                  <a:gd name="T5" fmla="*/ 7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grpSp>
        <p:grpSp>
          <p:nvGrpSpPr>
            <p:cNvPr id="14" name="Group 33">
              <a:extLst>
                <a:ext uri="{FF2B5EF4-FFF2-40B4-BE49-F238E27FC236}">
                  <a16:creationId xmlns:a16="http://schemas.microsoft.com/office/drawing/2014/main" id="{C1C6CE6C-D27C-DE20-6068-140271E195C0}"/>
                </a:ext>
              </a:extLst>
            </p:cNvPr>
            <p:cNvGrpSpPr>
              <a:grpSpLocks/>
            </p:cNvGrpSpPr>
            <p:nvPr userDrawn="1"/>
          </p:nvGrpSpPr>
          <p:grpSpPr bwMode="auto">
            <a:xfrm rot="10015322" flipH="1">
              <a:off x="4625" y="2382"/>
              <a:ext cx="709" cy="892"/>
              <a:chOff x="1727" y="866"/>
              <a:chExt cx="129" cy="157"/>
            </a:xfrm>
          </p:grpSpPr>
          <p:sp>
            <p:nvSpPr>
              <p:cNvPr id="22" name="Freeform 34">
                <a:extLst>
                  <a:ext uri="{FF2B5EF4-FFF2-40B4-BE49-F238E27FC236}">
                    <a16:creationId xmlns:a16="http://schemas.microsoft.com/office/drawing/2014/main" id="{1AE904C7-F9DF-8410-EC1B-90244D46441A}"/>
                  </a:ext>
                </a:extLst>
              </p:cNvPr>
              <p:cNvSpPr>
                <a:spLocks/>
              </p:cNvSpPr>
              <p:nvPr userDrawn="1"/>
            </p:nvSpPr>
            <p:spPr bwMode="ltGray">
              <a:xfrm>
                <a:off x="1727" y="866"/>
                <a:ext cx="41" cy="59"/>
              </a:xfrm>
              <a:custGeom>
                <a:avLst/>
                <a:gdLst>
                  <a:gd name="T0" fmla="*/ 10 w 83"/>
                  <a:gd name="T1" fmla="*/ 4 h 117"/>
                  <a:gd name="T2" fmla="*/ 3 w 83"/>
                  <a:gd name="T3" fmla="*/ 0 h 117"/>
                  <a:gd name="T4" fmla="*/ 0 w 83"/>
                  <a:gd name="T5" fmla="*/ 15 h 117"/>
                  <a:gd name="T6" fmla="*/ 10 w 83"/>
                  <a:gd name="T7" fmla="*/ 4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23" name="Freeform 35">
                <a:extLst>
                  <a:ext uri="{FF2B5EF4-FFF2-40B4-BE49-F238E27FC236}">
                    <a16:creationId xmlns:a16="http://schemas.microsoft.com/office/drawing/2014/main" id="{B06D4951-D63D-EAC4-8C66-D80D92C1C219}"/>
                  </a:ext>
                </a:extLst>
              </p:cNvPr>
              <p:cNvSpPr>
                <a:spLocks/>
              </p:cNvSpPr>
              <p:nvPr userDrawn="1"/>
            </p:nvSpPr>
            <p:spPr bwMode="ltGray">
              <a:xfrm>
                <a:off x="1786" y="894"/>
                <a:ext cx="70" cy="49"/>
              </a:xfrm>
              <a:custGeom>
                <a:avLst/>
                <a:gdLst>
                  <a:gd name="T0" fmla="*/ 0 w 140"/>
                  <a:gd name="T1" fmla="*/ 13 h 98"/>
                  <a:gd name="T2" fmla="*/ 15 w 140"/>
                  <a:gd name="T3" fmla="*/ 0 h 98"/>
                  <a:gd name="T4" fmla="*/ 18 w 140"/>
                  <a:gd name="T5" fmla="*/ 7 h 98"/>
                  <a:gd name="T6" fmla="*/ 0 w 140"/>
                  <a:gd name="T7" fmla="*/ 13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24" name="Freeform 36">
                <a:extLst>
                  <a:ext uri="{FF2B5EF4-FFF2-40B4-BE49-F238E27FC236}">
                    <a16:creationId xmlns:a16="http://schemas.microsoft.com/office/drawing/2014/main" id="{C9CB4052-7C72-9307-A536-66C84420CAC5}"/>
                  </a:ext>
                </a:extLst>
              </p:cNvPr>
              <p:cNvSpPr>
                <a:spLocks/>
              </p:cNvSpPr>
              <p:nvPr userDrawn="1"/>
            </p:nvSpPr>
            <p:spPr bwMode="ltGray">
              <a:xfrm>
                <a:off x="1772" y="998"/>
                <a:ext cx="73" cy="25"/>
              </a:xfrm>
              <a:custGeom>
                <a:avLst/>
                <a:gdLst>
                  <a:gd name="T0" fmla="*/ 0 w 145"/>
                  <a:gd name="T1" fmla="*/ 1 h 49"/>
                  <a:gd name="T2" fmla="*/ 19 w 145"/>
                  <a:gd name="T3" fmla="*/ 0 h 49"/>
                  <a:gd name="T4" fmla="*/ 17 w 145"/>
                  <a:gd name="T5" fmla="*/ 7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grpSp>
        <p:sp>
          <p:nvSpPr>
            <p:cNvPr id="15" name="Freeform 37">
              <a:extLst>
                <a:ext uri="{FF2B5EF4-FFF2-40B4-BE49-F238E27FC236}">
                  <a16:creationId xmlns:a16="http://schemas.microsoft.com/office/drawing/2014/main" id="{C512A357-0A2D-1314-984A-E040A8CA1487}"/>
                </a:ext>
              </a:extLst>
            </p:cNvPr>
            <p:cNvSpPr>
              <a:spLocks/>
            </p:cNvSpPr>
            <p:nvPr userDrawn="1"/>
          </p:nvSpPr>
          <p:spPr bwMode="ltGray">
            <a:xfrm>
              <a:off x="1217" y="2"/>
              <a:ext cx="862" cy="886"/>
            </a:xfrm>
            <a:custGeom>
              <a:avLst/>
              <a:gdLst>
                <a:gd name="T0" fmla="*/ 0 w 862"/>
                <a:gd name="T1" fmla="*/ 0 h 886"/>
                <a:gd name="T2" fmla="*/ 6 w 862"/>
                <a:gd name="T3" fmla="*/ 107 h 886"/>
                <a:gd name="T4" fmla="*/ 37 w 862"/>
                <a:gd name="T5" fmla="*/ 262 h 886"/>
                <a:gd name="T6" fmla="*/ 83 w 862"/>
                <a:gd name="T7" fmla="*/ 410 h 886"/>
                <a:gd name="T8" fmla="*/ 149 w 862"/>
                <a:gd name="T9" fmla="*/ 546 h 886"/>
                <a:gd name="T10" fmla="*/ 237 w 862"/>
                <a:gd name="T11" fmla="*/ 666 h 886"/>
                <a:gd name="T12" fmla="*/ 338 w 862"/>
                <a:gd name="T13" fmla="*/ 764 h 886"/>
                <a:gd name="T14" fmla="*/ 450 w 862"/>
                <a:gd name="T15" fmla="*/ 838 h 886"/>
                <a:gd name="T16" fmla="*/ 579 w 862"/>
                <a:gd name="T17" fmla="*/ 879 h 886"/>
                <a:gd name="T18" fmla="*/ 714 w 862"/>
                <a:gd name="T19" fmla="*/ 886 h 886"/>
                <a:gd name="T20" fmla="*/ 862 w 862"/>
                <a:gd name="T21" fmla="*/ 851 h 886"/>
                <a:gd name="T22" fmla="*/ 784 w 862"/>
                <a:gd name="T23" fmla="*/ 856 h 886"/>
                <a:gd name="T24" fmla="*/ 700 w 862"/>
                <a:gd name="T25" fmla="*/ 835 h 886"/>
                <a:gd name="T26" fmla="*/ 621 w 862"/>
                <a:gd name="T27" fmla="*/ 794 h 886"/>
                <a:gd name="T28" fmla="*/ 542 w 862"/>
                <a:gd name="T29" fmla="*/ 728 h 886"/>
                <a:gd name="T30" fmla="*/ 466 w 862"/>
                <a:gd name="T31" fmla="*/ 649 h 886"/>
                <a:gd name="T32" fmla="*/ 397 w 862"/>
                <a:gd name="T33" fmla="*/ 557 h 886"/>
                <a:gd name="T34" fmla="*/ 334 w 862"/>
                <a:gd name="T35" fmla="*/ 454 h 886"/>
                <a:gd name="T36" fmla="*/ 279 w 862"/>
                <a:gd name="T37" fmla="*/ 339 h 886"/>
                <a:gd name="T38" fmla="*/ 238 w 862"/>
                <a:gd name="T39" fmla="*/ 225 h 886"/>
                <a:gd name="T40" fmla="*/ 205 w 862"/>
                <a:gd name="T41" fmla="*/ 105 h 886"/>
                <a:gd name="T42" fmla="*/ 184 w 862"/>
                <a:gd name="T43" fmla="*/ 3 h 8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862" h="886">
                  <a:moveTo>
                    <a:pt x="0" y="0"/>
                  </a:moveTo>
                  <a:lnTo>
                    <a:pt x="6" y="107"/>
                  </a:lnTo>
                  <a:lnTo>
                    <a:pt x="37" y="262"/>
                  </a:lnTo>
                  <a:lnTo>
                    <a:pt x="83" y="410"/>
                  </a:lnTo>
                  <a:lnTo>
                    <a:pt x="149" y="546"/>
                  </a:lnTo>
                  <a:lnTo>
                    <a:pt x="237" y="666"/>
                  </a:lnTo>
                  <a:lnTo>
                    <a:pt x="338" y="764"/>
                  </a:lnTo>
                  <a:lnTo>
                    <a:pt x="450" y="838"/>
                  </a:lnTo>
                  <a:lnTo>
                    <a:pt x="579" y="879"/>
                  </a:lnTo>
                  <a:lnTo>
                    <a:pt x="714" y="886"/>
                  </a:lnTo>
                  <a:lnTo>
                    <a:pt x="862" y="851"/>
                  </a:lnTo>
                  <a:lnTo>
                    <a:pt x="784" y="856"/>
                  </a:lnTo>
                  <a:lnTo>
                    <a:pt x="700" y="835"/>
                  </a:lnTo>
                  <a:lnTo>
                    <a:pt x="621" y="794"/>
                  </a:lnTo>
                  <a:lnTo>
                    <a:pt x="542" y="728"/>
                  </a:lnTo>
                  <a:lnTo>
                    <a:pt x="466" y="649"/>
                  </a:lnTo>
                  <a:lnTo>
                    <a:pt x="397" y="557"/>
                  </a:lnTo>
                  <a:lnTo>
                    <a:pt x="334" y="454"/>
                  </a:lnTo>
                  <a:lnTo>
                    <a:pt x="279" y="339"/>
                  </a:lnTo>
                  <a:lnTo>
                    <a:pt x="238" y="225"/>
                  </a:lnTo>
                  <a:lnTo>
                    <a:pt x="205" y="105"/>
                  </a:lnTo>
                  <a:lnTo>
                    <a:pt x="184" y="3"/>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6" name="Freeform 38">
              <a:extLst>
                <a:ext uri="{FF2B5EF4-FFF2-40B4-BE49-F238E27FC236}">
                  <a16:creationId xmlns:a16="http://schemas.microsoft.com/office/drawing/2014/main" id="{12D1B8DD-AD0F-70E9-5D0F-C993D460E588}"/>
                </a:ext>
              </a:extLst>
            </p:cNvPr>
            <p:cNvSpPr>
              <a:spLocks/>
            </p:cNvSpPr>
            <p:nvPr userDrawn="1"/>
          </p:nvSpPr>
          <p:spPr bwMode="ltGray">
            <a:xfrm rot="9832527" flipV="1">
              <a:off x="2158" y="102"/>
              <a:ext cx="681" cy="593"/>
            </a:xfrm>
            <a:custGeom>
              <a:avLst/>
              <a:gdLst>
                <a:gd name="T0" fmla="*/ 0 w 257"/>
                <a:gd name="T1" fmla="*/ 0 h 237"/>
                <a:gd name="T2" fmla="*/ 0 w 257"/>
                <a:gd name="T3" fmla="*/ 395 h 237"/>
                <a:gd name="T4" fmla="*/ 56 w 257"/>
                <a:gd name="T5" fmla="*/ 783 h 237"/>
                <a:gd name="T6" fmla="*/ 111 w 257"/>
                <a:gd name="T7" fmla="*/ 1176 h 237"/>
                <a:gd name="T8" fmla="*/ 204 w 257"/>
                <a:gd name="T9" fmla="*/ 1534 h 237"/>
                <a:gd name="T10" fmla="*/ 337 w 257"/>
                <a:gd name="T11" fmla="*/ 1867 h 237"/>
                <a:gd name="T12" fmla="*/ 506 w 257"/>
                <a:gd name="T13" fmla="*/ 2209 h 237"/>
                <a:gd name="T14" fmla="*/ 710 w 257"/>
                <a:gd name="T15" fmla="*/ 2522 h 237"/>
                <a:gd name="T16" fmla="*/ 949 w 257"/>
                <a:gd name="T17" fmla="*/ 2785 h 237"/>
                <a:gd name="T18" fmla="*/ 1251 w 257"/>
                <a:gd name="T19" fmla="*/ 3038 h 237"/>
                <a:gd name="T20" fmla="*/ 1600 w 257"/>
                <a:gd name="T21" fmla="*/ 3255 h 237"/>
                <a:gd name="T22" fmla="*/ 1974 w 257"/>
                <a:gd name="T23" fmla="*/ 3430 h 237"/>
                <a:gd name="T24" fmla="*/ 2435 w 257"/>
                <a:gd name="T25" fmla="*/ 3568 h 237"/>
                <a:gd name="T26" fmla="*/ 2941 w 257"/>
                <a:gd name="T27" fmla="*/ 3663 h 237"/>
                <a:gd name="T28" fmla="*/ 3498 w 257"/>
                <a:gd name="T29" fmla="*/ 3713 h 237"/>
                <a:gd name="T30" fmla="*/ 4094 w 257"/>
                <a:gd name="T31" fmla="*/ 3693 h 237"/>
                <a:gd name="T32" fmla="*/ 4783 w 257"/>
                <a:gd name="T33" fmla="*/ 3631 h 237"/>
                <a:gd name="T34" fmla="*/ 4171 w 257"/>
                <a:gd name="T35" fmla="*/ 3555 h 237"/>
                <a:gd name="T36" fmla="*/ 3630 w 257"/>
                <a:gd name="T37" fmla="*/ 3443 h 237"/>
                <a:gd name="T38" fmla="*/ 3159 w 257"/>
                <a:gd name="T39" fmla="*/ 3318 h 237"/>
                <a:gd name="T40" fmla="*/ 2753 w 257"/>
                <a:gd name="T41" fmla="*/ 3193 h 237"/>
                <a:gd name="T42" fmla="*/ 2380 w 257"/>
                <a:gd name="T43" fmla="*/ 3025 h 237"/>
                <a:gd name="T44" fmla="*/ 2085 w 257"/>
                <a:gd name="T45" fmla="*/ 2847 h 237"/>
                <a:gd name="T46" fmla="*/ 1805 w 257"/>
                <a:gd name="T47" fmla="*/ 2647 h 237"/>
                <a:gd name="T48" fmla="*/ 1566 w 257"/>
                <a:gd name="T49" fmla="*/ 2430 h 237"/>
                <a:gd name="T50" fmla="*/ 1341 w 257"/>
                <a:gd name="T51" fmla="*/ 2209 h 237"/>
                <a:gd name="T52" fmla="*/ 1137 w 257"/>
                <a:gd name="T53" fmla="*/ 1959 h 237"/>
                <a:gd name="T54" fmla="*/ 970 w 257"/>
                <a:gd name="T55" fmla="*/ 1679 h 237"/>
                <a:gd name="T56" fmla="*/ 800 w 257"/>
                <a:gd name="T57" fmla="*/ 1376 h 237"/>
                <a:gd name="T58" fmla="*/ 612 w 257"/>
                <a:gd name="T59" fmla="*/ 1083 h 237"/>
                <a:gd name="T60" fmla="*/ 429 w 257"/>
                <a:gd name="T61" fmla="*/ 738 h 237"/>
                <a:gd name="T62" fmla="*/ 225 w 257"/>
                <a:gd name="T63" fmla="*/ 375 h 237"/>
                <a:gd name="T64" fmla="*/ 0 w 257"/>
                <a:gd name="T65" fmla="*/ 0 h 23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7" name="Freeform 39">
              <a:extLst>
                <a:ext uri="{FF2B5EF4-FFF2-40B4-BE49-F238E27FC236}">
                  <a16:creationId xmlns:a16="http://schemas.microsoft.com/office/drawing/2014/main" id="{02BB7048-492E-50FE-78D0-441DA918FF3C}"/>
                </a:ext>
              </a:extLst>
            </p:cNvPr>
            <p:cNvSpPr>
              <a:spLocks/>
            </p:cNvSpPr>
            <p:nvPr userDrawn="1"/>
          </p:nvSpPr>
          <p:spPr bwMode="ltGray">
            <a:xfrm rot="9832527" flipV="1">
              <a:off x="1997" y="858"/>
              <a:ext cx="330" cy="278"/>
            </a:xfrm>
            <a:custGeom>
              <a:avLst/>
              <a:gdLst>
                <a:gd name="T0" fmla="*/ 1453 w 124"/>
                <a:gd name="T1" fmla="*/ 0 h 110"/>
                <a:gd name="T2" fmla="*/ 2337 w 124"/>
                <a:gd name="T3" fmla="*/ 1744 h 110"/>
                <a:gd name="T4" fmla="*/ 2259 w 124"/>
                <a:gd name="T5" fmla="*/ 1724 h 110"/>
                <a:gd name="T6" fmla="*/ 2017 w 124"/>
                <a:gd name="T7" fmla="*/ 1693 h 110"/>
                <a:gd name="T8" fmla="*/ 1679 w 124"/>
                <a:gd name="T9" fmla="*/ 1628 h 110"/>
                <a:gd name="T10" fmla="*/ 1283 w 124"/>
                <a:gd name="T11" fmla="*/ 1597 h 110"/>
                <a:gd name="T12" fmla="*/ 849 w 124"/>
                <a:gd name="T13" fmla="*/ 1564 h 110"/>
                <a:gd name="T14" fmla="*/ 474 w 124"/>
                <a:gd name="T15" fmla="*/ 1585 h 110"/>
                <a:gd name="T16" fmla="*/ 170 w 124"/>
                <a:gd name="T17" fmla="*/ 1648 h 110"/>
                <a:gd name="T18" fmla="*/ 0 w 124"/>
                <a:gd name="T19" fmla="*/ 1777 h 110"/>
                <a:gd name="T20" fmla="*/ 77 w 124"/>
                <a:gd name="T21" fmla="*/ 1585 h 110"/>
                <a:gd name="T22" fmla="*/ 149 w 124"/>
                <a:gd name="T23" fmla="*/ 1438 h 110"/>
                <a:gd name="T24" fmla="*/ 303 w 124"/>
                <a:gd name="T25" fmla="*/ 1322 h 110"/>
                <a:gd name="T26" fmla="*/ 474 w 124"/>
                <a:gd name="T27" fmla="*/ 1226 h 110"/>
                <a:gd name="T28" fmla="*/ 679 w 124"/>
                <a:gd name="T29" fmla="*/ 1163 h 110"/>
                <a:gd name="T30" fmla="*/ 886 w 124"/>
                <a:gd name="T31" fmla="*/ 1142 h 110"/>
                <a:gd name="T32" fmla="*/ 1112 w 124"/>
                <a:gd name="T33" fmla="*/ 1142 h 110"/>
                <a:gd name="T34" fmla="*/ 1360 w 124"/>
                <a:gd name="T35" fmla="*/ 1195 h 110"/>
                <a:gd name="T36" fmla="*/ 1373 w 124"/>
                <a:gd name="T37" fmla="*/ 1142 h 110"/>
                <a:gd name="T38" fmla="*/ 1317 w 124"/>
                <a:gd name="T39" fmla="*/ 907 h 110"/>
                <a:gd name="T40" fmla="*/ 1261 w 124"/>
                <a:gd name="T41" fmla="*/ 614 h 110"/>
                <a:gd name="T42" fmla="*/ 1224 w 124"/>
                <a:gd name="T43" fmla="*/ 485 h 110"/>
                <a:gd name="T44" fmla="*/ 1190 w 124"/>
                <a:gd name="T45" fmla="*/ 485 h 110"/>
                <a:gd name="T46" fmla="*/ 1147 w 124"/>
                <a:gd name="T47" fmla="*/ 465 h 110"/>
                <a:gd name="T48" fmla="*/ 1112 w 124"/>
                <a:gd name="T49" fmla="*/ 422 h 110"/>
                <a:gd name="T50" fmla="*/ 1078 w 124"/>
                <a:gd name="T51" fmla="*/ 372 h 110"/>
                <a:gd name="T52" fmla="*/ 1078 w 124"/>
                <a:gd name="T53" fmla="*/ 306 h 110"/>
                <a:gd name="T54" fmla="*/ 1112 w 124"/>
                <a:gd name="T55" fmla="*/ 222 h 110"/>
                <a:gd name="T56" fmla="*/ 1245 w 124"/>
                <a:gd name="T57" fmla="*/ 129 h 110"/>
                <a:gd name="T58" fmla="*/ 1453 w 124"/>
                <a:gd name="T59" fmla="*/ 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8" name="Freeform 40">
              <a:extLst>
                <a:ext uri="{FF2B5EF4-FFF2-40B4-BE49-F238E27FC236}">
                  <a16:creationId xmlns:a16="http://schemas.microsoft.com/office/drawing/2014/main" id="{27158DA4-C20A-D308-A292-AFB1EFC651BD}"/>
                </a:ext>
              </a:extLst>
            </p:cNvPr>
            <p:cNvSpPr>
              <a:spLocks/>
            </p:cNvSpPr>
            <p:nvPr userDrawn="1"/>
          </p:nvSpPr>
          <p:spPr bwMode="ltGray">
            <a:xfrm rot="9832527" flipV="1">
              <a:off x="2224" y="808"/>
              <a:ext cx="123" cy="233"/>
            </a:xfrm>
            <a:custGeom>
              <a:avLst/>
              <a:gdLst>
                <a:gd name="T0" fmla="*/ 594 w 46"/>
                <a:gd name="T1" fmla="*/ 0 h 94"/>
                <a:gd name="T2" fmla="*/ 380 w 46"/>
                <a:gd name="T3" fmla="*/ 578 h 94"/>
                <a:gd name="T4" fmla="*/ 286 w 46"/>
                <a:gd name="T5" fmla="*/ 947 h 94"/>
                <a:gd name="T6" fmla="*/ 209 w 46"/>
                <a:gd name="T7" fmla="*/ 1205 h 94"/>
                <a:gd name="T8" fmla="*/ 0 w 46"/>
                <a:gd name="T9" fmla="*/ 1433 h 94"/>
                <a:gd name="T10" fmla="*/ 230 w 46"/>
                <a:gd name="T11" fmla="*/ 1339 h 94"/>
                <a:gd name="T12" fmla="*/ 444 w 46"/>
                <a:gd name="T13" fmla="*/ 1217 h 94"/>
                <a:gd name="T14" fmla="*/ 615 w 46"/>
                <a:gd name="T15" fmla="*/ 1051 h 94"/>
                <a:gd name="T16" fmla="*/ 765 w 46"/>
                <a:gd name="T17" fmla="*/ 868 h 94"/>
                <a:gd name="T18" fmla="*/ 858 w 46"/>
                <a:gd name="T19" fmla="*/ 669 h 94"/>
                <a:gd name="T20" fmla="*/ 880 w 46"/>
                <a:gd name="T21" fmla="*/ 454 h 94"/>
                <a:gd name="T22" fmla="*/ 800 w 46"/>
                <a:gd name="T23" fmla="*/ 228 h 94"/>
                <a:gd name="T24" fmla="*/ 594 w 46"/>
                <a:gd name="T25" fmla="*/ 0 h 9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9" name="Freeform 41">
              <a:extLst>
                <a:ext uri="{FF2B5EF4-FFF2-40B4-BE49-F238E27FC236}">
                  <a16:creationId xmlns:a16="http://schemas.microsoft.com/office/drawing/2014/main" id="{461FC1D1-AD08-F295-640C-069D129C8ADD}"/>
                </a:ext>
              </a:extLst>
            </p:cNvPr>
            <p:cNvSpPr>
              <a:spLocks/>
            </p:cNvSpPr>
            <p:nvPr userDrawn="1"/>
          </p:nvSpPr>
          <p:spPr bwMode="ltGray">
            <a:xfrm>
              <a:off x="1603" y="0"/>
              <a:ext cx="124" cy="121"/>
            </a:xfrm>
            <a:custGeom>
              <a:avLst/>
              <a:gdLst>
                <a:gd name="T0" fmla="*/ 124 w 124"/>
                <a:gd name="T1" fmla="*/ 0 h 121"/>
                <a:gd name="T2" fmla="*/ 113 w 124"/>
                <a:gd name="T3" fmla="*/ 9 h 121"/>
                <a:gd name="T4" fmla="*/ 99 w 124"/>
                <a:gd name="T5" fmla="*/ 25 h 121"/>
                <a:gd name="T6" fmla="*/ 81 w 124"/>
                <a:gd name="T7" fmla="*/ 41 h 121"/>
                <a:gd name="T8" fmla="*/ 63 w 124"/>
                <a:gd name="T9" fmla="*/ 54 h 121"/>
                <a:gd name="T10" fmla="*/ 41 w 124"/>
                <a:gd name="T11" fmla="*/ 66 h 121"/>
                <a:gd name="T12" fmla="*/ 22 w 124"/>
                <a:gd name="T13" fmla="*/ 74 h 121"/>
                <a:gd name="T14" fmla="*/ 0 w 124"/>
                <a:gd name="T15" fmla="*/ 75 h 121"/>
                <a:gd name="T16" fmla="*/ 10 w 124"/>
                <a:gd name="T17" fmla="*/ 96 h 121"/>
                <a:gd name="T18" fmla="*/ 23 w 124"/>
                <a:gd name="T19" fmla="*/ 113 h 121"/>
                <a:gd name="T20" fmla="*/ 41 w 124"/>
                <a:gd name="T21" fmla="*/ 121 h 121"/>
                <a:gd name="T22" fmla="*/ 60 w 124"/>
                <a:gd name="T23" fmla="*/ 121 h 121"/>
                <a:gd name="T24" fmla="*/ 83 w 124"/>
                <a:gd name="T25" fmla="*/ 111 h 121"/>
                <a:gd name="T26" fmla="*/ 101 w 124"/>
                <a:gd name="T27" fmla="*/ 88 h 121"/>
                <a:gd name="T28" fmla="*/ 116 w 124"/>
                <a:gd name="T29" fmla="*/ 53 h 121"/>
                <a:gd name="T30" fmla="*/ 124 w 124"/>
                <a:gd name="T31" fmla="*/ 0 h 1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24" h="121">
                  <a:moveTo>
                    <a:pt x="124" y="0"/>
                  </a:moveTo>
                  <a:lnTo>
                    <a:pt x="113" y="9"/>
                  </a:lnTo>
                  <a:lnTo>
                    <a:pt x="99" y="25"/>
                  </a:lnTo>
                  <a:lnTo>
                    <a:pt x="81" y="41"/>
                  </a:lnTo>
                  <a:lnTo>
                    <a:pt x="63" y="54"/>
                  </a:lnTo>
                  <a:lnTo>
                    <a:pt x="41" y="66"/>
                  </a:lnTo>
                  <a:lnTo>
                    <a:pt x="22" y="74"/>
                  </a:lnTo>
                  <a:lnTo>
                    <a:pt x="0" y="75"/>
                  </a:lnTo>
                  <a:lnTo>
                    <a:pt x="10" y="96"/>
                  </a:lnTo>
                  <a:lnTo>
                    <a:pt x="23" y="113"/>
                  </a:lnTo>
                  <a:lnTo>
                    <a:pt x="41" y="121"/>
                  </a:lnTo>
                  <a:lnTo>
                    <a:pt x="60" y="121"/>
                  </a:lnTo>
                  <a:lnTo>
                    <a:pt x="83" y="111"/>
                  </a:lnTo>
                  <a:lnTo>
                    <a:pt x="101" y="88"/>
                  </a:lnTo>
                  <a:lnTo>
                    <a:pt x="116" y="53"/>
                  </a:lnTo>
                  <a:lnTo>
                    <a:pt x="124"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20" name="Freeform 42">
              <a:extLst>
                <a:ext uri="{FF2B5EF4-FFF2-40B4-BE49-F238E27FC236}">
                  <a16:creationId xmlns:a16="http://schemas.microsoft.com/office/drawing/2014/main" id="{0E195443-D770-1173-050D-11EDA735B394}"/>
                </a:ext>
              </a:extLst>
            </p:cNvPr>
            <p:cNvSpPr>
              <a:spLocks/>
            </p:cNvSpPr>
            <p:nvPr userDrawn="1"/>
          </p:nvSpPr>
          <p:spPr bwMode="ltGray">
            <a:xfrm rot="9832527" flipV="1">
              <a:off x="2173" y="1238"/>
              <a:ext cx="393" cy="2300"/>
            </a:xfrm>
            <a:custGeom>
              <a:avLst/>
              <a:gdLst>
                <a:gd name="T0" fmla="*/ 0 w 149"/>
                <a:gd name="T1" fmla="*/ 0 h 704"/>
                <a:gd name="T2" fmla="*/ 111 w 149"/>
                <a:gd name="T3" fmla="*/ 212 h 704"/>
                <a:gd name="T4" fmla="*/ 293 w 149"/>
                <a:gd name="T5" fmla="*/ 490 h 704"/>
                <a:gd name="T6" fmla="*/ 514 w 149"/>
                <a:gd name="T7" fmla="*/ 833 h 704"/>
                <a:gd name="T8" fmla="*/ 752 w 149"/>
                <a:gd name="T9" fmla="*/ 1290 h 704"/>
                <a:gd name="T10" fmla="*/ 1066 w 149"/>
                <a:gd name="T11" fmla="*/ 1846 h 704"/>
                <a:gd name="T12" fmla="*/ 1343 w 149"/>
                <a:gd name="T13" fmla="*/ 2444 h 704"/>
                <a:gd name="T14" fmla="*/ 1614 w 149"/>
                <a:gd name="T15" fmla="*/ 3140 h 704"/>
                <a:gd name="T16" fmla="*/ 1836 w 149"/>
                <a:gd name="T17" fmla="*/ 3940 h 704"/>
                <a:gd name="T18" fmla="*/ 2052 w 149"/>
                <a:gd name="T19" fmla="*/ 4783 h 704"/>
                <a:gd name="T20" fmla="*/ 2205 w 149"/>
                <a:gd name="T21" fmla="*/ 5753 h 704"/>
                <a:gd name="T22" fmla="*/ 2274 w 149"/>
                <a:gd name="T23" fmla="*/ 6831 h 704"/>
                <a:gd name="T24" fmla="*/ 2311 w 149"/>
                <a:gd name="T25" fmla="*/ 7952 h 704"/>
                <a:gd name="T26" fmla="*/ 2205 w 149"/>
                <a:gd name="T27" fmla="*/ 9210 h 704"/>
                <a:gd name="T28" fmla="*/ 1997 w 149"/>
                <a:gd name="T29" fmla="*/ 10536 h 704"/>
                <a:gd name="T30" fmla="*/ 1691 w 149"/>
                <a:gd name="T31" fmla="*/ 11921 h 704"/>
                <a:gd name="T32" fmla="*/ 1232 w 149"/>
                <a:gd name="T33" fmla="*/ 13460 h 704"/>
                <a:gd name="T34" fmla="*/ 717 w 149"/>
                <a:gd name="T35" fmla="*/ 15198 h 704"/>
                <a:gd name="T36" fmla="*/ 382 w 149"/>
                <a:gd name="T37" fmla="*/ 16812 h 704"/>
                <a:gd name="T38" fmla="*/ 182 w 149"/>
                <a:gd name="T39" fmla="*/ 18305 h 704"/>
                <a:gd name="T40" fmla="*/ 111 w 149"/>
                <a:gd name="T41" fmla="*/ 19736 h 704"/>
                <a:gd name="T42" fmla="*/ 111 w 149"/>
                <a:gd name="T43" fmla="*/ 21102 h 704"/>
                <a:gd name="T44" fmla="*/ 145 w 149"/>
                <a:gd name="T45" fmla="*/ 22350 h 704"/>
                <a:gd name="T46" fmla="*/ 222 w 149"/>
                <a:gd name="T47" fmla="*/ 23470 h 704"/>
                <a:gd name="T48" fmla="*/ 258 w 149"/>
                <a:gd name="T49" fmla="*/ 24549 h 704"/>
                <a:gd name="T50" fmla="*/ 752 w 149"/>
                <a:gd name="T51" fmla="*/ 23993 h 704"/>
                <a:gd name="T52" fmla="*/ 717 w 149"/>
                <a:gd name="T53" fmla="*/ 23715 h 704"/>
                <a:gd name="T54" fmla="*/ 662 w 149"/>
                <a:gd name="T55" fmla="*/ 22905 h 704"/>
                <a:gd name="T56" fmla="*/ 604 w 149"/>
                <a:gd name="T57" fmla="*/ 21690 h 704"/>
                <a:gd name="T58" fmla="*/ 641 w 149"/>
                <a:gd name="T59" fmla="*/ 20056 h 704"/>
                <a:gd name="T60" fmla="*/ 752 w 149"/>
                <a:gd name="T61" fmla="*/ 18103 h 704"/>
                <a:gd name="T62" fmla="*/ 1066 w 149"/>
                <a:gd name="T63" fmla="*/ 15871 h 704"/>
                <a:gd name="T64" fmla="*/ 1580 w 149"/>
                <a:gd name="T65" fmla="*/ 13460 h 704"/>
                <a:gd name="T66" fmla="*/ 2366 w 149"/>
                <a:gd name="T67" fmla="*/ 10918 h 704"/>
                <a:gd name="T68" fmla="*/ 2622 w 149"/>
                <a:gd name="T69" fmla="*/ 9736 h 704"/>
                <a:gd name="T70" fmla="*/ 2735 w 149"/>
                <a:gd name="T71" fmla="*/ 8197 h 704"/>
                <a:gd name="T72" fmla="*/ 2643 w 149"/>
                <a:gd name="T73" fmla="*/ 6413 h 704"/>
                <a:gd name="T74" fmla="*/ 2408 w 149"/>
                <a:gd name="T75" fmla="*/ 4675 h 704"/>
                <a:gd name="T76" fmla="*/ 1997 w 149"/>
                <a:gd name="T77" fmla="*/ 2966 h 704"/>
                <a:gd name="T78" fmla="*/ 1488 w 149"/>
                <a:gd name="T79" fmla="*/ 1536 h 704"/>
                <a:gd name="T80" fmla="*/ 807 w 149"/>
                <a:gd name="T81" fmla="*/ 490 h 704"/>
                <a:gd name="T82" fmla="*/ 0 w 149"/>
                <a:gd name="T83" fmla="*/ 0 h 70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49" h="704">
                  <a:moveTo>
                    <a:pt x="0" y="0"/>
                  </a:moveTo>
                  <a:lnTo>
                    <a:pt x="6" y="6"/>
                  </a:lnTo>
                  <a:lnTo>
                    <a:pt x="16" y="14"/>
                  </a:lnTo>
                  <a:lnTo>
                    <a:pt x="28" y="24"/>
                  </a:lnTo>
                  <a:lnTo>
                    <a:pt x="41" y="37"/>
                  </a:lnTo>
                  <a:lnTo>
                    <a:pt x="58" y="53"/>
                  </a:lnTo>
                  <a:lnTo>
                    <a:pt x="73" y="70"/>
                  </a:lnTo>
                  <a:lnTo>
                    <a:pt x="88" y="90"/>
                  </a:lnTo>
                  <a:lnTo>
                    <a:pt x="100" y="113"/>
                  </a:lnTo>
                  <a:lnTo>
                    <a:pt x="112" y="137"/>
                  </a:lnTo>
                  <a:lnTo>
                    <a:pt x="120" y="165"/>
                  </a:lnTo>
                  <a:lnTo>
                    <a:pt x="124" y="196"/>
                  </a:lnTo>
                  <a:lnTo>
                    <a:pt x="126" y="228"/>
                  </a:lnTo>
                  <a:lnTo>
                    <a:pt x="120" y="264"/>
                  </a:lnTo>
                  <a:lnTo>
                    <a:pt x="109" y="302"/>
                  </a:lnTo>
                  <a:lnTo>
                    <a:pt x="92" y="342"/>
                  </a:lnTo>
                  <a:lnTo>
                    <a:pt x="67" y="386"/>
                  </a:lnTo>
                  <a:lnTo>
                    <a:pt x="39" y="436"/>
                  </a:lnTo>
                  <a:lnTo>
                    <a:pt x="21" y="482"/>
                  </a:lnTo>
                  <a:lnTo>
                    <a:pt x="10" y="525"/>
                  </a:lnTo>
                  <a:lnTo>
                    <a:pt x="6" y="566"/>
                  </a:lnTo>
                  <a:lnTo>
                    <a:pt x="6" y="605"/>
                  </a:lnTo>
                  <a:lnTo>
                    <a:pt x="8" y="641"/>
                  </a:lnTo>
                  <a:lnTo>
                    <a:pt x="12" y="673"/>
                  </a:lnTo>
                  <a:lnTo>
                    <a:pt x="14" y="704"/>
                  </a:lnTo>
                  <a:lnTo>
                    <a:pt x="41" y="688"/>
                  </a:lnTo>
                  <a:lnTo>
                    <a:pt x="39" y="680"/>
                  </a:lnTo>
                  <a:lnTo>
                    <a:pt x="36" y="657"/>
                  </a:lnTo>
                  <a:lnTo>
                    <a:pt x="33" y="622"/>
                  </a:lnTo>
                  <a:lnTo>
                    <a:pt x="35" y="575"/>
                  </a:lnTo>
                  <a:lnTo>
                    <a:pt x="41" y="519"/>
                  </a:lnTo>
                  <a:lnTo>
                    <a:pt x="58" y="455"/>
                  </a:lnTo>
                  <a:lnTo>
                    <a:pt x="86" y="386"/>
                  </a:lnTo>
                  <a:lnTo>
                    <a:pt x="129" y="313"/>
                  </a:lnTo>
                  <a:lnTo>
                    <a:pt x="143" y="279"/>
                  </a:lnTo>
                  <a:lnTo>
                    <a:pt x="149" y="235"/>
                  </a:lnTo>
                  <a:lnTo>
                    <a:pt x="144" y="184"/>
                  </a:lnTo>
                  <a:lnTo>
                    <a:pt x="131" y="134"/>
                  </a:lnTo>
                  <a:lnTo>
                    <a:pt x="109" y="85"/>
                  </a:lnTo>
                  <a:lnTo>
                    <a:pt x="81" y="44"/>
                  </a:lnTo>
                  <a:lnTo>
                    <a:pt x="44" y="14"/>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21" name="Freeform 43">
              <a:extLst>
                <a:ext uri="{FF2B5EF4-FFF2-40B4-BE49-F238E27FC236}">
                  <a16:creationId xmlns:a16="http://schemas.microsoft.com/office/drawing/2014/main" id="{847CD7CB-A389-43AB-FBDF-4782741379DC}"/>
                </a:ext>
              </a:extLst>
            </p:cNvPr>
            <p:cNvSpPr>
              <a:spLocks/>
            </p:cNvSpPr>
            <p:nvPr userDrawn="1"/>
          </p:nvSpPr>
          <p:spPr bwMode="ltGray">
            <a:xfrm>
              <a:off x="0" y="1848"/>
              <a:ext cx="36" cy="132"/>
            </a:xfrm>
            <a:custGeom>
              <a:avLst/>
              <a:gdLst>
                <a:gd name="T0" fmla="*/ 0 w 36"/>
                <a:gd name="T1" fmla="*/ 0 h 132"/>
                <a:gd name="T2" fmla="*/ 36 w 36"/>
                <a:gd name="T3" fmla="*/ 12 h 132"/>
                <a:gd name="T4" fmla="*/ 0 w 36"/>
                <a:gd name="T5" fmla="*/ 132 h 132"/>
                <a:gd name="T6" fmla="*/ 0 w 36"/>
                <a:gd name="T7" fmla="*/ 0 h 1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 h="132">
                  <a:moveTo>
                    <a:pt x="0" y="0"/>
                  </a:moveTo>
                  <a:lnTo>
                    <a:pt x="36" y="12"/>
                  </a:lnTo>
                  <a:lnTo>
                    <a:pt x="0" y="132"/>
                  </a:lnTo>
                  <a:lnTo>
                    <a:pt x="0" y="0"/>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grpSp>
      <p:sp>
        <p:nvSpPr>
          <p:cNvPr id="180271" name="Rectangle 47"/>
          <p:cNvSpPr>
            <a:spLocks noGrp="1" noChangeArrowheads="1"/>
          </p:cNvSpPr>
          <p:nvPr>
            <p:ph type="ctrTitle"/>
          </p:nvPr>
        </p:nvSpPr>
        <p:spPr>
          <a:xfrm>
            <a:off x="3274485" y="596900"/>
            <a:ext cx="8257116" cy="3581400"/>
          </a:xfrm>
        </p:spPr>
        <p:txBody>
          <a:bodyPr/>
          <a:lstStyle>
            <a:lvl1pPr>
              <a:defRPr sz="5200" b="1"/>
            </a:lvl1pPr>
          </a:lstStyle>
          <a:p>
            <a:pPr lvl="0"/>
            <a:r>
              <a:rPr lang="en-US" noProof="0"/>
              <a:t>Click to edit Master title style</a:t>
            </a:r>
          </a:p>
        </p:txBody>
      </p:sp>
      <p:sp>
        <p:nvSpPr>
          <p:cNvPr id="180272" name="Rectangle 48"/>
          <p:cNvSpPr>
            <a:spLocks noGrp="1" noChangeArrowheads="1"/>
          </p:cNvSpPr>
          <p:nvPr>
            <p:ph type="subTitle" idx="1"/>
          </p:nvPr>
        </p:nvSpPr>
        <p:spPr>
          <a:xfrm>
            <a:off x="3318933" y="4279900"/>
            <a:ext cx="8195733" cy="1485900"/>
          </a:xfrm>
        </p:spPr>
        <p:txBody>
          <a:bodyPr/>
          <a:lstStyle>
            <a:lvl1pPr marL="0" indent="0" algn="ctr">
              <a:buFontTx/>
              <a:buNone/>
              <a:defRPr b="1">
                <a:effectLst>
                  <a:outerShdw blurRad="38100" dist="38100" dir="2700000" algn="tl">
                    <a:srgbClr val="C0C0C0"/>
                  </a:outerShdw>
                </a:effectLst>
              </a:defRPr>
            </a:lvl1pPr>
          </a:lstStyle>
          <a:p>
            <a:pPr lvl="0"/>
            <a:r>
              <a:rPr lang="en-US" noProof="0"/>
              <a:t>Click to edit Master subtitle style</a:t>
            </a:r>
          </a:p>
        </p:txBody>
      </p:sp>
      <p:sp>
        <p:nvSpPr>
          <p:cNvPr id="44" name="Rectangle 44">
            <a:extLst>
              <a:ext uri="{FF2B5EF4-FFF2-40B4-BE49-F238E27FC236}">
                <a16:creationId xmlns:a16="http://schemas.microsoft.com/office/drawing/2014/main" id="{4D19BC1A-C02F-94A6-9850-91A0FC053575}"/>
              </a:ext>
            </a:extLst>
          </p:cNvPr>
          <p:cNvSpPr>
            <a:spLocks noGrp="1" noChangeArrowheads="1"/>
          </p:cNvSpPr>
          <p:nvPr>
            <p:ph type="dt" sz="half" idx="10"/>
          </p:nvPr>
        </p:nvSpPr>
        <p:spPr>
          <a:xfrm>
            <a:off x="609600" y="6248400"/>
            <a:ext cx="2844800" cy="457200"/>
          </a:xfrm>
        </p:spPr>
        <p:txBody>
          <a:bodyPr/>
          <a:lstStyle>
            <a:lvl1pPr>
              <a:defRPr/>
            </a:lvl1pPr>
          </a:lstStyle>
          <a:p>
            <a:pPr>
              <a:defRPr/>
            </a:pPr>
            <a:endParaRPr lang="en-US"/>
          </a:p>
        </p:txBody>
      </p:sp>
      <p:sp>
        <p:nvSpPr>
          <p:cNvPr id="45" name="Rectangle 45">
            <a:extLst>
              <a:ext uri="{FF2B5EF4-FFF2-40B4-BE49-F238E27FC236}">
                <a16:creationId xmlns:a16="http://schemas.microsoft.com/office/drawing/2014/main" id="{1EE27A3D-74A0-EFE7-B0A4-3A5679273E36}"/>
              </a:ext>
            </a:extLst>
          </p:cNvPr>
          <p:cNvSpPr>
            <a:spLocks noGrp="1" noChangeArrowheads="1"/>
          </p:cNvSpPr>
          <p:nvPr>
            <p:ph type="ftr" sz="quarter" idx="11"/>
          </p:nvPr>
        </p:nvSpPr>
        <p:spPr/>
        <p:txBody>
          <a:bodyPr/>
          <a:lstStyle>
            <a:lvl1pPr>
              <a:defRPr/>
            </a:lvl1pPr>
          </a:lstStyle>
          <a:p>
            <a:pPr>
              <a:defRPr/>
            </a:pPr>
            <a:endParaRPr lang="en-US"/>
          </a:p>
        </p:txBody>
      </p:sp>
      <p:sp>
        <p:nvSpPr>
          <p:cNvPr id="46" name="Rectangle 46">
            <a:extLst>
              <a:ext uri="{FF2B5EF4-FFF2-40B4-BE49-F238E27FC236}">
                <a16:creationId xmlns:a16="http://schemas.microsoft.com/office/drawing/2014/main" id="{93AEB2D3-B397-3F88-3596-81A05B99CF9F}"/>
              </a:ext>
            </a:extLst>
          </p:cNvPr>
          <p:cNvSpPr>
            <a:spLocks noGrp="1" noChangeArrowheads="1"/>
          </p:cNvSpPr>
          <p:nvPr>
            <p:ph type="sldNum" sz="quarter" idx="12"/>
          </p:nvPr>
        </p:nvSpPr>
        <p:spPr/>
        <p:txBody>
          <a:bodyPr/>
          <a:lstStyle>
            <a:lvl1pPr>
              <a:defRPr smtClean="0"/>
            </a:lvl1pPr>
          </a:lstStyle>
          <a:p>
            <a:pPr>
              <a:defRPr/>
            </a:pPr>
            <a:fld id="{D64A040F-B9BE-4BFB-A8B1-1DBB7E7C5099}" type="slidenum">
              <a:rPr lang="ar-SA" altLang="ar-IQ"/>
              <a:pPr>
                <a:defRPr/>
              </a:pPr>
              <a:t>‹#›</a:t>
            </a:fld>
            <a:endParaRPr lang="en-US" altLang="ar-IQ"/>
          </a:p>
        </p:txBody>
      </p:sp>
    </p:spTree>
    <p:extLst>
      <p:ext uri="{BB962C8B-B14F-4D97-AF65-F5344CB8AC3E}">
        <p14:creationId xmlns:p14="http://schemas.microsoft.com/office/powerpoint/2010/main" val="2477720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JO"/>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Rectangle 47">
            <a:extLst>
              <a:ext uri="{FF2B5EF4-FFF2-40B4-BE49-F238E27FC236}">
                <a16:creationId xmlns:a16="http://schemas.microsoft.com/office/drawing/2014/main" id="{E6E4F472-7570-2631-0B2E-83D00BC78F8B}"/>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48">
            <a:extLst>
              <a:ext uri="{FF2B5EF4-FFF2-40B4-BE49-F238E27FC236}">
                <a16:creationId xmlns:a16="http://schemas.microsoft.com/office/drawing/2014/main" id="{70589D5B-9257-8C6D-4EAE-1A844CA84A1F}"/>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49">
            <a:extLst>
              <a:ext uri="{FF2B5EF4-FFF2-40B4-BE49-F238E27FC236}">
                <a16:creationId xmlns:a16="http://schemas.microsoft.com/office/drawing/2014/main" id="{D6BCE10F-0B97-D165-6952-B95683A805CC}"/>
              </a:ext>
            </a:extLst>
          </p:cNvPr>
          <p:cNvSpPr>
            <a:spLocks noGrp="1" noChangeArrowheads="1"/>
          </p:cNvSpPr>
          <p:nvPr>
            <p:ph type="sldNum" sz="quarter" idx="12"/>
          </p:nvPr>
        </p:nvSpPr>
        <p:spPr/>
        <p:txBody>
          <a:bodyPr/>
          <a:lstStyle>
            <a:lvl1pPr>
              <a:defRPr smtClean="0"/>
            </a:lvl1pPr>
          </a:lstStyle>
          <a:p>
            <a:pPr>
              <a:defRPr/>
            </a:pPr>
            <a:fld id="{46B3DF48-E19C-49B1-AABC-C2817A23AA89}" type="slidenum">
              <a:rPr lang="ar-SA" altLang="ar-IQ"/>
              <a:pPr>
                <a:defRPr/>
              </a:pPr>
              <a:t>‹#›</a:t>
            </a:fld>
            <a:endParaRPr lang="en-US" altLang="ar-IQ"/>
          </a:p>
        </p:txBody>
      </p:sp>
    </p:spTree>
    <p:extLst>
      <p:ext uri="{BB962C8B-B14F-4D97-AF65-F5344CB8AC3E}">
        <p14:creationId xmlns:p14="http://schemas.microsoft.com/office/powerpoint/2010/main" val="37619836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ar-JO"/>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7">
            <a:extLst>
              <a:ext uri="{FF2B5EF4-FFF2-40B4-BE49-F238E27FC236}">
                <a16:creationId xmlns:a16="http://schemas.microsoft.com/office/drawing/2014/main" id="{B2A18449-493B-E8D3-3B09-728529BE437A}"/>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48">
            <a:extLst>
              <a:ext uri="{FF2B5EF4-FFF2-40B4-BE49-F238E27FC236}">
                <a16:creationId xmlns:a16="http://schemas.microsoft.com/office/drawing/2014/main" id="{3AE041FD-868A-DD17-753B-1FB919826640}"/>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49">
            <a:extLst>
              <a:ext uri="{FF2B5EF4-FFF2-40B4-BE49-F238E27FC236}">
                <a16:creationId xmlns:a16="http://schemas.microsoft.com/office/drawing/2014/main" id="{765BAA74-09BE-50F9-BCD2-DDC4DF8845E0}"/>
              </a:ext>
            </a:extLst>
          </p:cNvPr>
          <p:cNvSpPr>
            <a:spLocks noGrp="1" noChangeArrowheads="1"/>
          </p:cNvSpPr>
          <p:nvPr>
            <p:ph type="sldNum" sz="quarter" idx="12"/>
          </p:nvPr>
        </p:nvSpPr>
        <p:spPr/>
        <p:txBody>
          <a:bodyPr/>
          <a:lstStyle>
            <a:lvl1pPr>
              <a:defRPr smtClean="0"/>
            </a:lvl1pPr>
          </a:lstStyle>
          <a:p>
            <a:pPr>
              <a:defRPr/>
            </a:pPr>
            <a:fld id="{0331C14B-0B23-419F-AE60-E7C4D0869927}" type="slidenum">
              <a:rPr lang="ar-SA" altLang="ar-IQ"/>
              <a:pPr>
                <a:defRPr/>
              </a:pPr>
              <a:t>‹#›</a:t>
            </a:fld>
            <a:endParaRPr lang="en-US" altLang="ar-IQ"/>
          </a:p>
        </p:txBody>
      </p:sp>
    </p:spTree>
    <p:extLst>
      <p:ext uri="{BB962C8B-B14F-4D97-AF65-F5344CB8AC3E}">
        <p14:creationId xmlns:p14="http://schemas.microsoft.com/office/powerpoint/2010/main" val="2730408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JO"/>
          </a:p>
        </p:txBody>
      </p:sp>
      <p:sp>
        <p:nvSpPr>
          <p:cNvPr id="3" name="Content Placeholder 2"/>
          <p:cNvSpPr>
            <a:spLocks noGrp="1"/>
          </p:cNvSpPr>
          <p:nvPr>
            <p:ph sz="half" idx="1"/>
          </p:nvPr>
        </p:nvSpPr>
        <p:spPr>
          <a:xfrm>
            <a:off x="609600" y="1600201"/>
            <a:ext cx="53848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Content Placeholder 3"/>
          <p:cNvSpPr>
            <a:spLocks noGrp="1"/>
          </p:cNvSpPr>
          <p:nvPr>
            <p:ph sz="half" idx="2"/>
          </p:nvPr>
        </p:nvSpPr>
        <p:spPr>
          <a:xfrm>
            <a:off x="6197600" y="1600201"/>
            <a:ext cx="53848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5" name="Rectangle 47">
            <a:extLst>
              <a:ext uri="{FF2B5EF4-FFF2-40B4-BE49-F238E27FC236}">
                <a16:creationId xmlns:a16="http://schemas.microsoft.com/office/drawing/2014/main" id="{F3021B8F-FF55-EC11-F37B-385E35D544A5}"/>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48">
            <a:extLst>
              <a:ext uri="{FF2B5EF4-FFF2-40B4-BE49-F238E27FC236}">
                <a16:creationId xmlns:a16="http://schemas.microsoft.com/office/drawing/2014/main" id="{F236A9A9-0BA5-EE73-20F0-DA0B34FB8477}"/>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49">
            <a:extLst>
              <a:ext uri="{FF2B5EF4-FFF2-40B4-BE49-F238E27FC236}">
                <a16:creationId xmlns:a16="http://schemas.microsoft.com/office/drawing/2014/main" id="{DDBE639F-C1C3-37C5-0155-1AB10B802241}"/>
              </a:ext>
            </a:extLst>
          </p:cNvPr>
          <p:cNvSpPr>
            <a:spLocks noGrp="1" noChangeArrowheads="1"/>
          </p:cNvSpPr>
          <p:nvPr>
            <p:ph type="sldNum" sz="quarter" idx="12"/>
          </p:nvPr>
        </p:nvSpPr>
        <p:spPr/>
        <p:txBody>
          <a:bodyPr/>
          <a:lstStyle>
            <a:lvl1pPr>
              <a:defRPr smtClean="0"/>
            </a:lvl1pPr>
          </a:lstStyle>
          <a:p>
            <a:pPr>
              <a:defRPr/>
            </a:pPr>
            <a:fld id="{B9796335-46AE-42C5-813D-0AFCF0A275DC}" type="slidenum">
              <a:rPr lang="ar-SA" altLang="ar-IQ"/>
              <a:pPr>
                <a:defRPr/>
              </a:pPr>
              <a:t>‹#›</a:t>
            </a:fld>
            <a:endParaRPr lang="en-US" altLang="ar-IQ"/>
          </a:p>
        </p:txBody>
      </p:sp>
    </p:spTree>
    <p:extLst>
      <p:ext uri="{BB962C8B-B14F-4D97-AF65-F5344CB8AC3E}">
        <p14:creationId xmlns:p14="http://schemas.microsoft.com/office/powerpoint/2010/main" val="974635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ar-JO"/>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7" name="Rectangle 47">
            <a:extLst>
              <a:ext uri="{FF2B5EF4-FFF2-40B4-BE49-F238E27FC236}">
                <a16:creationId xmlns:a16="http://schemas.microsoft.com/office/drawing/2014/main" id="{530FD056-BEF1-93A0-734C-CE3357171E45}"/>
              </a:ext>
            </a:extLst>
          </p:cNvPr>
          <p:cNvSpPr>
            <a:spLocks noGrp="1" noChangeArrowheads="1"/>
          </p:cNvSpPr>
          <p:nvPr>
            <p:ph type="dt" sz="half" idx="10"/>
          </p:nvPr>
        </p:nvSpPr>
        <p:spPr/>
        <p:txBody>
          <a:bodyPr/>
          <a:lstStyle>
            <a:lvl1pPr>
              <a:defRPr/>
            </a:lvl1pPr>
          </a:lstStyle>
          <a:p>
            <a:pPr>
              <a:defRPr/>
            </a:pPr>
            <a:endParaRPr lang="en-US"/>
          </a:p>
        </p:txBody>
      </p:sp>
      <p:sp>
        <p:nvSpPr>
          <p:cNvPr id="8" name="Rectangle 48">
            <a:extLst>
              <a:ext uri="{FF2B5EF4-FFF2-40B4-BE49-F238E27FC236}">
                <a16:creationId xmlns:a16="http://schemas.microsoft.com/office/drawing/2014/main" id="{FD5F5ECB-12EE-8349-C09D-67396E9A0367}"/>
              </a:ext>
            </a:extLst>
          </p:cNvPr>
          <p:cNvSpPr>
            <a:spLocks noGrp="1" noChangeArrowheads="1"/>
          </p:cNvSpPr>
          <p:nvPr>
            <p:ph type="ftr" sz="quarter" idx="11"/>
          </p:nvPr>
        </p:nvSpPr>
        <p:spPr/>
        <p:txBody>
          <a:bodyPr/>
          <a:lstStyle>
            <a:lvl1pPr>
              <a:defRPr/>
            </a:lvl1pPr>
          </a:lstStyle>
          <a:p>
            <a:pPr>
              <a:defRPr/>
            </a:pPr>
            <a:endParaRPr lang="en-US"/>
          </a:p>
        </p:txBody>
      </p:sp>
      <p:sp>
        <p:nvSpPr>
          <p:cNvPr id="9" name="Rectangle 49">
            <a:extLst>
              <a:ext uri="{FF2B5EF4-FFF2-40B4-BE49-F238E27FC236}">
                <a16:creationId xmlns:a16="http://schemas.microsoft.com/office/drawing/2014/main" id="{EAB7EBA3-FA25-716D-BEF4-9F5A2D552C62}"/>
              </a:ext>
            </a:extLst>
          </p:cNvPr>
          <p:cNvSpPr>
            <a:spLocks noGrp="1" noChangeArrowheads="1"/>
          </p:cNvSpPr>
          <p:nvPr>
            <p:ph type="sldNum" sz="quarter" idx="12"/>
          </p:nvPr>
        </p:nvSpPr>
        <p:spPr/>
        <p:txBody>
          <a:bodyPr/>
          <a:lstStyle>
            <a:lvl1pPr>
              <a:defRPr smtClean="0"/>
            </a:lvl1pPr>
          </a:lstStyle>
          <a:p>
            <a:pPr>
              <a:defRPr/>
            </a:pPr>
            <a:fld id="{757EA22F-F9E6-4C68-8E71-EA2791150C05}" type="slidenum">
              <a:rPr lang="ar-SA" altLang="ar-IQ"/>
              <a:pPr>
                <a:defRPr/>
              </a:pPr>
              <a:t>‹#›</a:t>
            </a:fld>
            <a:endParaRPr lang="en-US" altLang="ar-IQ"/>
          </a:p>
        </p:txBody>
      </p:sp>
    </p:spTree>
    <p:extLst>
      <p:ext uri="{BB962C8B-B14F-4D97-AF65-F5344CB8AC3E}">
        <p14:creationId xmlns:p14="http://schemas.microsoft.com/office/powerpoint/2010/main" val="1625434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JO"/>
          </a:p>
        </p:txBody>
      </p:sp>
      <p:sp>
        <p:nvSpPr>
          <p:cNvPr id="3" name="Rectangle 47">
            <a:extLst>
              <a:ext uri="{FF2B5EF4-FFF2-40B4-BE49-F238E27FC236}">
                <a16:creationId xmlns:a16="http://schemas.microsoft.com/office/drawing/2014/main" id="{63CF7330-3215-F7D5-FEF1-8F27B9702A35}"/>
              </a:ext>
            </a:extLst>
          </p:cNvPr>
          <p:cNvSpPr>
            <a:spLocks noGrp="1" noChangeArrowheads="1"/>
          </p:cNvSpPr>
          <p:nvPr>
            <p:ph type="dt" sz="half" idx="10"/>
          </p:nvPr>
        </p:nvSpPr>
        <p:spPr/>
        <p:txBody>
          <a:bodyPr/>
          <a:lstStyle>
            <a:lvl1pPr>
              <a:defRPr/>
            </a:lvl1pPr>
          </a:lstStyle>
          <a:p>
            <a:pPr>
              <a:defRPr/>
            </a:pPr>
            <a:endParaRPr lang="en-US"/>
          </a:p>
        </p:txBody>
      </p:sp>
      <p:sp>
        <p:nvSpPr>
          <p:cNvPr id="4" name="Rectangle 48">
            <a:extLst>
              <a:ext uri="{FF2B5EF4-FFF2-40B4-BE49-F238E27FC236}">
                <a16:creationId xmlns:a16="http://schemas.microsoft.com/office/drawing/2014/main" id="{A0A13188-19A8-A5DC-521C-68CE2AC9F257}"/>
              </a:ext>
            </a:extLst>
          </p:cNvPr>
          <p:cNvSpPr>
            <a:spLocks noGrp="1" noChangeArrowheads="1"/>
          </p:cNvSpPr>
          <p:nvPr>
            <p:ph type="ftr" sz="quarter" idx="11"/>
          </p:nvPr>
        </p:nvSpPr>
        <p:spPr/>
        <p:txBody>
          <a:bodyPr/>
          <a:lstStyle>
            <a:lvl1pPr>
              <a:defRPr/>
            </a:lvl1pPr>
          </a:lstStyle>
          <a:p>
            <a:pPr>
              <a:defRPr/>
            </a:pPr>
            <a:endParaRPr lang="en-US"/>
          </a:p>
        </p:txBody>
      </p:sp>
      <p:sp>
        <p:nvSpPr>
          <p:cNvPr id="5" name="Rectangle 49">
            <a:extLst>
              <a:ext uri="{FF2B5EF4-FFF2-40B4-BE49-F238E27FC236}">
                <a16:creationId xmlns:a16="http://schemas.microsoft.com/office/drawing/2014/main" id="{76B9118A-6A9A-2C12-B5DE-824DAE7CA732}"/>
              </a:ext>
            </a:extLst>
          </p:cNvPr>
          <p:cNvSpPr>
            <a:spLocks noGrp="1" noChangeArrowheads="1"/>
          </p:cNvSpPr>
          <p:nvPr>
            <p:ph type="sldNum" sz="quarter" idx="12"/>
          </p:nvPr>
        </p:nvSpPr>
        <p:spPr/>
        <p:txBody>
          <a:bodyPr/>
          <a:lstStyle>
            <a:lvl1pPr>
              <a:defRPr smtClean="0"/>
            </a:lvl1pPr>
          </a:lstStyle>
          <a:p>
            <a:pPr>
              <a:defRPr/>
            </a:pPr>
            <a:fld id="{9D5FDCC6-4219-4C96-9FA8-5E0EEE64B28C}" type="slidenum">
              <a:rPr lang="ar-SA" altLang="ar-IQ"/>
              <a:pPr>
                <a:defRPr/>
              </a:pPr>
              <a:t>‹#›</a:t>
            </a:fld>
            <a:endParaRPr lang="en-US" altLang="ar-IQ"/>
          </a:p>
        </p:txBody>
      </p:sp>
    </p:spTree>
    <p:extLst>
      <p:ext uri="{BB962C8B-B14F-4D97-AF65-F5344CB8AC3E}">
        <p14:creationId xmlns:p14="http://schemas.microsoft.com/office/powerpoint/2010/main" val="20103458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7">
            <a:extLst>
              <a:ext uri="{FF2B5EF4-FFF2-40B4-BE49-F238E27FC236}">
                <a16:creationId xmlns:a16="http://schemas.microsoft.com/office/drawing/2014/main" id="{9B746453-E03A-5777-D1C2-61C29E1751E8}"/>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48">
            <a:extLst>
              <a:ext uri="{FF2B5EF4-FFF2-40B4-BE49-F238E27FC236}">
                <a16:creationId xmlns:a16="http://schemas.microsoft.com/office/drawing/2014/main" id="{3B77E0E6-6146-D6B8-B050-2BBA78E62706}"/>
              </a:ext>
            </a:extLst>
          </p:cNvPr>
          <p:cNvSpPr>
            <a:spLocks noGrp="1" noChangeArrowheads="1"/>
          </p:cNvSpPr>
          <p:nvPr>
            <p:ph type="ftr" sz="quarter" idx="11"/>
          </p:nvPr>
        </p:nvSpPr>
        <p:spPr/>
        <p:txBody>
          <a:bodyPr/>
          <a:lstStyle>
            <a:lvl1pPr>
              <a:defRPr/>
            </a:lvl1pPr>
          </a:lstStyle>
          <a:p>
            <a:pPr>
              <a:defRPr/>
            </a:pPr>
            <a:endParaRPr lang="en-US"/>
          </a:p>
        </p:txBody>
      </p:sp>
      <p:sp>
        <p:nvSpPr>
          <p:cNvPr id="4" name="Rectangle 49">
            <a:extLst>
              <a:ext uri="{FF2B5EF4-FFF2-40B4-BE49-F238E27FC236}">
                <a16:creationId xmlns:a16="http://schemas.microsoft.com/office/drawing/2014/main" id="{7B1D419E-5363-2641-D9B2-26F35083D6E8}"/>
              </a:ext>
            </a:extLst>
          </p:cNvPr>
          <p:cNvSpPr>
            <a:spLocks noGrp="1" noChangeArrowheads="1"/>
          </p:cNvSpPr>
          <p:nvPr>
            <p:ph type="sldNum" sz="quarter" idx="12"/>
          </p:nvPr>
        </p:nvSpPr>
        <p:spPr/>
        <p:txBody>
          <a:bodyPr/>
          <a:lstStyle>
            <a:lvl1pPr>
              <a:defRPr smtClean="0"/>
            </a:lvl1pPr>
          </a:lstStyle>
          <a:p>
            <a:pPr>
              <a:defRPr/>
            </a:pPr>
            <a:fld id="{EE151254-24CF-44DB-BAB6-BF6C7DE498B6}" type="slidenum">
              <a:rPr lang="ar-SA" altLang="ar-IQ"/>
              <a:pPr>
                <a:defRPr/>
              </a:pPr>
              <a:t>‹#›</a:t>
            </a:fld>
            <a:endParaRPr lang="en-US" altLang="ar-IQ"/>
          </a:p>
        </p:txBody>
      </p:sp>
    </p:spTree>
    <p:extLst>
      <p:ext uri="{BB962C8B-B14F-4D97-AF65-F5344CB8AC3E}">
        <p14:creationId xmlns:p14="http://schemas.microsoft.com/office/powerpoint/2010/main" val="1660865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r">
              <a:defRPr sz="2000" b="1"/>
            </a:lvl1pPr>
          </a:lstStyle>
          <a:p>
            <a:r>
              <a:rPr lang="en-US"/>
              <a:t>Click to edit Master title style</a:t>
            </a:r>
            <a:endParaRPr lang="ar-JO"/>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7">
            <a:extLst>
              <a:ext uri="{FF2B5EF4-FFF2-40B4-BE49-F238E27FC236}">
                <a16:creationId xmlns:a16="http://schemas.microsoft.com/office/drawing/2014/main" id="{C8C8E1D8-5BBA-F87B-C57E-EB7C4A12AAEC}"/>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48">
            <a:extLst>
              <a:ext uri="{FF2B5EF4-FFF2-40B4-BE49-F238E27FC236}">
                <a16:creationId xmlns:a16="http://schemas.microsoft.com/office/drawing/2014/main" id="{2DAF63FA-65E5-9F82-C007-6E384B71F722}"/>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49">
            <a:extLst>
              <a:ext uri="{FF2B5EF4-FFF2-40B4-BE49-F238E27FC236}">
                <a16:creationId xmlns:a16="http://schemas.microsoft.com/office/drawing/2014/main" id="{8DF9834C-B84A-3899-5F51-8D5DE5D43BEE}"/>
              </a:ext>
            </a:extLst>
          </p:cNvPr>
          <p:cNvSpPr>
            <a:spLocks noGrp="1" noChangeArrowheads="1"/>
          </p:cNvSpPr>
          <p:nvPr>
            <p:ph type="sldNum" sz="quarter" idx="12"/>
          </p:nvPr>
        </p:nvSpPr>
        <p:spPr/>
        <p:txBody>
          <a:bodyPr/>
          <a:lstStyle>
            <a:lvl1pPr>
              <a:defRPr smtClean="0"/>
            </a:lvl1pPr>
          </a:lstStyle>
          <a:p>
            <a:pPr>
              <a:defRPr/>
            </a:pPr>
            <a:fld id="{91AAF152-7295-43FC-96EA-8F0BDE7131DA}" type="slidenum">
              <a:rPr lang="ar-SA" altLang="ar-IQ"/>
              <a:pPr>
                <a:defRPr/>
              </a:pPr>
              <a:t>‹#›</a:t>
            </a:fld>
            <a:endParaRPr lang="en-US" altLang="ar-IQ"/>
          </a:p>
        </p:txBody>
      </p:sp>
    </p:spTree>
    <p:extLst>
      <p:ext uri="{BB962C8B-B14F-4D97-AF65-F5344CB8AC3E}">
        <p14:creationId xmlns:p14="http://schemas.microsoft.com/office/powerpoint/2010/main" val="783268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r">
              <a:defRPr sz="2000" b="1"/>
            </a:lvl1pPr>
          </a:lstStyle>
          <a:p>
            <a:r>
              <a:rPr lang="en-US"/>
              <a:t>Click to edit Master title style</a:t>
            </a:r>
            <a:endParaRPr lang="ar-JO"/>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JO"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7">
            <a:extLst>
              <a:ext uri="{FF2B5EF4-FFF2-40B4-BE49-F238E27FC236}">
                <a16:creationId xmlns:a16="http://schemas.microsoft.com/office/drawing/2014/main" id="{24A0C072-8C38-8C2A-50F8-D709C876FCF9}"/>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48">
            <a:extLst>
              <a:ext uri="{FF2B5EF4-FFF2-40B4-BE49-F238E27FC236}">
                <a16:creationId xmlns:a16="http://schemas.microsoft.com/office/drawing/2014/main" id="{2FA3DBE1-167A-C582-C76F-314BB2A84E53}"/>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49">
            <a:extLst>
              <a:ext uri="{FF2B5EF4-FFF2-40B4-BE49-F238E27FC236}">
                <a16:creationId xmlns:a16="http://schemas.microsoft.com/office/drawing/2014/main" id="{7A4B5550-0B33-D105-46B0-505C9A30EE56}"/>
              </a:ext>
            </a:extLst>
          </p:cNvPr>
          <p:cNvSpPr>
            <a:spLocks noGrp="1" noChangeArrowheads="1"/>
          </p:cNvSpPr>
          <p:nvPr>
            <p:ph type="sldNum" sz="quarter" idx="12"/>
          </p:nvPr>
        </p:nvSpPr>
        <p:spPr/>
        <p:txBody>
          <a:bodyPr/>
          <a:lstStyle>
            <a:lvl1pPr>
              <a:defRPr smtClean="0"/>
            </a:lvl1pPr>
          </a:lstStyle>
          <a:p>
            <a:pPr>
              <a:defRPr/>
            </a:pPr>
            <a:fld id="{095EC5E6-F14F-4205-BE2B-D494FE95C57D}" type="slidenum">
              <a:rPr lang="ar-SA" altLang="ar-IQ"/>
              <a:pPr>
                <a:defRPr/>
              </a:pPr>
              <a:t>‹#›</a:t>
            </a:fld>
            <a:endParaRPr lang="en-US" altLang="ar-IQ"/>
          </a:p>
        </p:txBody>
      </p:sp>
    </p:spTree>
    <p:extLst>
      <p:ext uri="{BB962C8B-B14F-4D97-AF65-F5344CB8AC3E}">
        <p14:creationId xmlns:p14="http://schemas.microsoft.com/office/powerpoint/2010/main" val="749258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JO"/>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Rectangle 47">
            <a:extLst>
              <a:ext uri="{FF2B5EF4-FFF2-40B4-BE49-F238E27FC236}">
                <a16:creationId xmlns:a16="http://schemas.microsoft.com/office/drawing/2014/main" id="{9D984A6A-3A1A-6E19-E48D-361DC16E3B76}"/>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48">
            <a:extLst>
              <a:ext uri="{FF2B5EF4-FFF2-40B4-BE49-F238E27FC236}">
                <a16:creationId xmlns:a16="http://schemas.microsoft.com/office/drawing/2014/main" id="{AF5DB50C-5FD7-90CB-52C0-EA90020A1422}"/>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49">
            <a:extLst>
              <a:ext uri="{FF2B5EF4-FFF2-40B4-BE49-F238E27FC236}">
                <a16:creationId xmlns:a16="http://schemas.microsoft.com/office/drawing/2014/main" id="{E76C4DB1-6089-493C-C3B1-AC2A82061194}"/>
              </a:ext>
            </a:extLst>
          </p:cNvPr>
          <p:cNvSpPr>
            <a:spLocks noGrp="1" noChangeArrowheads="1"/>
          </p:cNvSpPr>
          <p:nvPr>
            <p:ph type="sldNum" sz="quarter" idx="12"/>
          </p:nvPr>
        </p:nvSpPr>
        <p:spPr/>
        <p:txBody>
          <a:bodyPr/>
          <a:lstStyle>
            <a:lvl1pPr>
              <a:defRPr smtClean="0"/>
            </a:lvl1pPr>
          </a:lstStyle>
          <a:p>
            <a:pPr>
              <a:defRPr/>
            </a:pPr>
            <a:fld id="{3BF71BBC-7AB1-4B15-A87A-68F296FB8628}" type="slidenum">
              <a:rPr lang="ar-SA" altLang="ar-IQ"/>
              <a:pPr>
                <a:defRPr/>
              </a:pPr>
              <a:t>‹#›</a:t>
            </a:fld>
            <a:endParaRPr lang="en-US" altLang="ar-IQ"/>
          </a:p>
        </p:txBody>
      </p:sp>
    </p:spTree>
    <p:extLst>
      <p:ext uri="{BB962C8B-B14F-4D97-AF65-F5344CB8AC3E}">
        <p14:creationId xmlns:p14="http://schemas.microsoft.com/office/powerpoint/2010/main" val="14457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4968" y="103189"/>
            <a:ext cx="2747433" cy="5953125"/>
          </a:xfrm>
        </p:spPr>
        <p:txBody>
          <a:bodyPr vert="eaVert"/>
          <a:lstStyle/>
          <a:p>
            <a:r>
              <a:rPr lang="en-US"/>
              <a:t>Click to edit Master title style</a:t>
            </a:r>
            <a:endParaRPr lang="ar-JO"/>
          </a:p>
        </p:txBody>
      </p:sp>
      <p:sp>
        <p:nvSpPr>
          <p:cNvPr id="3" name="Vertical Text Placeholder 2"/>
          <p:cNvSpPr>
            <a:spLocks noGrp="1"/>
          </p:cNvSpPr>
          <p:nvPr>
            <p:ph type="body" orient="vert" idx="1"/>
          </p:nvPr>
        </p:nvSpPr>
        <p:spPr>
          <a:xfrm>
            <a:off x="590551" y="103189"/>
            <a:ext cx="8041216" cy="5953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4" name="Rectangle 47">
            <a:extLst>
              <a:ext uri="{FF2B5EF4-FFF2-40B4-BE49-F238E27FC236}">
                <a16:creationId xmlns:a16="http://schemas.microsoft.com/office/drawing/2014/main" id="{150D7B4E-2E42-4411-B03F-DE08A891DEB5}"/>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48">
            <a:extLst>
              <a:ext uri="{FF2B5EF4-FFF2-40B4-BE49-F238E27FC236}">
                <a16:creationId xmlns:a16="http://schemas.microsoft.com/office/drawing/2014/main" id="{A4680F4C-75A0-5BC4-5AAB-8716E1404498}"/>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49">
            <a:extLst>
              <a:ext uri="{FF2B5EF4-FFF2-40B4-BE49-F238E27FC236}">
                <a16:creationId xmlns:a16="http://schemas.microsoft.com/office/drawing/2014/main" id="{320E0328-CA45-C70E-5C47-BA495695E004}"/>
              </a:ext>
            </a:extLst>
          </p:cNvPr>
          <p:cNvSpPr>
            <a:spLocks noGrp="1" noChangeArrowheads="1"/>
          </p:cNvSpPr>
          <p:nvPr>
            <p:ph type="sldNum" sz="quarter" idx="12"/>
          </p:nvPr>
        </p:nvSpPr>
        <p:spPr/>
        <p:txBody>
          <a:bodyPr/>
          <a:lstStyle>
            <a:lvl1pPr>
              <a:defRPr smtClean="0"/>
            </a:lvl1pPr>
          </a:lstStyle>
          <a:p>
            <a:pPr>
              <a:defRPr/>
            </a:pPr>
            <a:fld id="{EAF8AA0C-5E8C-4720-AECF-DA27627F5891}" type="slidenum">
              <a:rPr lang="ar-SA" altLang="ar-IQ"/>
              <a:pPr>
                <a:defRPr/>
              </a:pPr>
              <a:t>‹#›</a:t>
            </a:fld>
            <a:endParaRPr lang="en-US" altLang="ar-IQ"/>
          </a:p>
        </p:txBody>
      </p:sp>
    </p:spTree>
    <p:extLst>
      <p:ext uri="{BB962C8B-B14F-4D97-AF65-F5344CB8AC3E}">
        <p14:creationId xmlns:p14="http://schemas.microsoft.com/office/powerpoint/2010/main" val="5520879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991EB51D-AB4A-EDCA-AB4C-C1A133CB366C}"/>
              </a:ext>
            </a:extLst>
          </p:cNvPr>
          <p:cNvSpPr/>
          <p:nvPr userDrawn="1"/>
        </p:nvSpPr>
        <p:spPr bwMode="blackWhite">
          <a:xfrm>
            <a:off x="255588" y="263525"/>
            <a:ext cx="11680825" cy="633095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350" dirty="0"/>
          </a:p>
        </p:txBody>
      </p:sp>
      <p:pic>
        <p:nvPicPr>
          <p:cNvPr id="5" name="Picture 7">
            <a:extLst>
              <a:ext uri="{FF2B5EF4-FFF2-40B4-BE49-F238E27FC236}">
                <a16:creationId xmlns:a16="http://schemas.microsoft.com/office/drawing/2014/main" id="{C1EC7858-8D96-FF7D-A5D8-7DCC24A7F4B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648" r="13927" b="71478"/>
          <a:stretch>
            <a:fillRect/>
          </a:stretch>
        </p:blipFill>
        <p:spPr bwMode="auto">
          <a:xfrm>
            <a:off x="342900" y="4546600"/>
            <a:ext cx="11715750" cy="202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524000" y="1333500"/>
            <a:ext cx="9144000" cy="1790700"/>
          </a:xfrm>
        </p:spPr>
        <p:txBody>
          <a:bodyPr tIns="0" bIns="0" rtlCol="0" anchor="t">
            <a:noAutofit/>
          </a:bodyPr>
          <a:lstStyle>
            <a:lvl1pPr>
              <a:lnSpc>
                <a:spcPct val="100000"/>
              </a:lnSpc>
              <a:defRPr lang="en-US" sz="3600" dirty="0">
                <a:solidFill>
                  <a:schemeClr val="bg1"/>
                </a:solidFill>
              </a:defRPr>
            </a:lvl1pPr>
          </a:lstStyle>
          <a:p>
            <a:pPr lvl="0"/>
            <a:r>
              <a:rPr lang="en-US"/>
              <a:t>Click to edit Master title style</a:t>
            </a:r>
            <a:endParaRPr lang="en-US" dirty="0"/>
          </a:p>
        </p:txBody>
      </p:sp>
      <p:sp>
        <p:nvSpPr>
          <p:cNvPr id="3" name="Subtitle 2"/>
          <p:cNvSpPr>
            <a:spLocks noGrp="1"/>
          </p:cNvSpPr>
          <p:nvPr>
            <p:ph type="subTitle" idx="1"/>
          </p:nvPr>
        </p:nvSpPr>
        <p:spPr>
          <a:xfrm>
            <a:off x="1524000" y="3128010"/>
            <a:ext cx="9144000" cy="1287675"/>
          </a:xfrm>
        </p:spPr>
        <p:txBody>
          <a:bodyPr>
            <a:noAutofit/>
          </a:bodyPr>
          <a:lstStyle>
            <a:lvl1pPr marL="0" indent="0">
              <a:buNone/>
              <a:defRPr lang="en-US" sz="1800" dirty="0">
                <a:solidFill>
                  <a:schemeClr val="bg1"/>
                </a:solidFill>
                <a:latin typeface="+mj-lt"/>
              </a:defRPr>
            </a:lvl1pPr>
          </a:lstStyle>
          <a:p>
            <a:pPr lvl="0"/>
            <a:r>
              <a:rPr lang="en-US"/>
              <a:t>Click to edit Master subtitle style</a:t>
            </a:r>
            <a:endParaRPr lang="en-US" dirty="0"/>
          </a:p>
        </p:txBody>
      </p:sp>
    </p:spTree>
    <p:extLst>
      <p:ext uri="{BB962C8B-B14F-4D97-AF65-F5344CB8AC3E}">
        <p14:creationId xmlns:p14="http://schemas.microsoft.com/office/powerpoint/2010/main" val="3583923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8581D4FE-2102-FFBC-9143-9426A9D2D00D}"/>
              </a:ext>
              <a:ext uri="{C183D7F6-B498-43B3-948B-1728B52AA6E4}">
                <adec:decorative xmlns:adec="http://schemas.microsoft.com/office/drawing/2017/decorative" val="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604433" y="1604211"/>
            <a:ext cx="10983131" cy="4572752"/>
          </a:xfrm>
        </p:spPr>
        <p:txBody>
          <a:bodyPr/>
          <a:lstStyle>
            <a:lvl1pPr marL="0" indent="0">
              <a:spcAft>
                <a:spcPts val="900"/>
              </a:spcAft>
              <a:buSzPct val="25000"/>
              <a:buFont typeface="Segoe UI" panose="020B0502040204020203" pitchFamily="34" charset="0"/>
              <a:buChar char=" "/>
              <a:defRPr sz="900"/>
            </a:lvl1pPr>
            <a:lvl2pPr marL="301229" indent="5954">
              <a:spcBef>
                <a:spcPts val="450"/>
              </a:spcBef>
              <a:spcAft>
                <a:spcPts val="900"/>
              </a:spcAft>
              <a:buFont typeface="Segoe UI" panose="020B0502040204020203" pitchFamily="34" charset="0"/>
              <a:buChar char=" "/>
              <a:defRPr sz="9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749020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and Text">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78B60F7C-7790-DD31-25A5-5834F6EA8DBC}"/>
              </a:ext>
              <a:ext uri="{C183D7F6-B498-43B3-948B-1728B52AA6E4}">
                <adec:decorative xmlns:adec="http://schemas.microsoft.com/office/drawing/2017/decorative" val="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604433" y="1604211"/>
            <a:ext cx="10983131" cy="4572752"/>
          </a:xfrm>
        </p:spPr>
        <p:txBody>
          <a:bodyPr/>
          <a:lstStyle>
            <a:lvl1pPr marL="0" indent="0">
              <a:spcAft>
                <a:spcPts val="900"/>
              </a:spcAft>
              <a:buSzPct val="25000"/>
              <a:buFont typeface="Segoe UI" panose="020B0502040204020203" pitchFamily="34" charset="0"/>
              <a:buChar char=" "/>
              <a:defRPr sz="900"/>
            </a:lvl1pPr>
            <a:lvl2pPr marL="301229" indent="5954">
              <a:spcBef>
                <a:spcPts val="450"/>
              </a:spcBef>
              <a:spcAft>
                <a:spcPts val="900"/>
              </a:spcAft>
              <a:buFont typeface="Segoe UI" panose="020B0502040204020203" pitchFamily="34" charset="0"/>
              <a:buChar char=" "/>
              <a:defRPr sz="9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328991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pic>
        <p:nvPicPr>
          <p:cNvPr id="2" name="Picture 9">
            <a:extLst>
              <a:ext uri="{FF2B5EF4-FFF2-40B4-BE49-F238E27FC236}">
                <a16:creationId xmlns:a16="http://schemas.microsoft.com/office/drawing/2014/main" id="{6E460C7A-D50C-0493-5327-ADF977A7F80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p:cNvSpPr>
            <a:spLocks noGrp="1"/>
          </p:cNvSpPr>
          <p:nvPr>
            <p:ph idx="1"/>
          </p:nvPr>
        </p:nvSpPr>
        <p:spPr>
          <a:xfrm>
            <a:off x="1090863" y="1507068"/>
            <a:ext cx="3192379" cy="4669896"/>
          </a:xfrm>
        </p:spPr>
        <p:txBody>
          <a:bodyPr anchor="ctr"/>
          <a:lstStyle>
            <a:lvl1pPr marL="0" indent="0" algn="l">
              <a:lnSpc>
                <a:spcPct val="150000"/>
              </a:lnSpc>
              <a:spcAft>
                <a:spcPts val="900"/>
              </a:spcAft>
              <a:buSzPct val="25000"/>
              <a:buFont typeface="Segoe UI" panose="020B0502040204020203" pitchFamily="34" charset="0"/>
              <a:buChar char=" "/>
              <a:defRPr sz="900"/>
            </a:lvl1pPr>
            <a:lvl2pPr marL="301229" indent="5954" algn="l">
              <a:spcBef>
                <a:spcPts val="450"/>
              </a:spcBef>
              <a:spcAft>
                <a:spcPts val="900"/>
              </a:spcAft>
              <a:buFont typeface="Segoe UI" panose="020B0502040204020203" pitchFamily="34" charset="0"/>
              <a:buChar char=" "/>
              <a:defRPr sz="9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p:cNvSpPr>
            <a:spLocks noGrp="1"/>
          </p:cNvSpPr>
          <p:nvPr>
            <p:ph idx="13"/>
          </p:nvPr>
        </p:nvSpPr>
        <p:spPr>
          <a:xfrm>
            <a:off x="4395538" y="1507068"/>
            <a:ext cx="7143905" cy="4669896"/>
          </a:xfrm>
        </p:spPr>
        <p:txBody>
          <a:bodyPr anchor="ctr"/>
          <a:lstStyle>
            <a:lvl1pPr marL="0" indent="0">
              <a:spcAft>
                <a:spcPts val="900"/>
              </a:spcAft>
              <a:buSzPct val="25000"/>
              <a:buFont typeface="Segoe UI" panose="020B0502040204020203" pitchFamily="34" charset="0"/>
              <a:buChar char=" "/>
              <a:defRPr sz="900"/>
            </a:lvl1pPr>
            <a:lvl2pPr marL="301229" indent="5954">
              <a:spcBef>
                <a:spcPts val="450"/>
              </a:spcBef>
              <a:spcAft>
                <a:spcPts val="900"/>
              </a:spcAft>
              <a:buFont typeface="Segoe UI" panose="020B0502040204020203" pitchFamily="34" charset="0"/>
              <a:buChar char=" "/>
              <a:defRPr sz="9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102189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3" name="Rectangle 8">
            <a:extLst>
              <a:ext uri="{FF2B5EF4-FFF2-40B4-BE49-F238E27FC236}">
                <a16:creationId xmlns:a16="http://schemas.microsoft.com/office/drawing/2014/main" id="{90D96847-999B-42A8-1B40-D56AEBC0265D}"/>
              </a:ext>
            </a:extLst>
          </p:cNvPr>
          <p:cNvSpPr/>
          <p:nvPr userDrawn="1"/>
        </p:nvSpPr>
        <p:spPr>
          <a:xfrm>
            <a:off x="255588" y="263525"/>
            <a:ext cx="11682412" cy="633095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350" dirty="0"/>
          </a:p>
        </p:txBody>
      </p:sp>
      <p:sp>
        <p:nvSpPr>
          <p:cNvPr id="4" name="Rectangle 9">
            <a:extLst>
              <a:ext uri="{FF2B5EF4-FFF2-40B4-BE49-F238E27FC236}">
                <a16:creationId xmlns:a16="http://schemas.microsoft.com/office/drawing/2014/main" id="{7B346B07-3670-8329-E435-8841F786E9D7}"/>
              </a:ext>
            </a:extLst>
          </p:cNvPr>
          <p:cNvSpPr/>
          <p:nvPr userDrawn="1"/>
        </p:nvSpPr>
        <p:spPr bwMode="blackWhite">
          <a:xfrm>
            <a:off x="255588" y="263525"/>
            <a:ext cx="11680825" cy="207168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350" dirty="0"/>
          </a:p>
        </p:txBody>
      </p:sp>
      <p:sp>
        <p:nvSpPr>
          <p:cNvPr id="2" name="Title 1"/>
          <p:cNvSpPr>
            <a:spLocks noGrp="1"/>
          </p:cNvSpPr>
          <p:nvPr>
            <p:ph type="title"/>
          </p:nvPr>
        </p:nvSpPr>
        <p:spPr>
          <a:xfrm>
            <a:off x="521208" y="1536192"/>
            <a:ext cx="6876288" cy="640080"/>
          </a:xfrm>
        </p:spPr>
        <p:txBody>
          <a:bodyPr>
            <a:normAutofit/>
          </a:bodyPr>
          <a:lstStyle>
            <a:lvl1pPr>
              <a:defRPr sz="27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a:lstStyle>
            <a:lvl1pPr>
              <a:defRPr lang="en-US" sz="1800" smtClean="0">
                <a:solidFill>
                  <a:schemeClr val="tx1">
                    <a:lumMod val="75000"/>
                    <a:lumOff val="25000"/>
                  </a:schemeClr>
                </a:solidFill>
                <a:latin typeface="+mj-lt"/>
              </a:defRPr>
            </a:lvl1pPr>
            <a:lvl2pPr>
              <a:defRPr lang="en-US" sz="900" dirty="0" smtClean="0">
                <a:solidFill>
                  <a:schemeClr val="tx1">
                    <a:lumMod val="75000"/>
                    <a:lumOff val="25000"/>
                  </a:schemeClr>
                </a:solidFill>
              </a:defRPr>
            </a:lvl2pPr>
            <a:lvl3pPr>
              <a:defRPr lang="en-US" sz="900" dirty="0" smtClean="0">
                <a:solidFill>
                  <a:schemeClr val="tx1">
                    <a:lumMod val="75000"/>
                    <a:lumOff val="25000"/>
                  </a:schemeClr>
                </a:solidFill>
              </a:defRPr>
            </a:lvl3pPr>
            <a:lvl4pPr>
              <a:defRPr lang="en-US" sz="900" dirty="0" smtClean="0">
                <a:solidFill>
                  <a:schemeClr val="tx1">
                    <a:lumMod val="75000"/>
                    <a:lumOff val="25000"/>
                  </a:schemeClr>
                </a:solidFill>
              </a:defRPr>
            </a:lvl4pPr>
            <a:lvl5pPr>
              <a:defRPr lang="en-US" sz="900" dirty="0">
                <a:solidFill>
                  <a:schemeClr val="tx1">
                    <a:lumMod val="75000"/>
                    <a:lumOff val="2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706623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346DE32B-C108-BA36-FCF5-7162AEAA6008}"/>
              </a:ext>
            </a:extLst>
          </p:cNvPr>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eaLnBrk="1" hangingPunct="1">
              <a:defRPr/>
            </a:pPr>
            <a:endParaRPr lang="en-US" sz="1350" dirty="0"/>
          </a:p>
        </p:txBody>
      </p:sp>
      <p:cxnSp>
        <p:nvCxnSpPr>
          <p:cNvPr id="3" name="Straight Connector 11">
            <a:extLst>
              <a:ext uri="{FF2B5EF4-FFF2-40B4-BE49-F238E27FC236}">
                <a16:creationId xmlns:a16="http://schemas.microsoft.com/office/drawing/2014/main" id="{E0F8F6D3-1032-FA80-F933-94AAE63E85F2}"/>
              </a:ext>
            </a:extLst>
          </p:cNvPr>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642492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tandard">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ED522C3B-F7ED-5441-90AB-AB78A4BBEE89}"/>
              </a:ext>
            </a:extLst>
          </p:cNvPr>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eaLnBrk="1" hangingPunct="1">
              <a:defRPr/>
            </a:pPr>
            <a:endParaRPr lang="en-US" sz="1350" dirty="0"/>
          </a:p>
        </p:txBody>
      </p:sp>
      <p:cxnSp>
        <p:nvCxnSpPr>
          <p:cNvPr id="4" name="Straight Connector 11">
            <a:extLst>
              <a:ext uri="{FF2B5EF4-FFF2-40B4-BE49-F238E27FC236}">
                <a16:creationId xmlns:a16="http://schemas.microsoft.com/office/drawing/2014/main" id="{777A2105-69A4-4EDC-D770-B7A37B5F6EF9}"/>
              </a:ext>
            </a:extLst>
          </p:cNvPr>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5" name="Picture 5">
            <a:extLst>
              <a:ext uri="{FF2B5EF4-FFF2-40B4-BE49-F238E27FC236}">
                <a16:creationId xmlns:a16="http://schemas.microsoft.com/office/drawing/2014/main" id="{61C223B8-FC1C-29F6-D80C-29025FBC0A9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41783"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256889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51116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6_Basic Layout">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4A72BEA7-9948-F546-2B8B-563A9FC60216}"/>
              </a:ext>
            </a:extLst>
          </p:cNvPr>
          <p:cNvSpPr/>
          <p:nvPr userDrawn="1"/>
        </p:nvSpPr>
        <p:spPr>
          <a:xfrm flipH="1">
            <a:off x="6480175" y="1508125"/>
            <a:ext cx="5711825" cy="3841750"/>
          </a:xfrm>
          <a:prstGeom prst="rect">
            <a:avLst/>
          </a:prstGeom>
          <a:solidFill>
            <a:schemeClr val="accent3">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ko-KR" altLang="en-US" sz="1799"/>
          </a:p>
        </p:txBody>
      </p:sp>
      <p:sp>
        <p:nvSpPr>
          <p:cNvPr id="8" name="Picture Placeholder 2"/>
          <p:cNvSpPr>
            <a:spLocks noGrp="1"/>
          </p:cNvSpPr>
          <p:nvPr>
            <p:ph type="pic" idx="13"/>
          </p:nvPr>
        </p:nvSpPr>
        <p:spPr>
          <a:xfrm>
            <a:off x="7110273" y="0"/>
            <a:ext cx="4451499" cy="6858000"/>
          </a:xfrm>
          <a:prstGeom prst="rect">
            <a:avLst/>
          </a:prstGeom>
          <a:solidFill>
            <a:schemeClr val="bg1">
              <a:lumMod val="95000"/>
            </a:schemeClr>
          </a:solidFill>
        </p:spPr>
        <p:txBody>
          <a:bodyPr rtlCol="0" anchor="ctr">
            <a:normAutofit/>
          </a:bodyPr>
          <a:lstStyle>
            <a:lvl1pPr marL="0" indent="0" algn="ctr">
              <a:buNone/>
              <a:defRPr sz="1200" baseline="0">
                <a:solidFill>
                  <a:schemeClr val="tx1">
                    <a:lumMod val="75000"/>
                    <a:lumOff val="25000"/>
                  </a:schemeClr>
                </a:solidFill>
                <a:latin typeface="+mn-lt"/>
                <a:cs typeface="Arial" pitchFamily="34" charset="0"/>
              </a:defRPr>
            </a:lvl1pPr>
            <a:lvl2pPr marL="457086" indent="0">
              <a:buNone/>
              <a:defRPr sz="2799"/>
            </a:lvl2pPr>
            <a:lvl3pPr marL="914171" indent="0">
              <a:buNone/>
              <a:defRPr sz="2399"/>
            </a:lvl3pPr>
            <a:lvl4pPr marL="1371257" indent="0">
              <a:buNone/>
              <a:defRPr sz="2000"/>
            </a:lvl4pPr>
            <a:lvl5pPr marL="1828343" indent="0">
              <a:buNone/>
              <a:defRPr sz="2000"/>
            </a:lvl5pPr>
            <a:lvl6pPr marL="2285429" indent="0">
              <a:buNone/>
              <a:defRPr sz="2000"/>
            </a:lvl6pPr>
            <a:lvl7pPr marL="2742515" indent="0">
              <a:buNone/>
              <a:defRPr sz="2000"/>
            </a:lvl7pPr>
            <a:lvl8pPr marL="3199600" indent="0">
              <a:buNone/>
              <a:defRPr sz="2000"/>
            </a:lvl8pPr>
            <a:lvl9pPr marL="3656686" indent="0">
              <a:buNone/>
              <a:defRPr sz="2000"/>
            </a:lvl9pPr>
          </a:lstStyle>
          <a:p>
            <a:pPr lvl="0"/>
            <a:r>
              <a:rPr lang="ar-SA" altLang="ko-KR" noProof="0"/>
              <a:t>انقر فوق الأيقونة لإضافة صورة</a:t>
            </a:r>
            <a:endParaRPr lang="ko-KR" altLang="en-US" noProof="0" dirty="0"/>
          </a:p>
        </p:txBody>
      </p:sp>
    </p:spTree>
    <p:extLst>
      <p:ext uri="{BB962C8B-B14F-4D97-AF65-F5344CB8AC3E}">
        <p14:creationId xmlns:p14="http://schemas.microsoft.com/office/powerpoint/2010/main" val="5933419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6"/>
            <a:ext cx="10972800" cy="1139825"/>
          </a:xfrm>
        </p:spPr>
        <p:txBody>
          <a:bodyPr/>
          <a:lstStyle/>
          <a:p>
            <a:r>
              <a:rPr lang="en-US"/>
              <a:t>Click to edit Master title style</a:t>
            </a:r>
            <a:endParaRPr lang="ar-JO"/>
          </a:p>
        </p:txBody>
      </p:sp>
      <p:sp>
        <p:nvSpPr>
          <p:cNvPr id="3" name="Table Placeholder 2"/>
          <p:cNvSpPr>
            <a:spLocks noGrp="1"/>
          </p:cNvSpPr>
          <p:nvPr>
            <p:ph type="tbl" idx="1"/>
          </p:nvPr>
        </p:nvSpPr>
        <p:spPr>
          <a:xfrm>
            <a:off x="609600" y="1600203"/>
            <a:ext cx="10972800" cy="4530725"/>
          </a:xfrm>
        </p:spPr>
        <p:txBody>
          <a:bodyPr rtlCol="0">
            <a:normAutofit/>
          </a:bodyPr>
          <a:lstStyle/>
          <a:p>
            <a:pPr lvl="0"/>
            <a:endParaRPr lang="ar-JO" noProof="0"/>
          </a:p>
        </p:txBody>
      </p:sp>
      <p:sp>
        <p:nvSpPr>
          <p:cNvPr id="4" name="Rectangle 4">
            <a:extLst>
              <a:ext uri="{FF2B5EF4-FFF2-40B4-BE49-F238E27FC236}">
                <a16:creationId xmlns:a16="http://schemas.microsoft.com/office/drawing/2014/main" id="{30762579-AD48-27C6-5A71-6F9150B0493A}"/>
              </a:ext>
            </a:extLst>
          </p:cNvPr>
          <p:cNvSpPr>
            <a:spLocks noGrp="1" noChangeArrowheads="1"/>
          </p:cNvSpPr>
          <p:nvPr>
            <p:ph type="dt" sz="half" idx="10"/>
          </p:nvPr>
        </p:nvSpPr>
        <p:spPr/>
        <p:txBody>
          <a:bodyPr/>
          <a:lstStyle>
            <a:lvl1pPr>
              <a:defRPr/>
            </a:lvl1pPr>
          </a:lstStyle>
          <a:p>
            <a:pPr>
              <a:defRPr/>
            </a:pPr>
            <a:fld id="{246EAABF-B594-461E-A7A1-80BB893104B1}" type="datetime1">
              <a:rPr lang="en-US"/>
              <a:pPr>
                <a:defRPr/>
              </a:pPr>
              <a:t>10/21/2026</a:t>
            </a:fld>
            <a:endParaRPr lang="en-US" altLang="en-US" dirty="0"/>
          </a:p>
        </p:txBody>
      </p:sp>
      <p:sp>
        <p:nvSpPr>
          <p:cNvPr id="5" name="Rectangle 5">
            <a:extLst>
              <a:ext uri="{FF2B5EF4-FFF2-40B4-BE49-F238E27FC236}">
                <a16:creationId xmlns:a16="http://schemas.microsoft.com/office/drawing/2014/main" id="{801CAB84-54E8-0DD6-3157-974D8AD52B48}"/>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0B483213-7128-7E4F-953F-2D99D4579B97}"/>
              </a:ext>
            </a:extLst>
          </p:cNvPr>
          <p:cNvSpPr>
            <a:spLocks noGrp="1" noChangeArrowheads="1"/>
          </p:cNvSpPr>
          <p:nvPr>
            <p:ph type="sldNum" sz="quarter" idx="12"/>
          </p:nvPr>
        </p:nvSpPr>
        <p:spPr/>
        <p:txBody>
          <a:bodyPr/>
          <a:lstStyle>
            <a:lvl1pPr>
              <a:defRPr/>
            </a:lvl1pPr>
          </a:lstStyle>
          <a:p>
            <a:pPr>
              <a:defRPr/>
            </a:pPr>
            <a:fld id="{EE642C61-4C87-4023-ACB4-A169CCE76BF1}" type="slidenum">
              <a:rPr lang="ar-SA" altLang="en-US"/>
              <a:pPr>
                <a:defRPr/>
              </a:pPr>
              <a:t>‹#›</a:t>
            </a:fld>
            <a:endParaRPr lang="en-US" altLang="en-US" dirty="0"/>
          </a:p>
        </p:txBody>
      </p:sp>
    </p:spTree>
    <p:extLst>
      <p:ext uri="{BB962C8B-B14F-4D97-AF65-F5344CB8AC3E}">
        <p14:creationId xmlns:p14="http://schemas.microsoft.com/office/powerpoint/2010/main" val="4506732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4E3459E8-A23E-EDD3-9BB6-6E050BADA1AA}"/>
              </a:ext>
            </a:extLst>
          </p:cNvPr>
          <p:cNvSpPr/>
          <p:nvPr userDrawn="1"/>
        </p:nvSpPr>
        <p:spPr bwMode="blackWhite">
          <a:xfrm>
            <a:off x="255588" y="263525"/>
            <a:ext cx="11680825" cy="633095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pic>
        <p:nvPicPr>
          <p:cNvPr id="5" name="Picture 7">
            <a:extLst>
              <a:ext uri="{FF2B5EF4-FFF2-40B4-BE49-F238E27FC236}">
                <a16:creationId xmlns:a16="http://schemas.microsoft.com/office/drawing/2014/main" id="{449D39BD-B5C9-35EC-1EA1-4CAD4AB3413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648" r="13927" b="71478"/>
          <a:stretch>
            <a:fillRect/>
          </a:stretch>
        </p:blipFill>
        <p:spPr bwMode="auto">
          <a:xfrm>
            <a:off x="342900" y="4546600"/>
            <a:ext cx="11715750" cy="202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524000" y="1333500"/>
            <a:ext cx="9144000" cy="1790700"/>
          </a:xfrm>
        </p:spPr>
        <p:txBody>
          <a:bodyPr tIns="0" bIns="0" rtlCol="0" anchor="t">
            <a:noAutofit/>
          </a:bodyPr>
          <a:lstStyle>
            <a:lvl1pPr>
              <a:lnSpc>
                <a:spcPct val="100000"/>
              </a:lnSpc>
              <a:defRPr lang="en-US" sz="4800" dirty="0">
                <a:solidFill>
                  <a:schemeClr val="bg1"/>
                </a:solidFill>
              </a:defRPr>
            </a:lvl1pPr>
          </a:lstStyle>
          <a:p>
            <a:pPr lvl="0"/>
            <a:r>
              <a:rPr lang="en-US"/>
              <a:t>Click to edit Master title style</a:t>
            </a:r>
            <a:endParaRPr lang="en-US" dirty="0"/>
          </a:p>
        </p:txBody>
      </p:sp>
      <p:sp>
        <p:nvSpPr>
          <p:cNvPr id="3" name="Subtitle 2"/>
          <p:cNvSpPr>
            <a:spLocks noGrp="1"/>
          </p:cNvSpPr>
          <p:nvPr>
            <p:ph type="subTitle" idx="1"/>
          </p:nvPr>
        </p:nvSpPr>
        <p:spPr>
          <a:xfrm>
            <a:off x="1524000" y="3128009"/>
            <a:ext cx="9144000" cy="1287675"/>
          </a:xfrm>
        </p:spPr>
        <p:txBody>
          <a:bodyPr rtlCol="0">
            <a:noAutofit/>
          </a:bodyPr>
          <a:lstStyle>
            <a:lvl1pPr marL="0" indent="0">
              <a:buNone/>
              <a:defRPr lang="en-US" sz="2400" dirty="0">
                <a:solidFill>
                  <a:schemeClr val="bg1"/>
                </a:solidFill>
                <a:latin typeface="+mj-lt"/>
              </a:defRPr>
            </a:lvl1pPr>
          </a:lstStyle>
          <a:p>
            <a:pPr lvl="0"/>
            <a:r>
              <a:rPr lang="en-US"/>
              <a:t>Click to edit Master subtitle style</a:t>
            </a:r>
            <a:endParaRPr lang="en-US" dirty="0"/>
          </a:p>
        </p:txBody>
      </p:sp>
    </p:spTree>
    <p:extLst>
      <p:ext uri="{BB962C8B-B14F-4D97-AF65-F5344CB8AC3E}">
        <p14:creationId xmlns:p14="http://schemas.microsoft.com/office/powerpoint/2010/main" val="833295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05670943-EE7E-F723-C421-CDBF1D7AAA75}"/>
              </a:ext>
              <a:ext uri="{C183D7F6-B498-43B3-948B-1728B52AA6E4}">
                <adec:decorative xmlns:adec="http://schemas.microsoft.com/office/drawing/2017/decorative" val="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069081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nd Text">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CA265E40-3D0D-AA84-BFB7-A5A104D7B9AE}"/>
              </a:ext>
              <a:ext uri="{C183D7F6-B498-43B3-948B-1728B52AA6E4}">
                <adec:decorative xmlns:adec="http://schemas.microsoft.com/office/drawing/2017/decorative" val="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271877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pic>
        <p:nvPicPr>
          <p:cNvPr id="2" name="Picture 9">
            <a:extLst>
              <a:ext uri="{FF2B5EF4-FFF2-40B4-BE49-F238E27FC236}">
                <a16:creationId xmlns:a16="http://schemas.microsoft.com/office/drawing/2014/main" id="{53A2D480-5966-E7F3-8B77-5FFADBD90F4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36439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3" name="Rectangle 8">
            <a:extLst>
              <a:ext uri="{FF2B5EF4-FFF2-40B4-BE49-F238E27FC236}">
                <a16:creationId xmlns:a16="http://schemas.microsoft.com/office/drawing/2014/main" id="{1D01C325-0B20-40C1-34CC-A3F6A3EBAFAC}"/>
              </a:ext>
            </a:extLst>
          </p:cNvPr>
          <p:cNvSpPr/>
          <p:nvPr userDrawn="1"/>
        </p:nvSpPr>
        <p:spPr>
          <a:xfrm>
            <a:off x="255588" y="263525"/>
            <a:ext cx="11682412" cy="633095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4" name="Rectangle 9">
            <a:extLst>
              <a:ext uri="{FF2B5EF4-FFF2-40B4-BE49-F238E27FC236}">
                <a16:creationId xmlns:a16="http://schemas.microsoft.com/office/drawing/2014/main" id="{13733C76-BE13-FF82-ED56-D2B74DFC69A1}"/>
              </a:ext>
            </a:extLst>
          </p:cNvPr>
          <p:cNvSpPr/>
          <p:nvPr userDrawn="1"/>
        </p:nvSpPr>
        <p:spPr bwMode="blackWhite">
          <a:xfrm>
            <a:off x="255588" y="263525"/>
            <a:ext cx="11680825" cy="207168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696403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F4D1254C-8530-4FD1-B628-923AFB712AC6}"/>
              </a:ext>
            </a:extLst>
          </p:cNvPr>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eaLnBrk="1" hangingPunct="1">
              <a:defRPr/>
            </a:pPr>
            <a:endParaRPr lang="en-US" dirty="0"/>
          </a:p>
        </p:txBody>
      </p:sp>
      <p:cxnSp>
        <p:nvCxnSpPr>
          <p:cNvPr id="3" name="Straight Connector 11">
            <a:extLst>
              <a:ext uri="{FF2B5EF4-FFF2-40B4-BE49-F238E27FC236}">
                <a16:creationId xmlns:a16="http://schemas.microsoft.com/office/drawing/2014/main" id="{B0DDCD45-58AC-471A-054C-FD0BAB981E82}"/>
              </a:ext>
            </a:extLst>
          </p:cNvPr>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480025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Standard">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5646CAA5-46A8-981A-4505-467FF65A25E7}"/>
              </a:ext>
            </a:extLst>
          </p:cNvPr>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eaLnBrk="1" hangingPunct="1">
              <a:defRPr/>
            </a:pPr>
            <a:endParaRPr lang="en-US" dirty="0"/>
          </a:p>
        </p:txBody>
      </p:sp>
      <p:cxnSp>
        <p:nvCxnSpPr>
          <p:cNvPr id="4" name="Straight Connector 11">
            <a:extLst>
              <a:ext uri="{FF2B5EF4-FFF2-40B4-BE49-F238E27FC236}">
                <a16:creationId xmlns:a16="http://schemas.microsoft.com/office/drawing/2014/main" id="{B11D4212-755D-ED2E-9FBC-D361E8FC1A07}"/>
              </a:ext>
            </a:extLst>
          </p:cNvPr>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5" name="Picture 5">
            <a:extLst>
              <a:ext uri="{FF2B5EF4-FFF2-40B4-BE49-F238E27FC236}">
                <a16:creationId xmlns:a16="http://schemas.microsoft.com/office/drawing/2014/main" id="{1B2F6EC4-B685-399D-997E-1E6D12C03A2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41783"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1618927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345581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6_Basic Layout">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87C6CB76-8518-ED48-7471-B8FDE4692C99}"/>
              </a:ext>
            </a:extLst>
          </p:cNvPr>
          <p:cNvSpPr/>
          <p:nvPr userDrawn="1"/>
        </p:nvSpPr>
        <p:spPr>
          <a:xfrm flipH="1">
            <a:off x="6480175" y="1508125"/>
            <a:ext cx="5711825" cy="3841750"/>
          </a:xfrm>
          <a:prstGeom prst="rect">
            <a:avLst/>
          </a:prstGeom>
          <a:solidFill>
            <a:schemeClr val="accent3">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ko-KR" altLang="en-US" sz="2399"/>
          </a:p>
        </p:txBody>
      </p:sp>
      <p:sp>
        <p:nvSpPr>
          <p:cNvPr id="8" name="Picture Placeholder 2"/>
          <p:cNvSpPr>
            <a:spLocks noGrp="1"/>
          </p:cNvSpPr>
          <p:nvPr>
            <p:ph type="pic" idx="13"/>
          </p:nvPr>
        </p:nvSpPr>
        <p:spPr>
          <a:xfrm>
            <a:off x="7110273" y="0"/>
            <a:ext cx="4451498" cy="6858000"/>
          </a:xfrm>
          <a:prstGeom prst="rect">
            <a:avLst/>
          </a:prstGeom>
          <a:solidFill>
            <a:schemeClr val="bg1">
              <a:lumMod val="95000"/>
            </a:schemeClr>
          </a:solidFill>
        </p:spPr>
        <p:txBody>
          <a:bodyPr rtlCol="0" anchor="ctr">
            <a:normAutofit/>
          </a:bodyPr>
          <a:lstStyle>
            <a:lvl1pPr marL="0" indent="0" algn="ctr">
              <a:buNone/>
              <a:defRPr sz="1600" baseline="0">
                <a:solidFill>
                  <a:schemeClr val="tx1">
                    <a:lumMod val="75000"/>
                    <a:lumOff val="25000"/>
                  </a:schemeClr>
                </a:solidFill>
                <a:latin typeface="+mn-lt"/>
                <a:cs typeface="Arial" pitchFamily="34" charset="0"/>
              </a:defRPr>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pPr lvl="0"/>
            <a:r>
              <a:rPr lang="ar-SA" altLang="ko-KR" noProof="0"/>
              <a:t>انقر فوق الأيقونة لإضافة صورة</a:t>
            </a:r>
            <a:endParaRPr lang="ko-KR" altLang="en-US" noProof="0" dirty="0"/>
          </a:p>
        </p:txBody>
      </p:sp>
    </p:spTree>
    <p:extLst>
      <p:ext uri="{BB962C8B-B14F-4D97-AF65-F5344CB8AC3E}">
        <p14:creationId xmlns:p14="http://schemas.microsoft.com/office/powerpoint/2010/main" val="14111454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endParaRPr lang="ar-JO"/>
          </a:p>
        </p:txBody>
      </p:sp>
      <p:sp>
        <p:nvSpPr>
          <p:cNvPr id="3" name="Table Placeholder 2"/>
          <p:cNvSpPr>
            <a:spLocks noGrp="1"/>
          </p:cNvSpPr>
          <p:nvPr>
            <p:ph type="tbl" idx="1"/>
          </p:nvPr>
        </p:nvSpPr>
        <p:spPr>
          <a:xfrm>
            <a:off x="609600" y="1600201"/>
            <a:ext cx="10972800" cy="4530725"/>
          </a:xfrm>
        </p:spPr>
        <p:txBody>
          <a:bodyPr rtlCol="0">
            <a:normAutofit/>
          </a:bodyPr>
          <a:lstStyle/>
          <a:p>
            <a:pPr lvl="0"/>
            <a:endParaRPr lang="ar-JO" noProof="0"/>
          </a:p>
        </p:txBody>
      </p:sp>
      <p:sp>
        <p:nvSpPr>
          <p:cNvPr id="4" name="Rectangle 4">
            <a:extLst>
              <a:ext uri="{FF2B5EF4-FFF2-40B4-BE49-F238E27FC236}">
                <a16:creationId xmlns:a16="http://schemas.microsoft.com/office/drawing/2014/main" id="{56D54C2B-361C-A471-EBD5-8C2825D060BD}"/>
              </a:ext>
            </a:extLst>
          </p:cNvPr>
          <p:cNvSpPr>
            <a:spLocks noGrp="1" noChangeArrowheads="1"/>
          </p:cNvSpPr>
          <p:nvPr>
            <p:ph type="dt" sz="half" idx="10"/>
          </p:nvPr>
        </p:nvSpPr>
        <p:spPr/>
        <p:txBody>
          <a:bodyPr/>
          <a:lstStyle>
            <a:lvl1pPr>
              <a:defRPr/>
            </a:lvl1pPr>
          </a:lstStyle>
          <a:p>
            <a:pPr>
              <a:defRPr/>
            </a:pPr>
            <a:fld id="{0BC43BE9-7CAD-42D2-BF17-CCDC87FD84B3}" type="datetime1">
              <a:rPr lang="en-US"/>
              <a:pPr>
                <a:defRPr/>
              </a:pPr>
              <a:t>10/21/2026</a:t>
            </a:fld>
            <a:endParaRPr lang="en-US" altLang="en-US" dirty="0"/>
          </a:p>
        </p:txBody>
      </p:sp>
      <p:sp>
        <p:nvSpPr>
          <p:cNvPr id="5" name="Rectangle 5">
            <a:extLst>
              <a:ext uri="{FF2B5EF4-FFF2-40B4-BE49-F238E27FC236}">
                <a16:creationId xmlns:a16="http://schemas.microsoft.com/office/drawing/2014/main" id="{CEEEF5D4-9A8A-55D8-E49D-0B5E4688E2E1}"/>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C39A55A8-D4FC-1662-4D87-AEBFAA3D19F7}"/>
              </a:ext>
            </a:extLst>
          </p:cNvPr>
          <p:cNvSpPr>
            <a:spLocks noGrp="1" noChangeArrowheads="1"/>
          </p:cNvSpPr>
          <p:nvPr>
            <p:ph type="sldNum" sz="quarter" idx="12"/>
          </p:nvPr>
        </p:nvSpPr>
        <p:spPr/>
        <p:txBody>
          <a:bodyPr/>
          <a:lstStyle>
            <a:lvl1pPr>
              <a:defRPr/>
            </a:lvl1pPr>
          </a:lstStyle>
          <a:p>
            <a:pPr>
              <a:defRPr/>
            </a:pPr>
            <a:fld id="{FE6A42FC-76DD-4052-A7BF-797AA648D33F}" type="slidenum">
              <a:rPr lang="ar-SA" altLang="en-US"/>
              <a:pPr>
                <a:defRPr/>
              </a:pPr>
              <a:t>‹#›</a:t>
            </a:fld>
            <a:endParaRPr lang="en-US" altLang="en-US" dirty="0"/>
          </a:p>
        </p:txBody>
      </p:sp>
    </p:spTree>
    <p:extLst>
      <p:ext uri="{BB962C8B-B14F-4D97-AF65-F5344CB8AC3E}">
        <p14:creationId xmlns:p14="http://schemas.microsoft.com/office/powerpoint/2010/main" val="3324059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theme" Target="../theme/theme3.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DB0B0C77-C35D-1977-4B4C-FE81B3C01CF3}"/>
              </a:ext>
            </a:extLst>
          </p:cNvPr>
          <p:cNvGrpSpPr>
            <a:grpSpLocks/>
          </p:cNvGrpSpPr>
          <p:nvPr/>
        </p:nvGrpSpPr>
        <p:grpSpPr bwMode="auto">
          <a:xfrm>
            <a:off x="-11113" y="0"/>
            <a:ext cx="3778251" cy="6856413"/>
            <a:chOff x="-5" y="0"/>
            <a:chExt cx="1785" cy="4319"/>
          </a:xfrm>
        </p:grpSpPr>
        <p:sp>
          <p:nvSpPr>
            <p:cNvPr id="1032" name="Freeform 3">
              <a:extLst>
                <a:ext uri="{FF2B5EF4-FFF2-40B4-BE49-F238E27FC236}">
                  <a16:creationId xmlns:a16="http://schemas.microsoft.com/office/drawing/2014/main" id="{31523EC6-A920-B5D6-8BAC-59B5DB033B97}"/>
                </a:ext>
              </a:extLst>
            </p:cNvPr>
            <p:cNvSpPr>
              <a:spLocks/>
            </p:cNvSpPr>
            <p:nvPr/>
          </p:nvSpPr>
          <p:spPr bwMode="ltGray">
            <a:xfrm>
              <a:off x="-5" y="3262"/>
              <a:ext cx="472" cy="802"/>
            </a:xfrm>
            <a:custGeom>
              <a:avLst/>
              <a:gdLst>
                <a:gd name="T0" fmla="*/ 5 w 472"/>
                <a:gd name="T1" fmla="*/ 32 h 802"/>
                <a:gd name="T2" fmla="*/ 189 w 472"/>
                <a:gd name="T3" fmla="*/ 26 h 802"/>
                <a:gd name="T4" fmla="*/ 309 w 472"/>
                <a:gd name="T5" fmla="*/ 66 h 802"/>
                <a:gd name="T6" fmla="*/ 357 w 472"/>
                <a:gd name="T7" fmla="*/ 98 h 802"/>
                <a:gd name="T8" fmla="*/ 413 w 472"/>
                <a:gd name="T9" fmla="*/ 162 h 802"/>
                <a:gd name="T10" fmla="*/ 437 w 472"/>
                <a:gd name="T11" fmla="*/ 250 h 802"/>
                <a:gd name="T12" fmla="*/ 397 w 472"/>
                <a:gd name="T13" fmla="*/ 530 h 802"/>
                <a:gd name="T14" fmla="*/ 341 w 472"/>
                <a:gd name="T15" fmla="*/ 634 h 802"/>
                <a:gd name="T16" fmla="*/ 173 w 472"/>
                <a:gd name="T17" fmla="*/ 714 h 802"/>
                <a:gd name="T18" fmla="*/ 77 w 472"/>
                <a:gd name="T19" fmla="*/ 730 h 802"/>
                <a:gd name="T20" fmla="*/ 69 w 472"/>
                <a:gd name="T21" fmla="*/ 802 h 802"/>
                <a:gd name="T22" fmla="*/ 7 w 472"/>
                <a:gd name="T23" fmla="*/ 788 h 802"/>
                <a:gd name="T24" fmla="*/ 5 w 472"/>
                <a:gd name="T25" fmla="*/ 751 h 802"/>
                <a:gd name="T26" fmla="*/ 37 w 472"/>
                <a:gd name="T27" fmla="*/ 722 h 802"/>
                <a:gd name="T28" fmla="*/ 5 w 472"/>
                <a:gd name="T29" fmla="*/ 670 h 802"/>
                <a:gd name="T30" fmla="*/ 5 w 472"/>
                <a:gd name="T31" fmla="*/ 32 h 80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72" h="802">
                  <a:moveTo>
                    <a:pt x="5" y="32"/>
                  </a:moveTo>
                  <a:cubicBezTo>
                    <a:pt x="101" y="0"/>
                    <a:pt x="20" y="17"/>
                    <a:pt x="189" y="26"/>
                  </a:cubicBezTo>
                  <a:cubicBezTo>
                    <a:pt x="221" y="37"/>
                    <a:pt x="280" y="47"/>
                    <a:pt x="309" y="66"/>
                  </a:cubicBezTo>
                  <a:cubicBezTo>
                    <a:pt x="325" y="77"/>
                    <a:pt x="357" y="98"/>
                    <a:pt x="357" y="98"/>
                  </a:cubicBezTo>
                  <a:cubicBezTo>
                    <a:pt x="394" y="154"/>
                    <a:pt x="373" y="135"/>
                    <a:pt x="413" y="162"/>
                  </a:cubicBezTo>
                  <a:cubicBezTo>
                    <a:pt x="433" y="223"/>
                    <a:pt x="426" y="193"/>
                    <a:pt x="437" y="250"/>
                  </a:cubicBezTo>
                  <a:cubicBezTo>
                    <a:pt x="433" y="370"/>
                    <a:pt x="472" y="455"/>
                    <a:pt x="397" y="530"/>
                  </a:cubicBezTo>
                  <a:cubicBezTo>
                    <a:pt x="385" y="567"/>
                    <a:pt x="368" y="607"/>
                    <a:pt x="341" y="634"/>
                  </a:cubicBezTo>
                  <a:cubicBezTo>
                    <a:pt x="319" y="701"/>
                    <a:pt x="233" y="707"/>
                    <a:pt x="173" y="714"/>
                  </a:cubicBezTo>
                  <a:cubicBezTo>
                    <a:pt x="142" y="724"/>
                    <a:pt x="100" y="707"/>
                    <a:pt x="77" y="730"/>
                  </a:cubicBezTo>
                  <a:cubicBezTo>
                    <a:pt x="60" y="747"/>
                    <a:pt x="72" y="778"/>
                    <a:pt x="69" y="802"/>
                  </a:cubicBezTo>
                  <a:cubicBezTo>
                    <a:pt x="53" y="799"/>
                    <a:pt x="23" y="792"/>
                    <a:pt x="7" y="788"/>
                  </a:cubicBezTo>
                  <a:cubicBezTo>
                    <a:pt x="5" y="788"/>
                    <a:pt x="0" y="762"/>
                    <a:pt x="5" y="751"/>
                  </a:cubicBezTo>
                  <a:cubicBezTo>
                    <a:pt x="10" y="740"/>
                    <a:pt x="37" y="735"/>
                    <a:pt x="37" y="722"/>
                  </a:cubicBezTo>
                  <a:cubicBezTo>
                    <a:pt x="26" y="682"/>
                    <a:pt x="22" y="685"/>
                    <a:pt x="5" y="670"/>
                  </a:cubicBezTo>
                  <a:cubicBezTo>
                    <a:pt x="5" y="541"/>
                    <a:pt x="5" y="233"/>
                    <a:pt x="5" y="32"/>
                  </a:cubicBezTo>
                  <a:close/>
                </a:path>
              </a:pathLst>
            </a:custGeom>
            <a:solidFill>
              <a:schemeClr val="folHlink">
                <a:alpha val="50195"/>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grpSp>
          <p:nvGrpSpPr>
            <p:cNvPr id="1033" name="Group 4">
              <a:extLst>
                <a:ext uri="{FF2B5EF4-FFF2-40B4-BE49-F238E27FC236}">
                  <a16:creationId xmlns:a16="http://schemas.microsoft.com/office/drawing/2014/main" id="{25BDF637-3F15-0BBE-5927-E9EA5C3527FC}"/>
                </a:ext>
              </a:extLst>
            </p:cNvPr>
            <p:cNvGrpSpPr>
              <a:grpSpLocks/>
            </p:cNvGrpSpPr>
            <p:nvPr/>
          </p:nvGrpSpPr>
          <p:grpSpPr bwMode="auto">
            <a:xfrm rot="14964908" flipH="1">
              <a:off x="104" y="2441"/>
              <a:ext cx="452" cy="444"/>
              <a:chOff x="1727" y="866"/>
              <a:chExt cx="129" cy="157"/>
            </a:xfrm>
          </p:grpSpPr>
          <p:sp>
            <p:nvSpPr>
              <p:cNvPr id="1071" name="Freeform 5">
                <a:extLst>
                  <a:ext uri="{FF2B5EF4-FFF2-40B4-BE49-F238E27FC236}">
                    <a16:creationId xmlns:a16="http://schemas.microsoft.com/office/drawing/2014/main" id="{AE1E76B2-FD8F-49CD-3BA2-7A4D80853909}"/>
                  </a:ext>
                </a:extLst>
              </p:cNvPr>
              <p:cNvSpPr>
                <a:spLocks/>
              </p:cNvSpPr>
              <p:nvPr userDrawn="1"/>
            </p:nvSpPr>
            <p:spPr bwMode="ltGray">
              <a:xfrm>
                <a:off x="1727" y="866"/>
                <a:ext cx="41" cy="59"/>
              </a:xfrm>
              <a:custGeom>
                <a:avLst/>
                <a:gdLst>
                  <a:gd name="T0" fmla="*/ 10 w 83"/>
                  <a:gd name="T1" fmla="*/ 4 h 117"/>
                  <a:gd name="T2" fmla="*/ 3 w 83"/>
                  <a:gd name="T3" fmla="*/ 0 h 117"/>
                  <a:gd name="T4" fmla="*/ 0 w 83"/>
                  <a:gd name="T5" fmla="*/ 15 h 117"/>
                  <a:gd name="T6" fmla="*/ 10 w 83"/>
                  <a:gd name="T7" fmla="*/ 4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72" name="Freeform 6">
                <a:extLst>
                  <a:ext uri="{FF2B5EF4-FFF2-40B4-BE49-F238E27FC236}">
                    <a16:creationId xmlns:a16="http://schemas.microsoft.com/office/drawing/2014/main" id="{4DC6C5D8-6DAF-030C-0229-A7C4996CAAD1}"/>
                  </a:ext>
                </a:extLst>
              </p:cNvPr>
              <p:cNvSpPr>
                <a:spLocks/>
              </p:cNvSpPr>
              <p:nvPr userDrawn="1"/>
            </p:nvSpPr>
            <p:spPr bwMode="ltGray">
              <a:xfrm>
                <a:off x="1786" y="894"/>
                <a:ext cx="70" cy="49"/>
              </a:xfrm>
              <a:custGeom>
                <a:avLst/>
                <a:gdLst>
                  <a:gd name="T0" fmla="*/ 0 w 140"/>
                  <a:gd name="T1" fmla="*/ 13 h 98"/>
                  <a:gd name="T2" fmla="*/ 15 w 140"/>
                  <a:gd name="T3" fmla="*/ 0 h 98"/>
                  <a:gd name="T4" fmla="*/ 18 w 140"/>
                  <a:gd name="T5" fmla="*/ 7 h 98"/>
                  <a:gd name="T6" fmla="*/ 0 w 140"/>
                  <a:gd name="T7" fmla="*/ 13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73" name="Freeform 7">
                <a:extLst>
                  <a:ext uri="{FF2B5EF4-FFF2-40B4-BE49-F238E27FC236}">
                    <a16:creationId xmlns:a16="http://schemas.microsoft.com/office/drawing/2014/main" id="{9D3C6E82-8C91-FC7E-9515-A452B5AE7CD1}"/>
                  </a:ext>
                </a:extLst>
              </p:cNvPr>
              <p:cNvSpPr>
                <a:spLocks/>
              </p:cNvSpPr>
              <p:nvPr userDrawn="1"/>
            </p:nvSpPr>
            <p:spPr bwMode="ltGray">
              <a:xfrm>
                <a:off x="1772" y="998"/>
                <a:ext cx="73" cy="25"/>
              </a:xfrm>
              <a:custGeom>
                <a:avLst/>
                <a:gdLst>
                  <a:gd name="T0" fmla="*/ 0 w 145"/>
                  <a:gd name="T1" fmla="*/ 1 h 49"/>
                  <a:gd name="T2" fmla="*/ 19 w 145"/>
                  <a:gd name="T3" fmla="*/ 0 h 49"/>
                  <a:gd name="T4" fmla="*/ 17 w 145"/>
                  <a:gd name="T5" fmla="*/ 7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grpSp>
        <p:sp>
          <p:nvSpPr>
            <p:cNvPr id="1034" name="Freeform 8">
              <a:extLst>
                <a:ext uri="{FF2B5EF4-FFF2-40B4-BE49-F238E27FC236}">
                  <a16:creationId xmlns:a16="http://schemas.microsoft.com/office/drawing/2014/main" id="{ABE8ED3B-B260-9328-979C-6DE440660333}"/>
                </a:ext>
              </a:extLst>
            </p:cNvPr>
            <p:cNvSpPr>
              <a:spLocks/>
            </p:cNvSpPr>
            <p:nvPr/>
          </p:nvSpPr>
          <p:spPr bwMode="ltGray">
            <a:xfrm>
              <a:off x="90" y="1736"/>
              <a:ext cx="710" cy="768"/>
            </a:xfrm>
            <a:custGeom>
              <a:avLst/>
              <a:gdLst>
                <a:gd name="T0" fmla="*/ 14 w 710"/>
                <a:gd name="T1" fmla="*/ 416 h 768"/>
                <a:gd name="T2" fmla="*/ 14 w 710"/>
                <a:gd name="T3" fmla="*/ 272 h 768"/>
                <a:gd name="T4" fmla="*/ 102 w 710"/>
                <a:gd name="T5" fmla="*/ 144 h 768"/>
                <a:gd name="T6" fmla="*/ 150 w 710"/>
                <a:gd name="T7" fmla="*/ 96 h 768"/>
                <a:gd name="T8" fmla="*/ 198 w 710"/>
                <a:gd name="T9" fmla="*/ 64 h 768"/>
                <a:gd name="T10" fmla="*/ 350 w 710"/>
                <a:gd name="T11" fmla="*/ 0 h 768"/>
                <a:gd name="T12" fmla="*/ 534 w 710"/>
                <a:gd name="T13" fmla="*/ 8 h 768"/>
                <a:gd name="T14" fmla="*/ 662 w 710"/>
                <a:gd name="T15" fmla="*/ 96 h 768"/>
                <a:gd name="T16" fmla="*/ 710 w 710"/>
                <a:gd name="T17" fmla="*/ 200 h 768"/>
                <a:gd name="T18" fmla="*/ 702 w 710"/>
                <a:gd name="T19" fmla="*/ 400 h 768"/>
                <a:gd name="T20" fmla="*/ 678 w 710"/>
                <a:gd name="T21" fmla="*/ 448 h 768"/>
                <a:gd name="T22" fmla="*/ 550 w 710"/>
                <a:gd name="T23" fmla="*/ 632 h 768"/>
                <a:gd name="T24" fmla="*/ 518 w 710"/>
                <a:gd name="T25" fmla="*/ 656 h 768"/>
                <a:gd name="T26" fmla="*/ 470 w 710"/>
                <a:gd name="T27" fmla="*/ 664 h 768"/>
                <a:gd name="T28" fmla="*/ 518 w 710"/>
                <a:gd name="T29" fmla="*/ 680 h 768"/>
                <a:gd name="T30" fmla="*/ 566 w 710"/>
                <a:gd name="T31" fmla="*/ 696 h 768"/>
                <a:gd name="T32" fmla="*/ 574 w 710"/>
                <a:gd name="T33" fmla="*/ 720 h 768"/>
                <a:gd name="T34" fmla="*/ 526 w 710"/>
                <a:gd name="T35" fmla="*/ 736 h 768"/>
                <a:gd name="T36" fmla="*/ 502 w 710"/>
                <a:gd name="T37" fmla="*/ 752 h 768"/>
                <a:gd name="T38" fmla="*/ 454 w 710"/>
                <a:gd name="T39" fmla="*/ 768 h 768"/>
                <a:gd name="T40" fmla="*/ 438 w 710"/>
                <a:gd name="T41" fmla="*/ 712 h 768"/>
                <a:gd name="T42" fmla="*/ 246 w 710"/>
                <a:gd name="T43" fmla="*/ 688 h 768"/>
                <a:gd name="T44" fmla="*/ 134 w 710"/>
                <a:gd name="T45" fmla="*/ 648 h 768"/>
                <a:gd name="T46" fmla="*/ 110 w 710"/>
                <a:gd name="T47" fmla="*/ 624 h 768"/>
                <a:gd name="T48" fmla="*/ 78 w 710"/>
                <a:gd name="T49" fmla="*/ 576 h 768"/>
                <a:gd name="T50" fmla="*/ 54 w 710"/>
                <a:gd name="T51" fmla="*/ 464 h 768"/>
                <a:gd name="T52" fmla="*/ 30 w 710"/>
                <a:gd name="T53" fmla="*/ 408 h 768"/>
                <a:gd name="T54" fmla="*/ 22 w 710"/>
                <a:gd name="T55" fmla="*/ 384 h 768"/>
                <a:gd name="T56" fmla="*/ 14 w 710"/>
                <a:gd name="T57" fmla="*/ 416 h 76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710" h="768">
                  <a:moveTo>
                    <a:pt x="14" y="416"/>
                  </a:moveTo>
                  <a:cubicBezTo>
                    <a:pt x="6" y="353"/>
                    <a:pt x="0" y="339"/>
                    <a:pt x="14" y="272"/>
                  </a:cubicBezTo>
                  <a:cubicBezTo>
                    <a:pt x="24" y="227"/>
                    <a:pt x="72" y="178"/>
                    <a:pt x="102" y="144"/>
                  </a:cubicBezTo>
                  <a:cubicBezTo>
                    <a:pt x="117" y="127"/>
                    <a:pt x="134" y="112"/>
                    <a:pt x="150" y="96"/>
                  </a:cubicBezTo>
                  <a:cubicBezTo>
                    <a:pt x="164" y="82"/>
                    <a:pt x="198" y="64"/>
                    <a:pt x="198" y="64"/>
                  </a:cubicBezTo>
                  <a:cubicBezTo>
                    <a:pt x="231" y="14"/>
                    <a:pt x="294" y="7"/>
                    <a:pt x="350" y="0"/>
                  </a:cubicBezTo>
                  <a:cubicBezTo>
                    <a:pt x="411" y="3"/>
                    <a:pt x="473" y="1"/>
                    <a:pt x="534" y="8"/>
                  </a:cubicBezTo>
                  <a:cubicBezTo>
                    <a:pt x="582" y="13"/>
                    <a:pt x="624" y="71"/>
                    <a:pt x="662" y="96"/>
                  </a:cubicBezTo>
                  <a:cubicBezTo>
                    <a:pt x="691" y="140"/>
                    <a:pt x="698" y="151"/>
                    <a:pt x="710" y="200"/>
                  </a:cubicBezTo>
                  <a:cubicBezTo>
                    <a:pt x="707" y="267"/>
                    <a:pt x="707" y="333"/>
                    <a:pt x="702" y="400"/>
                  </a:cubicBezTo>
                  <a:cubicBezTo>
                    <a:pt x="700" y="423"/>
                    <a:pt x="688" y="428"/>
                    <a:pt x="678" y="448"/>
                  </a:cubicBezTo>
                  <a:cubicBezTo>
                    <a:pt x="646" y="512"/>
                    <a:pt x="626" y="607"/>
                    <a:pt x="550" y="632"/>
                  </a:cubicBezTo>
                  <a:cubicBezTo>
                    <a:pt x="539" y="640"/>
                    <a:pt x="530" y="651"/>
                    <a:pt x="518" y="656"/>
                  </a:cubicBezTo>
                  <a:cubicBezTo>
                    <a:pt x="503" y="662"/>
                    <a:pt x="470" y="648"/>
                    <a:pt x="470" y="664"/>
                  </a:cubicBezTo>
                  <a:cubicBezTo>
                    <a:pt x="470" y="681"/>
                    <a:pt x="502" y="675"/>
                    <a:pt x="518" y="680"/>
                  </a:cubicBezTo>
                  <a:cubicBezTo>
                    <a:pt x="534" y="685"/>
                    <a:pt x="566" y="696"/>
                    <a:pt x="566" y="696"/>
                  </a:cubicBezTo>
                  <a:cubicBezTo>
                    <a:pt x="569" y="704"/>
                    <a:pt x="580" y="714"/>
                    <a:pt x="574" y="720"/>
                  </a:cubicBezTo>
                  <a:cubicBezTo>
                    <a:pt x="562" y="732"/>
                    <a:pt x="542" y="731"/>
                    <a:pt x="526" y="736"/>
                  </a:cubicBezTo>
                  <a:cubicBezTo>
                    <a:pt x="517" y="739"/>
                    <a:pt x="511" y="748"/>
                    <a:pt x="502" y="752"/>
                  </a:cubicBezTo>
                  <a:cubicBezTo>
                    <a:pt x="487" y="759"/>
                    <a:pt x="454" y="768"/>
                    <a:pt x="454" y="768"/>
                  </a:cubicBezTo>
                  <a:cubicBezTo>
                    <a:pt x="448" y="750"/>
                    <a:pt x="453" y="725"/>
                    <a:pt x="438" y="712"/>
                  </a:cubicBezTo>
                  <a:cubicBezTo>
                    <a:pt x="407" y="685"/>
                    <a:pt x="256" y="689"/>
                    <a:pt x="246" y="688"/>
                  </a:cubicBezTo>
                  <a:cubicBezTo>
                    <a:pt x="207" y="680"/>
                    <a:pt x="166" y="674"/>
                    <a:pt x="134" y="648"/>
                  </a:cubicBezTo>
                  <a:cubicBezTo>
                    <a:pt x="125" y="641"/>
                    <a:pt x="117" y="633"/>
                    <a:pt x="110" y="624"/>
                  </a:cubicBezTo>
                  <a:cubicBezTo>
                    <a:pt x="98" y="609"/>
                    <a:pt x="78" y="576"/>
                    <a:pt x="78" y="576"/>
                  </a:cubicBezTo>
                  <a:cubicBezTo>
                    <a:pt x="66" y="506"/>
                    <a:pt x="74" y="544"/>
                    <a:pt x="54" y="464"/>
                  </a:cubicBezTo>
                  <a:cubicBezTo>
                    <a:pt x="37" y="397"/>
                    <a:pt x="58" y="463"/>
                    <a:pt x="30" y="408"/>
                  </a:cubicBezTo>
                  <a:cubicBezTo>
                    <a:pt x="26" y="400"/>
                    <a:pt x="30" y="380"/>
                    <a:pt x="22" y="384"/>
                  </a:cubicBezTo>
                  <a:cubicBezTo>
                    <a:pt x="12" y="389"/>
                    <a:pt x="17" y="405"/>
                    <a:pt x="14" y="416"/>
                  </a:cubicBezTo>
                  <a:close/>
                </a:path>
              </a:pathLst>
            </a:custGeom>
            <a:solidFill>
              <a:schemeClr val="accent2">
                <a:alpha val="50195"/>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grpSp>
          <p:nvGrpSpPr>
            <p:cNvPr id="1035" name="Group 9">
              <a:extLst>
                <a:ext uri="{FF2B5EF4-FFF2-40B4-BE49-F238E27FC236}">
                  <a16:creationId xmlns:a16="http://schemas.microsoft.com/office/drawing/2014/main" id="{3528260C-9A8E-8BD9-5944-D2BAB0E28E97}"/>
                </a:ext>
              </a:extLst>
            </p:cNvPr>
            <p:cNvGrpSpPr>
              <a:grpSpLocks/>
            </p:cNvGrpSpPr>
            <p:nvPr/>
          </p:nvGrpSpPr>
          <p:grpSpPr bwMode="auto">
            <a:xfrm rot="416244">
              <a:off x="9" y="1746"/>
              <a:ext cx="1771" cy="1741"/>
              <a:chOff x="41" y="2787"/>
              <a:chExt cx="902" cy="833"/>
            </a:xfrm>
          </p:grpSpPr>
          <p:sp>
            <p:nvSpPr>
              <p:cNvPr id="1062" name="Freeform 10">
                <a:extLst>
                  <a:ext uri="{FF2B5EF4-FFF2-40B4-BE49-F238E27FC236}">
                    <a16:creationId xmlns:a16="http://schemas.microsoft.com/office/drawing/2014/main" id="{1509AE1C-707C-E789-4E3B-EE97A226F45E}"/>
                  </a:ext>
                </a:extLst>
              </p:cNvPr>
              <p:cNvSpPr>
                <a:spLocks/>
              </p:cNvSpPr>
              <p:nvPr userDrawn="1"/>
            </p:nvSpPr>
            <p:spPr bwMode="ltGray">
              <a:xfrm rot="373331" flipH="1">
                <a:off x="125" y="2787"/>
                <a:ext cx="313" cy="303"/>
              </a:xfrm>
              <a:custGeom>
                <a:avLst/>
                <a:gdLst>
                  <a:gd name="T0" fmla="*/ 137 w 217"/>
                  <a:gd name="T1" fmla="*/ 631 h 210"/>
                  <a:gd name="T2" fmla="*/ 110 w 217"/>
                  <a:gd name="T3" fmla="*/ 596 h 210"/>
                  <a:gd name="T4" fmla="*/ 79 w 217"/>
                  <a:gd name="T5" fmla="*/ 544 h 210"/>
                  <a:gd name="T6" fmla="*/ 46 w 217"/>
                  <a:gd name="T7" fmla="*/ 476 h 210"/>
                  <a:gd name="T8" fmla="*/ 14 w 217"/>
                  <a:gd name="T9" fmla="*/ 405 h 210"/>
                  <a:gd name="T10" fmla="*/ 0 w 217"/>
                  <a:gd name="T11" fmla="*/ 328 h 210"/>
                  <a:gd name="T12" fmla="*/ 1 w 217"/>
                  <a:gd name="T13" fmla="*/ 245 h 210"/>
                  <a:gd name="T14" fmla="*/ 27 w 217"/>
                  <a:gd name="T15" fmla="*/ 170 h 210"/>
                  <a:gd name="T16" fmla="*/ 81 w 217"/>
                  <a:gd name="T17" fmla="*/ 107 h 210"/>
                  <a:gd name="T18" fmla="*/ 136 w 217"/>
                  <a:gd name="T19" fmla="*/ 66 h 210"/>
                  <a:gd name="T20" fmla="*/ 180 w 217"/>
                  <a:gd name="T21" fmla="*/ 36 h 210"/>
                  <a:gd name="T22" fmla="*/ 216 w 217"/>
                  <a:gd name="T23" fmla="*/ 20 h 210"/>
                  <a:gd name="T24" fmla="*/ 244 w 217"/>
                  <a:gd name="T25" fmla="*/ 14 h 210"/>
                  <a:gd name="T26" fmla="*/ 264 w 217"/>
                  <a:gd name="T27" fmla="*/ 14 h 210"/>
                  <a:gd name="T28" fmla="*/ 312 w 217"/>
                  <a:gd name="T29" fmla="*/ 0 h 210"/>
                  <a:gd name="T30" fmla="*/ 443 w 217"/>
                  <a:gd name="T31" fmla="*/ 25 h 210"/>
                  <a:gd name="T32" fmla="*/ 480 w 217"/>
                  <a:gd name="T33" fmla="*/ 36 h 210"/>
                  <a:gd name="T34" fmla="*/ 516 w 217"/>
                  <a:gd name="T35" fmla="*/ 46 h 210"/>
                  <a:gd name="T36" fmla="*/ 547 w 217"/>
                  <a:gd name="T37" fmla="*/ 56 h 210"/>
                  <a:gd name="T38" fmla="*/ 570 w 217"/>
                  <a:gd name="T39" fmla="*/ 69 h 210"/>
                  <a:gd name="T40" fmla="*/ 596 w 217"/>
                  <a:gd name="T41" fmla="*/ 81 h 210"/>
                  <a:gd name="T42" fmla="*/ 616 w 217"/>
                  <a:gd name="T43" fmla="*/ 95 h 210"/>
                  <a:gd name="T44" fmla="*/ 632 w 217"/>
                  <a:gd name="T45" fmla="*/ 114 h 210"/>
                  <a:gd name="T46" fmla="*/ 651 w 217"/>
                  <a:gd name="T47" fmla="*/ 136 h 210"/>
                  <a:gd name="T48" fmla="*/ 616 w 217"/>
                  <a:gd name="T49" fmla="*/ 121 h 210"/>
                  <a:gd name="T50" fmla="*/ 583 w 217"/>
                  <a:gd name="T51" fmla="*/ 108 h 210"/>
                  <a:gd name="T52" fmla="*/ 550 w 217"/>
                  <a:gd name="T53" fmla="*/ 100 h 210"/>
                  <a:gd name="T54" fmla="*/ 516 w 217"/>
                  <a:gd name="T55" fmla="*/ 89 h 210"/>
                  <a:gd name="T56" fmla="*/ 489 w 217"/>
                  <a:gd name="T57" fmla="*/ 81 h 210"/>
                  <a:gd name="T58" fmla="*/ 460 w 217"/>
                  <a:gd name="T59" fmla="*/ 79 h 210"/>
                  <a:gd name="T60" fmla="*/ 428 w 217"/>
                  <a:gd name="T61" fmla="*/ 74 h 210"/>
                  <a:gd name="T62" fmla="*/ 401 w 217"/>
                  <a:gd name="T63" fmla="*/ 74 h 210"/>
                  <a:gd name="T64" fmla="*/ 375 w 217"/>
                  <a:gd name="T65" fmla="*/ 74 h 210"/>
                  <a:gd name="T66" fmla="*/ 348 w 217"/>
                  <a:gd name="T67" fmla="*/ 75 h 210"/>
                  <a:gd name="T68" fmla="*/ 320 w 217"/>
                  <a:gd name="T69" fmla="*/ 81 h 210"/>
                  <a:gd name="T70" fmla="*/ 297 w 217"/>
                  <a:gd name="T71" fmla="*/ 88 h 210"/>
                  <a:gd name="T72" fmla="*/ 273 w 217"/>
                  <a:gd name="T73" fmla="*/ 100 h 210"/>
                  <a:gd name="T74" fmla="*/ 245 w 217"/>
                  <a:gd name="T75" fmla="*/ 108 h 210"/>
                  <a:gd name="T76" fmla="*/ 222 w 217"/>
                  <a:gd name="T77" fmla="*/ 123 h 210"/>
                  <a:gd name="T78" fmla="*/ 198 w 217"/>
                  <a:gd name="T79" fmla="*/ 137 h 210"/>
                  <a:gd name="T80" fmla="*/ 156 w 217"/>
                  <a:gd name="T81" fmla="*/ 183 h 210"/>
                  <a:gd name="T82" fmla="*/ 127 w 217"/>
                  <a:gd name="T83" fmla="*/ 240 h 210"/>
                  <a:gd name="T84" fmla="*/ 110 w 217"/>
                  <a:gd name="T85" fmla="*/ 310 h 210"/>
                  <a:gd name="T86" fmla="*/ 104 w 217"/>
                  <a:gd name="T87" fmla="*/ 379 h 210"/>
                  <a:gd name="T88" fmla="*/ 104 w 217"/>
                  <a:gd name="T89" fmla="*/ 455 h 210"/>
                  <a:gd name="T90" fmla="*/ 114 w 217"/>
                  <a:gd name="T91" fmla="*/ 522 h 210"/>
                  <a:gd name="T92" fmla="*/ 123 w 217"/>
                  <a:gd name="T93" fmla="*/ 583 h 210"/>
                  <a:gd name="T94" fmla="*/ 137 w 217"/>
                  <a:gd name="T95" fmla="*/ 631 h 21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17" h="210">
                    <a:moveTo>
                      <a:pt x="46" y="210"/>
                    </a:moveTo>
                    <a:lnTo>
                      <a:pt x="37" y="198"/>
                    </a:lnTo>
                    <a:lnTo>
                      <a:pt x="26" y="181"/>
                    </a:lnTo>
                    <a:lnTo>
                      <a:pt x="15" y="159"/>
                    </a:lnTo>
                    <a:lnTo>
                      <a:pt x="5" y="135"/>
                    </a:lnTo>
                    <a:lnTo>
                      <a:pt x="0" y="109"/>
                    </a:lnTo>
                    <a:lnTo>
                      <a:pt x="1" y="82"/>
                    </a:lnTo>
                    <a:lnTo>
                      <a:pt x="9" y="57"/>
                    </a:lnTo>
                    <a:lnTo>
                      <a:pt x="27" y="35"/>
                    </a:lnTo>
                    <a:lnTo>
                      <a:pt x="45" y="22"/>
                    </a:lnTo>
                    <a:lnTo>
                      <a:pt x="60" y="12"/>
                    </a:lnTo>
                    <a:lnTo>
                      <a:pt x="72" y="7"/>
                    </a:lnTo>
                    <a:lnTo>
                      <a:pt x="81" y="5"/>
                    </a:lnTo>
                    <a:lnTo>
                      <a:pt x="88" y="5"/>
                    </a:lnTo>
                    <a:lnTo>
                      <a:pt x="104" y="0"/>
                    </a:lnTo>
                    <a:lnTo>
                      <a:pt x="148" y="8"/>
                    </a:lnTo>
                    <a:lnTo>
                      <a:pt x="160" y="12"/>
                    </a:lnTo>
                    <a:lnTo>
                      <a:pt x="172" y="15"/>
                    </a:lnTo>
                    <a:lnTo>
                      <a:pt x="182" y="19"/>
                    </a:lnTo>
                    <a:lnTo>
                      <a:pt x="190" y="23"/>
                    </a:lnTo>
                    <a:lnTo>
                      <a:pt x="198" y="27"/>
                    </a:lnTo>
                    <a:lnTo>
                      <a:pt x="205" y="32"/>
                    </a:lnTo>
                    <a:lnTo>
                      <a:pt x="211" y="38"/>
                    </a:lnTo>
                    <a:lnTo>
                      <a:pt x="217" y="45"/>
                    </a:lnTo>
                    <a:lnTo>
                      <a:pt x="205" y="40"/>
                    </a:lnTo>
                    <a:lnTo>
                      <a:pt x="194" y="36"/>
                    </a:lnTo>
                    <a:lnTo>
                      <a:pt x="183" y="33"/>
                    </a:lnTo>
                    <a:lnTo>
                      <a:pt x="172" y="30"/>
                    </a:lnTo>
                    <a:lnTo>
                      <a:pt x="163" y="27"/>
                    </a:lnTo>
                    <a:lnTo>
                      <a:pt x="153" y="26"/>
                    </a:lnTo>
                    <a:lnTo>
                      <a:pt x="143" y="24"/>
                    </a:lnTo>
                    <a:lnTo>
                      <a:pt x="134" y="24"/>
                    </a:lnTo>
                    <a:lnTo>
                      <a:pt x="125" y="24"/>
                    </a:lnTo>
                    <a:lnTo>
                      <a:pt x="116" y="25"/>
                    </a:lnTo>
                    <a:lnTo>
                      <a:pt x="107" y="27"/>
                    </a:lnTo>
                    <a:lnTo>
                      <a:pt x="99" y="29"/>
                    </a:lnTo>
                    <a:lnTo>
                      <a:pt x="91" y="33"/>
                    </a:lnTo>
                    <a:lnTo>
                      <a:pt x="82" y="36"/>
                    </a:lnTo>
                    <a:lnTo>
                      <a:pt x="74" y="41"/>
                    </a:lnTo>
                    <a:lnTo>
                      <a:pt x="66" y="46"/>
                    </a:lnTo>
                    <a:lnTo>
                      <a:pt x="52" y="61"/>
                    </a:lnTo>
                    <a:lnTo>
                      <a:pt x="42" y="80"/>
                    </a:lnTo>
                    <a:lnTo>
                      <a:pt x="37" y="103"/>
                    </a:lnTo>
                    <a:lnTo>
                      <a:pt x="35" y="126"/>
                    </a:lnTo>
                    <a:lnTo>
                      <a:pt x="35" y="151"/>
                    </a:lnTo>
                    <a:lnTo>
                      <a:pt x="38" y="174"/>
                    </a:lnTo>
                    <a:lnTo>
                      <a:pt x="41" y="194"/>
                    </a:lnTo>
                    <a:lnTo>
                      <a:pt x="46" y="21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63" name="Freeform 11">
                <a:extLst>
                  <a:ext uri="{FF2B5EF4-FFF2-40B4-BE49-F238E27FC236}">
                    <a16:creationId xmlns:a16="http://schemas.microsoft.com/office/drawing/2014/main" id="{63F30E39-4DCD-4360-24D8-5862E2E26F79}"/>
                  </a:ext>
                </a:extLst>
              </p:cNvPr>
              <p:cNvSpPr>
                <a:spLocks/>
              </p:cNvSpPr>
              <p:nvPr userDrawn="1"/>
            </p:nvSpPr>
            <p:spPr bwMode="ltGray">
              <a:xfrm rot="373331" flipH="1">
                <a:off x="41" y="2843"/>
                <a:ext cx="262" cy="308"/>
              </a:xfrm>
              <a:custGeom>
                <a:avLst/>
                <a:gdLst>
                  <a:gd name="T0" fmla="*/ 325 w 182"/>
                  <a:gd name="T1" fmla="*/ 0 h 213"/>
                  <a:gd name="T2" fmla="*/ 334 w 182"/>
                  <a:gd name="T3" fmla="*/ 6 h 213"/>
                  <a:gd name="T4" fmla="*/ 353 w 182"/>
                  <a:gd name="T5" fmla="*/ 25 h 213"/>
                  <a:gd name="T6" fmla="*/ 379 w 182"/>
                  <a:gd name="T7" fmla="*/ 55 h 213"/>
                  <a:gd name="T8" fmla="*/ 409 w 182"/>
                  <a:gd name="T9" fmla="*/ 100 h 213"/>
                  <a:gd name="T10" fmla="*/ 433 w 182"/>
                  <a:gd name="T11" fmla="*/ 156 h 213"/>
                  <a:gd name="T12" fmla="*/ 448 w 182"/>
                  <a:gd name="T13" fmla="*/ 230 h 213"/>
                  <a:gd name="T14" fmla="*/ 448 w 182"/>
                  <a:gd name="T15" fmla="*/ 318 h 213"/>
                  <a:gd name="T16" fmla="*/ 429 w 182"/>
                  <a:gd name="T17" fmla="*/ 421 h 213"/>
                  <a:gd name="T18" fmla="*/ 419 w 182"/>
                  <a:gd name="T19" fmla="*/ 450 h 213"/>
                  <a:gd name="T20" fmla="*/ 406 w 182"/>
                  <a:gd name="T21" fmla="*/ 474 h 213"/>
                  <a:gd name="T22" fmla="*/ 392 w 182"/>
                  <a:gd name="T23" fmla="*/ 500 h 213"/>
                  <a:gd name="T24" fmla="*/ 373 w 182"/>
                  <a:gd name="T25" fmla="*/ 523 h 213"/>
                  <a:gd name="T26" fmla="*/ 348 w 182"/>
                  <a:gd name="T27" fmla="*/ 544 h 213"/>
                  <a:gd name="T28" fmla="*/ 327 w 182"/>
                  <a:gd name="T29" fmla="*/ 561 h 213"/>
                  <a:gd name="T30" fmla="*/ 305 w 182"/>
                  <a:gd name="T31" fmla="*/ 577 h 213"/>
                  <a:gd name="T32" fmla="*/ 274 w 182"/>
                  <a:gd name="T33" fmla="*/ 590 h 213"/>
                  <a:gd name="T34" fmla="*/ 245 w 182"/>
                  <a:gd name="T35" fmla="*/ 596 h 213"/>
                  <a:gd name="T36" fmla="*/ 216 w 182"/>
                  <a:gd name="T37" fmla="*/ 604 h 213"/>
                  <a:gd name="T38" fmla="*/ 183 w 182"/>
                  <a:gd name="T39" fmla="*/ 609 h 213"/>
                  <a:gd name="T40" fmla="*/ 147 w 182"/>
                  <a:gd name="T41" fmla="*/ 609 h 213"/>
                  <a:gd name="T42" fmla="*/ 109 w 182"/>
                  <a:gd name="T43" fmla="*/ 604 h 213"/>
                  <a:gd name="T44" fmla="*/ 75 w 182"/>
                  <a:gd name="T45" fmla="*/ 596 h 213"/>
                  <a:gd name="T46" fmla="*/ 35 w 182"/>
                  <a:gd name="T47" fmla="*/ 583 h 213"/>
                  <a:gd name="T48" fmla="*/ 0 w 182"/>
                  <a:gd name="T49" fmla="*/ 568 h 213"/>
                  <a:gd name="T50" fmla="*/ 33 w 182"/>
                  <a:gd name="T51" fmla="*/ 590 h 213"/>
                  <a:gd name="T52" fmla="*/ 66 w 182"/>
                  <a:gd name="T53" fmla="*/ 604 h 213"/>
                  <a:gd name="T54" fmla="*/ 99 w 182"/>
                  <a:gd name="T55" fmla="*/ 619 h 213"/>
                  <a:gd name="T56" fmla="*/ 128 w 182"/>
                  <a:gd name="T57" fmla="*/ 629 h 213"/>
                  <a:gd name="T58" fmla="*/ 157 w 182"/>
                  <a:gd name="T59" fmla="*/ 638 h 213"/>
                  <a:gd name="T60" fmla="*/ 189 w 182"/>
                  <a:gd name="T61" fmla="*/ 642 h 213"/>
                  <a:gd name="T62" fmla="*/ 217 w 182"/>
                  <a:gd name="T63" fmla="*/ 643 h 213"/>
                  <a:gd name="T64" fmla="*/ 246 w 182"/>
                  <a:gd name="T65" fmla="*/ 643 h 213"/>
                  <a:gd name="T66" fmla="*/ 272 w 182"/>
                  <a:gd name="T67" fmla="*/ 642 h 213"/>
                  <a:gd name="T68" fmla="*/ 298 w 182"/>
                  <a:gd name="T69" fmla="*/ 636 h 213"/>
                  <a:gd name="T70" fmla="*/ 321 w 182"/>
                  <a:gd name="T71" fmla="*/ 629 h 213"/>
                  <a:gd name="T72" fmla="*/ 345 w 182"/>
                  <a:gd name="T73" fmla="*/ 623 h 213"/>
                  <a:gd name="T74" fmla="*/ 367 w 182"/>
                  <a:gd name="T75" fmla="*/ 615 h 213"/>
                  <a:gd name="T76" fmla="*/ 387 w 182"/>
                  <a:gd name="T77" fmla="*/ 602 h 213"/>
                  <a:gd name="T78" fmla="*/ 406 w 182"/>
                  <a:gd name="T79" fmla="*/ 590 h 213"/>
                  <a:gd name="T80" fmla="*/ 423 w 182"/>
                  <a:gd name="T81" fmla="*/ 577 h 213"/>
                  <a:gd name="T82" fmla="*/ 471 w 182"/>
                  <a:gd name="T83" fmla="*/ 531 h 213"/>
                  <a:gd name="T84" fmla="*/ 504 w 182"/>
                  <a:gd name="T85" fmla="*/ 487 h 213"/>
                  <a:gd name="T86" fmla="*/ 524 w 182"/>
                  <a:gd name="T87" fmla="*/ 435 h 213"/>
                  <a:gd name="T88" fmla="*/ 534 w 182"/>
                  <a:gd name="T89" fmla="*/ 388 h 213"/>
                  <a:gd name="T90" fmla="*/ 541 w 182"/>
                  <a:gd name="T91" fmla="*/ 337 h 213"/>
                  <a:gd name="T92" fmla="*/ 541 w 182"/>
                  <a:gd name="T93" fmla="*/ 286 h 213"/>
                  <a:gd name="T94" fmla="*/ 543 w 182"/>
                  <a:gd name="T95" fmla="*/ 239 h 213"/>
                  <a:gd name="T96" fmla="*/ 515 w 182"/>
                  <a:gd name="T97" fmla="*/ 140 h 213"/>
                  <a:gd name="T98" fmla="*/ 466 w 182"/>
                  <a:gd name="T99" fmla="*/ 62 h 213"/>
                  <a:gd name="T100" fmla="*/ 449 w 182"/>
                  <a:gd name="T101" fmla="*/ 55 h 213"/>
                  <a:gd name="T102" fmla="*/ 439 w 182"/>
                  <a:gd name="T103" fmla="*/ 46 h 213"/>
                  <a:gd name="T104" fmla="*/ 423 w 182"/>
                  <a:gd name="T105" fmla="*/ 39 h 213"/>
                  <a:gd name="T106" fmla="*/ 412 w 182"/>
                  <a:gd name="T107" fmla="*/ 33 h 213"/>
                  <a:gd name="T108" fmla="*/ 394 w 182"/>
                  <a:gd name="T109" fmla="*/ 27 h 213"/>
                  <a:gd name="T110" fmla="*/ 376 w 182"/>
                  <a:gd name="T111" fmla="*/ 19 h 213"/>
                  <a:gd name="T112" fmla="*/ 354 w 182"/>
                  <a:gd name="T113" fmla="*/ 9 h 213"/>
                  <a:gd name="T114" fmla="*/ 325 w 182"/>
                  <a:gd name="T115" fmla="*/ 0 h 2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82" h="213">
                    <a:moveTo>
                      <a:pt x="109" y="0"/>
                    </a:moveTo>
                    <a:lnTo>
                      <a:pt x="112" y="2"/>
                    </a:lnTo>
                    <a:lnTo>
                      <a:pt x="118" y="8"/>
                    </a:lnTo>
                    <a:lnTo>
                      <a:pt x="127" y="18"/>
                    </a:lnTo>
                    <a:lnTo>
                      <a:pt x="137" y="33"/>
                    </a:lnTo>
                    <a:lnTo>
                      <a:pt x="145" y="52"/>
                    </a:lnTo>
                    <a:lnTo>
                      <a:pt x="150" y="76"/>
                    </a:lnTo>
                    <a:lnTo>
                      <a:pt x="150" y="105"/>
                    </a:lnTo>
                    <a:lnTo>
                      <a:pt x="144" y="139"/>
                    </a:lnTo>
                    <a:lnTo>
                      <a:pt x="140" y="149"/>
                    </a:lnTo>
                    <a:lnTo>
                      <a:pt x="136" y="157"/>
                    </a:lnTo>
                    <a:lnTo>
                      <a:pt x="131" y="165"/>
                    </a:lnTo>
                    <a:lnTo>
                      <a:pt x="125" y="173"/>
                    </a:lnTo>
                    <a:lnTo>
                      <a:pt x="117" y="180"/>
                    </a:lnTo>
                    <a:lnTo>
                      <a:pt x="110" y="185"/>
                    </a:lnTo>
                    <a:lnTo>
                      <a:pt x="102" y="191"/>
                    </a:lnTo>
                    <a:lnTo>
                      <a:pt x="92" y="195"/>
                    </a:lnTo>
                    <a:lnTo>
                      <a:pt x="82" y="197"/>
                    </a:lnTo>
                    <a:lnTo>
                      <a:pt x="72" y="200"/>
                    </a:lnTo>
                    <a:lnTo>
                      <a:pt x="61" y="201"/>
                    </a:lnTo>
                    <a:lnTo>
                      <a:pt x="49" y="201"/>
                    </a:lnTo>
                    <a:lnTo>
                      <a:pt x="37" y="200"/>
                    </a:lnTo>
                    <a:lnTo>
                      <a:pt x="25" y="197"/>
                    </a:lnTo>
                    <a:lnTo>
                      <a:pt x="12" y="193"/>
                    </a:lnTo>
                    <a:lnTo>
                      <a:pt x="0" y="188"/>
                    </a:lnTo>
                    <a:lnTo>
                      <a:pt x="11" y="195"/>
                    </a:lnTo>
                    <a:lnTo>
                      <a:pt x="22" y="200"/>
                    </a:lnTo>
                    <a:lnTo>
                      <a:pt x="33" y="205"/>
                    </a:lnTo>
                    <a:lnTo>
                      <a:pt x="43" y="208"/>
                    </a:lnTo>
                    <a:lnTo>
                      <a:pt x="53" y="211"/>
                    </a:lnTo>
                    <a:lnTo>
                      <a:pt x="63" y="212"/>
                    </a:lnTo>
                    <a:lnTo>
                      <a:pt x="73" y="213"/>
                    </a:lnTo>
                    <a:lnTo>
                      <a:pt x="83" y="213"/>
                    </a:lnTo>
                    <a:lnTo>
                      <a:pt x="91" y="212"/>
                    </a:lnTo>
                    <a:lnTo>
                      <a:pt x="100" y="210"/>
                    </a:lnTo>
                    <a:lnTo>
                      <a:pt x="108" y="208"/>
                    </a:lnTo>
                    <a:lnTo>
                      <a:pt x="116" y="206"/>
                    </a:lnTo>
                    <a:lnTo>
                      <a:pt x="123" y="203"/>
                    </a:lnTo>
                    <a:lnTo>
                      <a:pt x="130" y="199"/>
                    </a:lnTo>
                    <a:lnTo>
                      <a:pt x="136" y="195"/>
                    </a:lnTo>
                    <a:lnTo>
                      <a:pt x="142" y="191"/>
                    </a:lnTo>
                    <a:lnTo>
                      <a:pt x="158" y="176"/>
                    </a:lnTo>
                    <a:lnTo>
                      <a:pt x="169" y="161"/>
                    </a:lnTo>
                    <a:lnTo>
                      <a:pt x="176" y="144"/>
                    </a:lnTo>
                    <a:lnTo>
                      <a:pt x="179" y="128"/>
                    </a:lnTo>
                    <a:lnTo>
                      <a:pt x="181" y="111"/>
                    </a:lnTo>
                    <a:lnTo>
                      <a:pt x="181" y="95"/>
                    </a:lnTo>
                    <a:lnTo>
                      <a:pt x="182" y="79"/>
                    </a:lnTo>
                    <a:lnTo>
                      <a:pt x="173" y="46"/>
                    </a:lnTo>
                    <a:lnTo>
                      <a:pt x="156" y="21"/>
                    </a:lnTo>
                    <a:lnTo>
                      <a:pt x="151" y="18"/>
                    </a:lnTo>
                    <a:lnTo>
                      <a:pt x="147" y="15"/>
                    </a:lnTo>
                    <a:lnTo>
                      <a:pt x="142" y="13"/>
                    </a:lnTo>
                    <a:lnTo>
                      <a:pt x="138" y="11"/>
                    </a:lnTo>
                    <a:lnTo>
                      <a:pt x="132" y="9"/>
                    </a:lnTo>
                    <a:lnTo>
                      <a:pt x="126" y="6"/>
                    </a:lnTo>
                    <a:lnTo>
                      <a:pt x="119" y="3"/>
                    </a:lnTo>
                    <a:lnTo>
                      <a:pt x="109"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64" name="Freeform 12">
                <a:extLst>
                  <a:ext uri="{FF2B5EF4-FFF2-40B4-BE49-F238E27FC236}">
                    <a16:creationId xmlns:a16="http://schemas.microsoft.com/office/drawing/2014/main" id="{9964ABE5-9CD9-1F65-9535-059051061986}"/>
                  </a:ext>
                </a:extLst>
              </p:cNvPr>
              <p:cNvSpPr>
                <a:spLocks/>
              </p:cNvSpPr>
              <p:nvPr userDrawn="1"/>
            </p:nvSpPr>
            <p:spPr bwMode="ltGray">
              <a:xfrm rot="373331" flipH="1">
                <a:off x="121" y="2907"/>
                <a:ext cx="93" cy="156"/>
              </a:xfrm>
              <a:custGeom>
                <a:avLst/>
                <a:gdLst>
                  <a:gd name="T0" fmla="*/ 36 w 128"/>
                  <a:gd name="T1" fmla="*/ 0 h 217"/>
                  <a:gd name="T2" fmla="*/ 40 w 128"/>
                  <a:gd name="T3" fmla="*/ 3 h 217"/>
                  <a:gd name="T4" fmla="*/ 44 w 128"/>
                  <a:gd name="T5" fmla="*/ 10 h 217"/>
                  <a:gd name="T6" fmla="*/ 47 w 128"/>
                  <a:gd name="T7" fmla="*/ 19 h 217"/>
                  <a:gd name="T8" fmla="*/ 49 w 128"/>
                  <a:gd name="T9" fmla="*/ 29 h 217"/>
                  <a:gd name="T10" fmla="*/ 49 w 128"/>
                  <a:gd name="T11" fmla="*/ 42 h 217"/>
                  <a:gd name="T12" fmla="*/ 44 w 128"/>
                  <a:gd name="T13" fmla="*/ 54 h 217"/>
                  <a:gd name="T14" fmla="*/ 36 w 128"/>
                  <a:gd name="T15" fmla="*/ 67 h 217"/>
                  <a:gd name="T16" fmla="*/ 23 w 128"/>
                  <a:gd name="T17" fmla="*/ 81 h 217"/>
                  <a:gd name="T18" fmla="*/ 19 w 128"/>
                  <a:gd name="T19" fmla="*/ 79 h 217"/>
                  <a:gd name="T20" fmla="*/ 15 w 128"/>
                  <a:gd name="T21" fmla="*/ 78 h 217"/>
                  <a:gd name="T22" fmla="*/ 10 w 128"/>
                  <a:gd name="T23" fmla="*/ 76 h 217"/>
                  <a:gd name="T24" fmla="*/ 7 w 128"/>
                  <a:gd name="T25" fmla="*/ 75 h 217"/>
                  <a:gd name="T26" fmla="*/ 3 w 128"/>
                  <a:gd name="T27" fmla="*/ 73 h 217"/>
                  <a:gd name="T28" fmla="*/ 1 w 128"/>
                  <a:gd name="T29" fmla="*/ 70 h 217"/>
                  <a:gd name="T30" fmla="*/ 0 w 128"/>
                  <a:gd name="T31" fmla="*/ 68 h 217"/>
                  <a:gd name="T32" fmla="*/ 1 w 128"/>
                  <a:gd name="T33" fmla="*/ 66 h 217"/>
                  <a:gd name="T34" fmla="*/ 5 w 128"/>
                  <a:gd name="T35" fmla="*/ 63 h 217"/>
                  <a:gd name="T36" fmla="*/ 11 w 128"/>
                  <a:gd name="T37" fmla="*/ 60 h 217"/>
                  <a:gd name="T38" fmla="*/ 17 w 128"/>
                  <a:gd name="T39" fmla="*/ 56 h 217"/>
                  <a:gd name="T40" fmla="*/ 24 w 128"/>
                  <a:gd name="T41" fmla="*/ 50 h 217"/>
                  <a:gd name="T42" fmla="*/ 30 w 128"/>
                  <a:gd name="T43" fmla="*/ 42 h 217"/>
                  <a:gd name="T44" fmla="*/ 35 w 128"/>
                  <a:gd name="T45" fmla="*/ 31 h 217"/>
                  <a:gd name="T46" fmla="*/ 37 w 128"/>
                  <a:gd name="T47" fmla="*/ 17 h 217"/>
                  <a:gd name="T48" fmla="*/ 36 w 128"/>
                  <a:gd name="T49" fmla="*/ 0 h 21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28" h="217">
                    <a:moveTo>
                      <a:pt x="94" y="0"/>
                    </a:moveTo>
                    <a:lnTo>
                      <a:pt x="105" y="9"/>
                    </a:lnTo>
                    <a:lnTo>
                      <a:pt x="115" y="27"/>
                    </a:lnTo>
                    <a:lnTo>
                      <a:pt x="123" y="50"/>
                    </a:lnTo>
                    <a:lnTo>
                      <a:pt x="128" y="78"/>
                    </a:lnTo>
                    <a:lnTo>
                      <a:pt x="127" y="111"/>
                    </a:lnTo>
                    <a:lnTo>
                      <a:pt x="116" y="145"/>
                    </a:lnTo>
                    <a:lnTo>
                      <a:pt x="94" y="181"/>
                    </a:lnTo>
                    <a:lnTo>
                      <a:pt x="60" y="217"/>
                    </a:lnTo>
                    <a:lnTo>
                      <a:pt x="49" y="213"/>
                    </a:lnTo>
                    <a:lnTo>
                      <a:pt x="38" y="210"/>
                    </a:lnTo>
                    <a:lnTo>
                      <a:pt x="26" y="205"/>
                    </a:lnTo>
                    <a:lnTo>
                      <a:pt x="16" y="201"/>
                    </a:lnTo>
                    <a:lnTo>
                      <a:pt x="8" y="196"/>
                    </a:lnTo>
                    <a:lnTo>
                      <a:pt x="2" y="190"/>
                    </a:lnTo>
                    <a:lnTo>
                      <a:pt x="0" y="183"/>
                    </a:lnTo>
                    <a:lnTo>
                      <a:pt x="1" y="178"/>
                    </a:lnTo>
                    <a:lnTo>
                      <a:pt x="13" y="171"/>
                    </a:lnTo>
                    <a:lnTo>
                      <a:pt x="29" y="161"/>
                    </a:lnTo>
                    <a:lnTo>
                      <a:pt x="46" y="150"/>
                    </a:lnTo>
                    <a:lnTo>
                      <a:pt x="63" y="134"/>
                    </a:lnTo>
                    <a:lnTo>
                      <a:pt x="79" y="112"/>
                    </a:lnTo>
                    <a:lnTo>
                      <a:pt x="91" y="83"/>
                    </a:lnTo>
                    <a:lnTo>
                      <a:pt x="97" y="46"/>
                    </a:lnTo>
                    <a:lnTo>
                      <a:pt x="94"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65" name="Freeform 13">
                <a:extLst>
                  <a:ext uri="{FF2B5EF4-FFF2-40B4-BE49-F238E27FC236}">
                    <a16:creationId xmlns:a16="http://schemas.microsoft.com/office/drawing/2014/main" id="{645204CB-C11E-62B3-04D5-213D42D311E5}"/>
                  </a:ext>
                </a:extLst>
              </p:cNvPr>
              <p:cNvSpPr>
                <a:spLocks/>
              </p:cNvSpPr>
              <p:nvPr userDrawn="1"/>
            </p:nvSpPr>
            <p:spPr bwMode="ltGray">
              <a:xfrm rot="373331" flipH="1">
                <a:off x="313" y="3110"/>
                <a:ext cx="85" cy="93"/>
              </a:xfrm>
              <a:custGeom>
                <a:avLst/>
                <a:gdLst>
                  <a:gd name="T0" fmla="*/ 28 w 117"/>
                  <a:gd name="T1" fmla="*/ 0 h 132"/>
                  <a:gd name="T2" fmla="*/ 0 w 117"/>
                  <a:gd name="T3" fmla="*/ 9 h 132"/>
                  <a:gd name="T4" fmla="*/ 1 w 117"/>
                  <a:gd name="T5" fmla="*/ 9 h 132"/>
                  <a:gd name="T6" fmla="*/ 5 w 117"/>
                  <a:gd name="T7" fmla="*/ 10 h 132"/>
                  <a:gd name="T8" fmla="*/ 11 w 117"/>
                  <a:gd name="T9" fmla="*/ 13 h 132"/>
                  <a:gd name="T10" fmla="*/ 17 w 117"/>
                  <a:gd name="T11" fmla="*/ 16 h 132"/>
                  <a:gd name="T12" fmla="*/ 25 w 117"/>
                  <a:gd name="T13" fmla="*/ 22 h 132"/>
                  <a:gd name="T14" fmla="*/ 32 w 117"/>
                  <a:gd name="T15" fmla="*/ 27 h 132"/>
                  <a:gd name="T16" fmla="*/ 39 w 117"/>
                  <a:gd name="T17" fmla="*/ 36 h 132"/>
                  <a:gd name="T18" fmla="*/ 44 w 117"/>
                  <a:gd name="T19" fmla="*/ 47 h 132"/>
                  <a:gd name="T20" fmla="*/ 45 w 117"/>
                  <a:gd name="T21" fmla="*/ 42 h 132"/>
                  <a:gd name="T22" fmla="*/ 44 w 117"/>
                  <a:gd name="T23" fmla="*/ 37 h 132"/>
                  <a:gd name="T24" fmla="*/ 41 w 117"/>
                  <a:gd name="T25" fmla="*/ 31 h 132"/>
                  <a:gd name="T26" fmla="*/ 38 w 117"/>
                  <a:gd name="T27" fmla="*/ 26 h 132"/>
                  <a:gd name="T28" fmla="*/ 34 w 117"/>
                  <a:gd name="T29" fmla="*/ 20 h 132"/>
                  <a:gd name="T30" fmla="*/ 30 w 117"/>
                  <a:gd name="T31" fmla="*/ 16 h 132"/>
                  <a:gd name="T32" fmla="*/ 26 w 117"/>
                  <a:gd name="T33" fmla="*/ 13 h 132"/>
                  <a:gd name="T34" fmla="*/ 23 w 117"/>
                  <a:gd name="T35" fmla="*/ 11 h 132"/>
                  <a:gd name="T36" fmla="*/ 26 w 117"/>
                  <a:gd name="T37" fmla="*/ 10 h 132"/>
                  <a:gd name="T38" fmla="*/ 30 w 117"/>
                  <a:gd name="T39" fmla="*/ 10 h 132"/>
                  <a:gd name="T40" fmla="*/ 34 w 117"/>
                  <a:gd name="T41" fmla="*/ 9 h 132"/>
                  <a:gd name="T42" fmla="*/ 38 w 117"/>
                  <a:gd name="T43" fmla="*/ 9 h 132"/>
                  <a:gd name="T44" fmla="*/ 40 w 117"/>
                  <a:gd name="T45" fmla="*/ 8 h 132"/>
                  <a:gd name="T46" fmla="*/ 41 w 117"/>
                  <a:gd name="T47" fmla="*/ 8 h 132"/>
                  <a:gd name="T48" fmla="*/ 44 w 117"/>
                  <a:gd name="T49" fmla="*/ 8 h 132"/>
                  <a:gd name="T50" fmla="*/ 44 w 117"/>
                  <a:gd name="T51" fmla="*/ 8 h 132"/>
                  <a:gd name="T52" fmla="*/ 28 w 117"/>
                  <a:gd name="T53" fmla="*/ 0 h 13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17" h="132">
                    <a:moveTo>
                      <a:pt x="75" y="0"/>
                    </a:moveTo>
                    <a:lnTo>
                      <a:pt x="0" y="25"/>
                    </a:lnTo>
                    <a:lnTo>
                      <a:pt x="3" y="26"/>
                    </a:lnTo>
                    <a:lnTo>
                      <a:pt x="14" y="29"/>
                    </a:lnTo>
                    <a:lnTo>
                      <a:pt x="29" y="36"/>
                    </a:lnTo>
                    <a:lnTo>
                      <a:pt x="46" y="47"/>
                    </a:lnTo>
                    <a:lnTo>
                      <a:pt x="66" y="62"/>
                    </a:lnTo>
                    <a:lnTo>
                      <a:pt x="84" y="80"/>
                    </a:lnTo>
                    <a:lnTo>
                      <a:pt x="102" y="103"/>
                    </a:lnTo>
                    <a:lnTo>
                      <a:pt x="116" y="132"/>
                    </a:lnTo>
                    <a:lnTo>
                      <a:pt x="117" y="120"/>
                    </a:lnTo>
                    <a:lnTo>
                      <a:pt x="115" y="107"/>
                    </a:lnTo>
                    <a:lnTo>
                      <a:pt x="108" y="90"/>
                    </a:lnTo>
                    <a:lnTo>
                      <a:pt x="99" y="74"/>
                    </a:lnTo>
                    <a:lnTo>
                      <a:pt x="89" y="58"/>
                    </a:lnTo>
                    <a:lnTo>
                      <a:pt x="78" y="45"/>
                    </a:lnTo>
                    <a:lnTo>
                      <a:pt x="67" y="36"/>
                    </a:lnTo>
                    <a:lnTo>
                      <a:pt x="58" y="32"/>
                    </a:lnTo>
                    <a:lnTo>
                      <a:pt x="69" y="29"/>
                    </a:lnTo>
                    <a:lnTo>
                      <a:pt x="79" y="28"/>
                    </a:lnTo>
                    <a:lnTo>
                      <a:pt x="89" y="26"/>
                    </a:lnTo>
                    <a:lnTo>
                      <a:pt x="98" y="25"/>
                    </a:lnTo>
                    <a:lnTo>
                      <a:pt x="105" y="24"/>
                    </a:lnTo>
                    <a:lnTo>
                      <a:pt x="109" y="22"/>
                    </a:lnTo>
                    <a:lnTo>
                      <a:pt x="113" y="21"/>
                    </a:lnTo>
                    <a:lnTo>
                      <a:pt x="114" y="21"/>
                    </a:lnTo>
                    <a:lnTo>
                      <a:pt x="75"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66" name="Freeform 14">
                <a:extLst>
                  <a:ext uri="{FF2B5EF4-FFF2-40B4-BE49-F238E27FC236}">
                    <a16:creationId xmlns:a16="http://schemas.microsoft.com/office/drawing/2014/main" id="{6FD8306F-5F59-0A27-26A2-F5DAE7EDC77E}"/>
                  </a:ext>
                </a:extLst>
              </p:cNvPr>
              <p:cNvSpPr>
                <a:spLocks/>
              </p:cNvSpPr>
              <p:nvPr userDrawn="1"/>
            </p:nvSpPr>
            <p:spPr bwMode="ltGray">
              <a:xfrm rot="373331" flipH="1">
                <a:off x="289" y="3135"/>
                <a:ext cx="21" cy="55"/>
              </a:xfrm>
              <a:custGeom>
                <a:avLst/>
                <a:gdLst>
                  <a:gd name="T0" fmla="*/ 11 w 29"/>
                  <a:gd name="T1" fmla="*/ 0 h 77"/>
                  <a:gd name="T2" fmla="*/ 9 w 29"/>
                  <a:gd name="T3" fmla="*/ 0 h 77"/>
                  <a:gd name="T4" fmla="*/ 7 w 29"/>
                  <a:gd name="T5" fmla="*/ 1 h 77"/>
                  <a:gd name="T6" fmla="*/ 4 w 29"/>
                  <a:gd name="T7" fmla="*/ 3 h 77"/>
                  <a:gd name="T8" fmla="*/ 1 w 29"/>
                  <a:gd name="T9" fmla="*/ 7 h 77"/>
                  <a:gd name="T10" fmla="*/ 1 w 29"/>
                  <a:gd name="T11" fmla="*/ 11 h 77"/>
                  <a:gd name="T12" fmla="*/ 0 w 29"/>
                  <a:gd name="T13" fmla="*/ 16 h 77"/>
                  <a:gd name="T14" fmla="*/ 1 w 29"/>
                  <a:gd name="T15" fmla="*/ 22 h 77"/>
                  <a:gd name="T16" fmla="*/ 4 w 29"/>
                  <a:gd name="T17" fmla="*/ 28 h 77"/>
                  <a:gd name="T18" fmla="*/ 6 w 29"/>
                  <a:gd name="T19" fmla="*/ 19 h 77"/>
                  <a:gd name="T20" fmla="*/ 7 w 29"/>
                  <a:gd name="T21" fmla="*/ 14 h 77"/>
                  <a:gd name="T22" fmla="*/ 9 w 29"/>
                  <a:gd name="T23" fmla="*/ 8 h 77"/>
                  <a:gd name="T24" fmla="*/ 11 w 29"/>
                  <a:gd name="T25" fmla="*/ 0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77">
                    <a:moveTo>
                      <a:pt x="29" y="0"/>
                    </a:moveTo>
                    <a:lnTo>
                      <a:pt x="23" y="0"/>
                    </a:lnTo>
                    <a:lnTo>
                      <a:pt x="16" y="4"/>
                    </a:lnTo>
                    <a:lnTo>
                      <a:pt x="9" y="9"/>
                    </a:lnTo>
                    <a:lnTo>
                      <a:pt x="4" y="19"/>
                    </a:lnTo>
                    <a:lnTo>
                      <a:pt x="1" y="30"/>
                    </a:lnTo>
                    <a:lnTo>
                      <a:pt x="0" y="44"/>
                    </a:lnTo>
                    <a:lnTo>
                      <a:pt x="3" y="60"/>
                    </a:lnTo>
                    <a:lnTo>
                      <a:pt x="11" y="77"/>
                    </a:lnTo>
                    <a:lnTo>
                      <a:pt x="15" y="53"/>
                    </a:lnTo>
                    <a:lnTo>
                      <a:pt x="19" y="37"/>
                    </a:lnTo>
                    <a:lnTo>
                      <a:pt x="23" y="22"/>
                    </a:lnTo>
                    <a:lnTo>
                      <a:pt x="29"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grpSp>
            <p:nvGrpSpPr>
              <p:cNvPr id="1067" name="Group 15">
                <a:extLst>
                  <a:ext uri="{FF2B5EF4-FFF2-40B4-BE49-F238E27FC236}">
                    <a16:creationId xmlns:a16="http://schemas.microsoft.com/office/drawing/2014/main" id="{9C21870D-CE10-F042-294B-9701B89DA2D4}"/>
                  </a:ext>
                </a:extLst>
              </p:cNvPr>
              <p:cNvGrpSpPr>
                <a:grpSpLocks/>
              </p:cNvGrpSpPr>
              <p:nvPr userDrawn="1"/>
            </p:nvGrpSpPr>
            <p:grpSpPr bwMode="auto">
              <a:xfrm rot="10886446" flipH="1">
                <a:off x="335" y="3251"/>
                <a:ext cx="608" cy="369"/>
                <a:chOff x="-366" y="1704"/>
                <a:chExt cx="608" cy="369"/>
              </a:xfrm>
            </p:grpSpPr>
            <p:sp>
              <p:nvSpPr>
                <p:cNvPr id="1068" name="Freeform 16">
                  <a:extLst>
                    <a:ext uri="{FF2B5EF4-FFF2-40B4-BE49-F238E27FC236}">
                      <a16:creationId xmlns:a16="http://schemas.microsoft.com/office/drawing/2014/main" id="{DFCC8D4B-2A85-177E-6748-19470EF7F480}"/>
                    </a:ext>
                  </a:extLst>
                </p:cNvPr>
                <p:cNvSpPr>
                  <a:spLocks/>
                </p:cNvSpPr>
                <p:nvPr userDrawn="1"/>
              </p:nvSpPr>
              <p:spPr bwMode="ltGray">
                <a:xfrm rot="4200091">
                  <a:off x="-243" y="1807"/>
                  <a:ext cx="143" cy="390"/>
                </a:xfrm>
                <a:custGeom>
                  <a:avLst/>
                  <a:gdLst>
                    <a:gd name="T0" fmla="*/ 4 w 207"/>
                    <a:gd name="T1" fmla="*/ 15 h 564"/>
                    <a:gd name="T2" fmla="*/ 2 w 207"/>
                    <a:gd name="T3" fmla="*/ 24 h 564"/>
                    <a:gd name="T4" fmla="*/ 1 w 207"/>
                    <a:gd name="T5" fmla="*/ 33 h 564"/>
                    <a:gd name="T6" fmla="*/ 0 w 207"/>
                    <a:gd name="T7" fmla="*/ 41 h 564"/>
                    <a:gd name="T8" fmla="*/ 0 w 207"/>
                    <a:gd name="T9" fmla="*/ 50 h 564"/>
                    <a:gd name="T10" fmla="*/ 1 w 207"/>
                    <a:gd name="T11" fmla="*/ 59 h 564"/>
                    <a:gd name="T12" fmla="*/ 2 w 207"/>
                    <a:gd name="T13" fmla="*/ 70 h 564"/>
                    <a:gd name="T14" fmla="*/ 6 w 207"/>
                    <a:gd name="T15" fmla="*/ 82 h 564"/>
                    <a:gd name="T16" fmla="*/ 10 w 207"/>
                    <a:gd name="T17" fmla="*/ 95 h 564"/>
                    <a:gd name="T18" fmla="*/ 15 w 207"/>
                    <a:gd name="T19" fmla="*/ 108 h 564"/>
                    <a:gd name="T20" fmla="*/ 20 w 207"/>
                    <a:gd name="T21" fmla="*/ 120 h 564"/>
                    <a:gd name="T22" fmla="*/ 27 w 207"/>
                    <a:gd name="T23" fmla="*/ 134 h 564"/>
                    <a:gd name="T24" fmla="*/ 35 w 207"/>
                    <a:gd name="T25" fmla="*/ 147 h 564"/>
                    <a:gd name="T26" fmla="*/ 44 w 207"/>
                    <a:gd name="T27" fmla="*/ 160 h 564"/>
                    <a:gd name="T28" fmla="*/ 52 w 207"/>
                    <a:gd name="T29" fmla="*/ 171 h 564"/>
                    <a:gd name="T30" fmla="*/ 60 w 207"/>
                    <a:gd name="T31" fmla="*/ 180 h 564"/>
                    <a:gd name="T32" fmla="*/ 68 w 207"/>
                    <a:gd name="T33" fmla="*/ 187 h 564"/>
                    <a:gd name="T34" fmla="*/ 53 w 207"/>
                    <a:gd name="T35" fmla="*/ 165 h 564"/>
                    <a:gd name="T36" fmla="*/ 42 w 207"/>
                    <a:gd name="T37" fmla="*/ 148 h 564"/>
                    <a:gd name="T38" fmla="*/ 34 w 207"/>
                    <a:gd name="T39" fmla="*/ 134 h 564"/>
                    <a:gd name="T40" fmla="*/ 28 w 207"/>
                    <a:gd name="T41" fmla="*/ 122 h 564"/>
                    <a:gd name="T42" fmla="*/ 25 w 207"/>
                    <a:gd name="T43" fmla="*/ 111 h 564"/>
                    <a:gd name="T44" fmla="*/ 22 w 207"/>
                    <a:gd name="T45" fmla="*/ 102 h 564"/>
                    <a:gd name="T46" fmla="*/ 21 w 207"/>
                    <a:gd name="T47" fmla="*/ 94 h 564"/>
                    <a:gd name="T48" fmla="*/ 19 w 207"/>
                    <a:gd name="T49" fmla="*/ 86 h 564"/>
                    <a:gd name="T50" fmla="*/ 15 w 207"/>
                    <a:gd name="T51" fmla="*/ 68 h 564"/>
                    <a:gd name="T52" fmla="*/ 13 w 207"/>
                    <a:gd name="T53" fmla="*/ 46 h 564"/>
                    <a:gd name="T54" fmla="*/ 15 w 207"/>
                    <a:gd name="T55" fmla="*/ 23 h 564"/>
                    <a:gd name="T56" fmla="*/ 17 w 207"/>
                    <a:gd name="T57" fmla="*/ 0 h 564"/>
                    <a:gd name="T58" fmla="*/ 4 w 207"/>
                    <a:gd name="T59" fmla="*/ 15 h 56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207" h="564">
                      <a:moveTo>
                        <a:pt x="12" y="44"/>
                      </a:moveTo>
                      <a:lnTo>
                        <a:pt x="6" y="72"/>
                      </a:lnTo>
                      <a:lnTo>
                        <a:pt x="3" y="99"/>
                      </a:lnTo>
                      <a:lnTo>
                        <a:pt x="0" y="125"/>
                      </a:lnTo>
                      <a:lnTo>
                        <a:pt x="0" y="151"/>
                      </a:lnTo>
                      <a:lnTo>
                        <a:pt x="3" y="180"/>
                      </a:lnTo>
                      <a:lnTo>
                        <a:pt x="7" y="211"/>
                      </a:lnTo>
                      <a:lnTo>
                        <a:pt x="16" y="247"/>
                      </a:lnTo>
                      <a:lnTo>
                        <a:pt x="29" y="287"/>
                      </a:lnTo>
                      <a:lnTo>
                        <a:pt x="43" y="325"/>
                      </a:lnTo>
                      <a:lnTo>
                        <a:pt x="61" y="364"/>
                      </a:lnTo>
                      <a:lnTo>
                        <a:pt x="83" y="406"/>
                      </a:lnTo>
                      <a:lnTo>
                        <a:pt x="106" y="446"/>
                      </a:lnTo>
                      <a:lnTo>
                        <a:pt x="132" y="483"/>
                      </a:lnTo>
                      <a:lnTo>
                        <a:pt x="157" y="516"/>
                      </a:lnTo>
                      <a:lnTo>
                        <a:pt x="182" y="544"/>
                      </a:lnTo>
                      <a:lnTo>
                        <a:pt x="207" y="564"/>
                      </a:lnTo>
                      <a:lnTo>
                        <a:pt x="160" y="501"/>
                      </a:lnTo>
                      <a:lnTo>
                        <a:pt x="127" y="448"/>
                      </a:lnTo>
                      <a:lnTo>
                        <a:pt x="103" y="405"/>
                      </a:lnTo>
                      <a:lnTo>
                        <a:pt x="87" y="368"/>
                      </a:lnTo>
                      <a:lnTo>
                        <a:pt x="75" y="337"/>
                      </a:lnTo>
                      <a:lnTo>
                        <a:pt x="68" y="309"/>
                      </a:lnTo>
                      <a:lnTo>
                        <a:pt x="63" y="285"/>
                      </a:lnTo>
                      <a:lnTo>
                        <a:pt x="56" y="261"/>
                      </a:lnTo>
                      <a:lnTo>
                        <a:pt x="44" y="205"/>
                      </a:lnTo>
                      <a:lnTo>
                        <a:pt x="41" y="140"/>
                      </a:lnTo>
                      <a:lnTo>
                        <a:pt x="43" y="68"/>
                      </a:lnTo>
                      <a:lnTo>
                        <a:pt x="50" y="0"/>
                      </a:lnTo>
                      <a:lnTo>
                        <a:pt x="12" y="4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69" name="Freeform 17">
                  <a:extLst>
                    <a:ext uri="{FF2B5EF4-FFF2-40B4-BE49-F238E27FC236}">
                      <a16:creationId xmlns:a16="http://schemas.microsoft.com/office/drawing/2014/main" id="{B34C6D57-68A5-B027-8FE5-8AF86E1F299A}"/>
                    </a:ext>
                  </a:extLst>
                </p:cNvPr>
                <p:cNvSpPr>
                  <a:spLocks/>
                </p:cNvSpPr>
                <p:nvPr userDrawn="1"/>
              </p:nvSpPr>
              <p:spPr bwMode="ltGray">
                <a:xfrm rot="4200091">
                  <a:off x="124" y="1761"/>
                  <a:ext cx="33" cy="160"/>
                </a:xfrm>
                <a:custGeom>
                  <a:avLst/>
                  <a:gdLst>
                    <a:gd name="T0" fmla="*/ 0 w 47"/>
                    <a:gd name="T1" fmla="*/ 6 h 232"/>
                    <a:gd name="T2" fmla="*/ 5 w 47"/>
                    <a:gd name="T3" fmla="*/ 18 h 232"/>
                    <a:gd name="T4" fmla="*/ 8 w 47"/>
                    <a:gd name="T5" fmla="*/ 33 h 232"/>
                    <a:gd name="T6" fmla="*/ 8 w 47"/>
                    <a:gd name="T7" fmla="*/ 52 h 232"/>
                    <a:gd name="T8" fmla="*/ 6 w 47"/>
                    <a:gd name="T9" fmla="*/ 76 h 232"/>
                    <a:gd name="T10" fmla="*/ 15 w 47"/>
                    <a:gd name="T11" fmla="*/ 71 h 232"/>
                    <a:gd name="T12" fmla="*/ 16 w 47"/>
                    <a:gd name="T13" fmla="*/ 59 h 232"/>
                    <a:gd name="T14" fmla="*/ 16 w 47"/>
                    <a:gd name="T15" fmla="*/ 46 h 232"/>
                    <a:gd name="T16" fmla="*/ 15 w 47"/>
                    <a:gd name="T17" fmla="*/ 34 h 232"/>
                    <a:gd name="T18" fmla="*/ 14 w 47"/>
                    <a:gd name="T19" fmla="*/ 23 h 232"/>
                    <a:gd name="T20" fmla="*/ 13 w 47"/>
                    <a:gd name="T21" fmla="*/ 17 h 232"/>
                    <a:gd name="T22" fmla="*/ 10 w 47"/>
                    <a:gd name="T23" fmla="*/ 11 h 232"/>
                    <a:gd name="T24" fmla="*/ 8 w 47"/>
                    <a:gd name="T25" fmla="*/ 6 h 232"/>
                    <a:gd name="T26" fmla="*/ 4 w 47"/>
                    <a:gd name="T27" fmla="*/ 0 h 232"/>
                    <a:gd name="T28" fmla="*/ 0 w 47"/>
                    <a:gd name="T29" fmla="*/ 6 h 23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7" h="232">
                      <a:moveTo>
                        <a:pt x="0" y="19"/>
                      </a:moveTo>
                      <a:lnTo>
                        <a:pt x="14" y="55"/>
                      </a:lnTo>
                      <a:lnTo>
                        <a:pt x="22" y="101"/>
                      </a:lnTo>
                      <a:lnTo>
                        <a:pt x="24" y="159"/>
                      </a:lnTo>
                      <a:lnTo>
                        <a:pt x="19" y="232"/>
                      </a:lnTo>
                      <a:lnTo>
                        <a:pt x="45" y="217"/>
                      </a:lnTo>
                      <a:lnTo>
                        <a:pt x="47" y="178"/>
                      </a:lnTo>
                      <a:lnTo>
                        <a:pt x="47" y="140"/>
                      </a:lnTo>
                      <a:lnTo>
                        <a:pt x="45" y="103"/>
                      </a:lnTo>
                      <a:lnTo>
                        <a:pt x="41" y="71"/>
                      </a:lnTo>
                      <a:lnTo>
                        <a:pt x="36" y="52"/>
                      </a:lnTo>
                      <a:lnTo>
                        <a:pt x="29" y="34"/>
                      </a:lnTo>
                      <a:lnTo>
                        <a:pt x="22" y="17"/>
                      </a:lnTo>
                      <a:lnTo>
                        <a:pt x="13" y="0"/>
                      </a:lnTo>
                      <a:lnTo>
                        <a:pt x="0" y="1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70" name="Freeform 18">
                  <a:extLst>
                    <a:ext uri="{FF2B5EF4-FFF2-40B4-BE49-F238E27FC236}">
                      <a16:creationId xmlns:a16="http://schemas.microsoft.com/office/drawing/2014/main" id="{B91CFBDB-2231-7C0D-DD16-5F1A0DCBC7CF}"/>
                    </a:ext>
                  </a:extLst>
                </p:cNvPr>
                <p:cNvSpPr>
                  <a:spLocks/>
                </p:cNvSpPr>
                <p:nvPr userDrawn="1"/>
              </p:nvSpPr>
              <p:spPr bwMode="ltGray">
                <a:xfrm rot="4200091">
                  <a:off x="199" y="1720"/>
                  <a:ext cx="60" cy="27"/>
                </a:xfrm>
                <a:custGeom>
                  <a:avLst/>
                  <a:gdLst>
                    <a:gd name="T0" fmla="*/ 28 w 87"/>
                    <a:gd name="T1" fmla="*/ 7 h 40"/>
                    <a:gd name="T2" fmla="*/ 26 w 87"/>
                    <a:gd name="T3" fmla="*/ 5 h 40"/>
                    <a:gd name="T4" fmla="*/ 22 w 87"/>
                    <a:gd name="T5" fmla="*/ 3 h 40"/>
                    <a:gd name="T6" fmla="*/ 19 w 87"/>
                    <a:gd name="T7" fmla="*/ 2 h 40"/>
                    <a:gd name="T8" fmla="*/ 15 w 87"/>
                    <a:gd name="T9" fmla="*/ 1 h 40"/>
                    <a:gd name="T10" fmla="*/ 12 w 87"/>
                    <a:gd name="T11" fmla="*/ 1 h 40"/>
                    <a:gd name="T12" fmla="*/ 8 w 87"/>
                    <a:gd name="T13" fmla="*/ 1 h 40"/>
                    <a:gd name="T14" fmla="*/ 4 w 87"/>
                    <a:gd name="T15" fmla="*/ 0 h 40"/>
                    <a:gd name="T16" fmla="*/ 0 w 87"/>
                    <a:gd name="T17" fmla="*/ 1 h 40"/>
                    <a:gd name="T18" fmla="*/ 2 w 87"/>
                    <a:gd name="T19" fmla="*/ 2 h 40"/>
                    <a:gd name="T20" fmla="*/ 5 w 87"/>
                    <a:gd name="T21" fmla="*/ 3 h 40"/>
                    <a:gd name="T22" fmla="*/ 7 w 87"/>
                    <a:gd name="T23" fmla="*/ 4 h 40"/>
                    <a:gd name="T24" fmla="*/ 11 w 87"/>
                    <a:gd name="T25" fmla="*/ 5 h 40"/>
                    <a:gd name="T26" fmla="*/ 14 w 87"/>
                    <a:gd name="T27" fmla="*/ 7 h 40"/>
                    <a:gd name="T28" fmla="*/ 17 w 87"/>
                    <a:gd name="T29" fmla="*/ 8 h 40"/>
                    <a:gd name="T30" fmla="*/ 21 w 87"/>
                    <a:gd name="T31" fmla="*/ 10 h 40"/>
                    <a:gd name="T32" fmla="*/ 24 w 87"/>
                    <a:gd name="T33" fmla="*/ 12 h 40"/>
                    <a:gd name="T34" fmla="*/ 28 w 87"/>
                    <a:gd name="T35" fmla="*/ 7 h 4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7" h="40">
                      <a:moveTo>
                        <a:pt x="87" y="22"/>
                      </a:moveTo>
                      <a:lnTo>
                        <a:pt x="77" y="17"/>
                      </a:lnTo>
                      <a:lnTo>
                        <a:pt x="68" y="12"/>
                      </a:lnTo>
                      <a:lnTo>
                        <a:pt x="58" y="7"/>
                      </a:lnTo>
                      <a:lnTo>
                        <a:pt x="47" y="5"/>
                      </a:lnTo>
                      <a:lnTo>
                        <a:pt x="37" y="3"/>
                      </a:lnTo>
                      <a:lnTo>
                        <a:pt x="26" y="2"/>
                      </a:lnTo>
                      <a:lnTo>
                        <a:pt x="13" y="0"/>
                      </a:lnTo>
                      <a:lnTo>
                        <a:pt x="0" y="2"/>
                      </a:lnTo>
                      <a:lnTo>
                        <a:pt x="6" y="6"/>
                      </a:lnTo>
                      <a:lnTo>
                        <a:pt x="14" y="10"/>
                      </a:lnTo>
                      <a:lnTo>
                        <a:pt x="22" y="14"/>
                      </a:lnTo>
                      <a:lnTo>
                        <a:pt x="33" y="18"/>
                      </a:lnTo>
                      <a:lnTo>
                        <a:pt x="42" y="22"/>
                      </a:lnTo>
                      <a:lnTo>
                        <a:pt x="52" y="27"/>
                      </a:lnTo>
                      <a:lnTo>
                        <a:pt x="64" y="33"/>
                      </a:lnTo>
                      <a:lnTo>
                        <a:pt x="74" y="40"/>
                      </a:lnTo>
                      <a:lnTo>
                        <a:pt x="87" y="2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grpSp>
        </p:grpSp>
        <p:grpSp>
          <p:nvGrpSpPr>
            <p:cNvPr id="1036" name="Group 19">
              <a:extLst>
                <a:ext uri="{FF2B5EF4-FFF2-40B4-BE49-F238E27FC236}">
                  <a16:creationId xmlns:a16="http://schemas.microsoft.com/office/drawing/2014/main" id="{48D49B81-9304-762D-94E1-05C48A95F0D6}"/>
                </a:ext>
              </a:extLst>
            </p:cNvPr>
            <p:cNvGrpSpPr>
              <a:grpSpLocks/>
            </p:cNvGrpSpPr>
            <p:nvPr/>
          </p:nvGrpSpPr>
          <p:grpSpPr bwMode="auto">
            <a:xfrm rot="6248562">
              <a:off x="343" y="3854"/>
              <a:ext cx="392" cy="424"/>
              <a:chOff x="1727" y="866"/>
              <a:chExt cx="129" cy="157"/>
            </a:xfrm>
          </p:grpSpPr>
          <p:sp>
            <p:nvSpPr>
              <p:cNvPr id="1059" name="Freeform 20">
                <a:extLst>
                  <a:ext uri="{FF2B5EF4-FFF2-40B4-BE49-F238E27FC236}">
                    <a16:creationId xmlns:a16="http://schemas.microsoft.com/office/drawing/2014/main" id="{99367A68-CF39-7490-BDF1-C38AB9EA58C6}"/>
                  </a:ext>
                </a:extLst>
              </p:cNvPr>
              <p:cNvSpPr>
                <a:spLocks/>
              </p:cNvSpPr>
              <p:nvPr userDrawn="1"/>
            </p:nvSpPr>
            <p:spPr bwMode="ltGray">
              <a:xfrm>
                <a:off x="1727" y="866"/>
                <a:ext cx="41" cy="59"/>
              </a:xfrm>
              <a:custGeom>
                <a:avLst/>
                <a:gdLst>
                  <a:gd name="T0" fmla="*/ 10 w 83"/>
                  <a:gd name="T1" fmla="*/ 4 h 117"/>
                  <a:gd name="T2" fmla="*/ 3 w 83"/>
                  <a:gd name="T3" fmla="*/ 0 h 117"/>
                  <a:gd name="T4" fmla="*/ 0 w 83"/>
                  <a:gd name="T5" fmla="*/ 15 h 117"/>
                  <a:gd name="T6" fmla="*/ 10 w 83"/>
                  <a:gd name="T7" fmla="*/ 4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60" name="Freeform 21">
                <a:extLst>
                  <a:ext uri="{FF2B5EF4-FFF2-40B4-BE49-F238E27FC236}">
                    <a16:creationId xmlns:a16="http://schemas.microsoft.com/office/drawing/2014/main" id="{6FE54CC9-35D6-8A81-9E10-EC5A6224D5B4}"/>
                  </a:ext>
                </a:extLst>
              </p:cNvPr>
              <p:cNvSpPr>
                <a:spLocks/>
              </p:cNvSpPr>
              <p:nvPr userDrawn="1"/>
            </p:nvSpPr>
            <p:spPr bwMode="ltGray">
              <a:xfrm>
                <a:off x="1786" y="894"/>
                <a:ext cx="70" cy="49"/>
              </a:xfrm>
              <a:custGeom>
                <a:avLst/>
                <a:gdLst>
                  <a:gd name="T0" fmla="*/ 0 w 140"/>
                  <a:gd name="T1" fmla="*/ 13 h 98"/>
                  <a:gd name="T2" fmla="*/ 15 w 140"/>
                  <a:gd name="T3" fmla="*/ 0 h 98"/>
                  <a:gd name="T4" fmla="*/ 18 w 140"/>
                  <a:gd name="T5" fmla="*/ 7 h 98"/>
                  <a:gd name="T6" fmla="*/ 0 w 140"/>
                  <a:gd name="T7" fmla="*/ 13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61" name="Freeform 22">
                <a:extLst>
                  <a:ext uri="{FF2B5EF4-FFF2-40B4-BE49-F238E27FC236}">
                    <a16:creationId xmlns:a16="http://schemas.microsoft.com/office/drawing/2014/main" id="{910F2FEE-8C2B-595D-1C64-F7818A0187AD}"/>
                  </a:ext>
                </a:extLst>
              </p:cNvPr>
              <p:cNvSpPr>
                <a:spLocks/>
              </p:cNvSpPr>
              <p:nvPr userDrawn="1"/>
            </p:nvSpPr>
            <p:spPr bwMode="ltGray">
              <a:xfrm>
                <a:off x="1772" y="998"/>
                <a:ext cx="73" cy="25"/>
              </a:xfrm>
              <a:custGeom>
                <a:avLst/>
                <a:gdLst>
                  <a:gd name="T0" fmla="*/ 0 w 145"/>
                  <a:gd name="T1" fmla="*/ 1 h 49"/>
                  <a:gd name="T2" fmla="*/ 19 w 145"/>
                  <a:gd name="T3" fmla="*/ 0 h 49"/>
                  <a:gd name="T4" fmla="*/ 17 w 145"/>
                  <a:gd name="T5" fmla="*/ 7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grpSp>
        <p:grpSp>
          <p:nvGrpSpPr>
            <p:cNvPr id="1037" name="Group 23">
              <a:extLst>
                <a:ext uri="{FF2B5EF4-FFF2-40B4-BE49-F238E27FC236}">
                  <a16:creationId xmlns:a16="http://schemas.microsoft.com/office/drawing/2014/main" id="{ADE5B9BA-CF99-C5D9-5384-A414A53E2A2F}"/>
                </a:ext>
              </a:extLst>
            </p:cNvPr>
            <p:cNvGrpSpPr>
              <a:grpSpLocks/>
            </p:cNvGrpSpPr>
            <p:nvPr/>
          </p:nvGrpSpPr>
          <p:grpSpPr bwMode="auto">
            <a:xfrm rot="5003157">
              <a:off x="249" y="1102"/>
              <a:ext cx="412" cy="500"/>
              <a:chOff x="1727" y="866"/>
              <a:chExt cx="129" cy="157"/>
            </a:xfrm>
          </p:grpSpPr>
          <p:sp>
            <p:nvSpPr>
              <p:cNvPr id="1056" name="Freeform 24">
                <a:extLst>
                  <a:ext uri="{FF2B5EF4-FFF2-40B4-BE49-F238E27FC236}">
                    <a16:creationId xmlns:a16="http://schemas.microsoft.com/office/drawing/2014/main" id="{53C60BE5-A992-66A8-172F-935240EE8241}"/>
                  </a:ext>
                </a:extLst>
              </p:cNvPr>
              <p:cNvSpPr>
                <a:spLocks/>
              </p:cNvSpPr>
              <p:nvPr userDrawn="1"/>
            </p:nvSpPr>
            <p:spPr bwMode="ltGray">
              <a:xfrm>
                <a:off x="1727" y="866"/>
                <a:ext cx="41" cy="59"/>
              </a:xfrm>
              <a:custGeom>
                <a:avLst/>
                <a:gdLst>
                  <a:gd name="T0" fmla="*/ 10 w 83"/>
                  <a:gd name="T1" fmla="*/ 4 h 117"/>
                  <a:gd name="T2" fmla="*/ 3 w 83"/>
                  <a:gd name="T3" fmla="*/ 0 h 117"/>
                  <a:gd name="T4" fmla="*/ 0 w 83"/>
                  <a:gd name="T5" fmla="*/ 15 h 117"/>
                  <a:gd name="T6" fmla="*/ 10 w 83"/>
                  <a:gd name="T7" fmla="*/ 4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57" name="Freeform 25">
                <a:extLst>
                  <a:ext uri="{FF2B5EF4-FFF2-40B4-BE49-F238E27FC236}">
                    <a16:creationId xmlns:a16="http://schemas.microsoft.com/office/drawing/2014/main" id="{D3F4A6AA-B911-8D3B-7DBC-3DAB641D85F4}"/>
                  </a:ext>
                </a:extLst>
              </p:cNvPr>
              <p:cNvSpPr>
                <a:spLocks/>
              </p:cNvSpPr>
              <p:nvPr userDrawn="1"/>
            </p:nvSpPr>
            <p:spPr bwMode="ltGray">
              <a:xfrm>
                <a:off x="1786" y="894"/>
                <a:ext cx="70" cy="49"/>
              </a:xfrm>
              <a:custGeom>
                <a:avLst/>
                <a:gdLst>
                  <a:gd name="T0" fmla="*/ 0 w 140"/>
                  <a:gd name="T1" fmla="*/ 13 h 98"/>
                  <a:gd name="T2" fmla="*/ 15 w 140"/>
                  <a:gd name="T3" fmla="*/ 0 h 98"/>
                  <a:gd name="T4" fmla="*/ 18 w 140"/>
                  <a:gd name="T5" fmla="*/ 7 h 98"/>
                  <a:gd name="T6" fmla="*/ 0 w 140"/>
                  <a:gd name="T7" fmla="*/ 13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58" name="Freeform 26">
                <a:extLst>
                  <a:ext uri="{FF2B5EF4-FFF2-40B4-BE49-F238E27FC236}">
                    <a16:creationId xmlns:a16="http://schemas.microsoft.com/office/drawing/2014/main" id="{8F9D239E-5794-3CBA-3A19-2FF718B88D3E}"/>
                  </a:ext>
                </a:extLst>
              </p:cNvPr>
              <p:cNvSpPr>
                <a:spLocks/>
              </p:cNvSpPr>
              <p:nvPr userDrawn="1"/>
            </p:nvSpPr>
            <p:spPr bwMode="ltGray">
              <a:xfrm>
                <a:off x="1772" y="998"/>
                <a:ext cx="73" cy="25"/>
              </a:xfrm>
              <a:custGeom>
                <a:avLst/>
                <a:gdLst>
                  <a:gd name="T0" fmla="*/ 0 w 145"/>
                  <a:gd name="T1" fmla="*/ 1 h 49"/>
                  <a:gd name="T2" fmla="*/ 19 w 145"/>
                  <a:gd name="T3" fmla="*/ 0 h 49"/>
                  <a:gd name="T4" fmla="*/ 17 w 145"/>
                  <a:gd name="T5" fmla="*/ 7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grpSp>
        <p:grpSp>
          <p:nvGrpSpPr>
            <p:cNvPr id="1038" name="Group 27">
              <a:extLst>
                <a:ext uri="{FF2B5EF4-FFF2-40B4-BE49-F238E27FC236}">
                  <a16:creationId xmlns:a16="http://schemas.microsoft.com/office/drawing/2014/main" id="{9BC0DB4F-DDDA-B34F-6295-9DD9E8801D71}"/>
                </a:ext>
              </a:extLst>
            </p:cNvPr>
            <p:cNvGrpSpPr>
              <a:grpSpLocks/>
            </p:cNvGrpSpPr>
            <p:nvPr/>
          </p:nvGrpSpPr>
          <p:grpSpPr bwMode="auto">
            <a:xfrm>
              <a:off x="815" y="0"/>
              <a:ext cx="345" cy="367"/>
              <a:chOff x="1727" y="866"/>
              <a:chExt cx="129" cy="157"/>
            </a:xfrm>
          </p:grpSpPr>
          <p:sp>
            <p:nvSpPr>
              <p:cNvPr id="1053" name="Freeform 28">
                <a:extLst>
                  <a:ext uri="{FF2B5EF4-FFF2-40B4-BE49-F238E27FC236}">
                    <a16:creationId xmlns:a16="http://schemas.microsoft.com/office/drawing/2014/main" id="{F8459CDF-7928-FACE-BC78-D2622A56B957}"/>
                  </a:ext>
                </a:extLst>
              </p:cNvPr>
              <p:cNvSpPr>
                <a:spLocks/>
              </p:cNvSpPr>
              <p:nvPr userDrawn="1"/>
            </p:nvSpPr>
            <p:spPr bwMode="ltGray">
              <a:xfrm>
                <a:off x="1727" y="866"/>
                <a:ext cx="41" cy="59"/>
              </a:xfrm>
              <a:custGeom>
                <a:avLst/>
                <a:gdLst>
                  <a:gd name="T0" fmla="*/ 10 w 83"/>
                  <a:gd name="T1" fmla="*/ 4 h 117"/>
                  <a:gd name="T2" fmla="*/ 3 w 83"/>
                  <a:gd name="T3" fmla="*/ 0 h 117"/>
                  <a:gd name="T4" fmla="*/ 0 w 83"/>
                  <a:gd name="T5" fmla="*/ 15 h 117"/>
                  <a:gd name="T6" fmla="*/ 10 w 83"/>
                  <a:gd name="T7" fmla="*/ 4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54" name="Freeform 29">
                <a:extLst>
                  <a:ext uri="{FF2B5EF4-FFF2-40B4-BE49-F238E27FC236}">
                    <a16:creationId xmlns:a16="http://schemas.microsoft.com/office/drawing/2014/main" id="{278D7175-8DAB-F333-1AA2-E321D25C8110}"/>
                  </a:ext>
                </a:extLst>
              </p:cNvPr>
              <p:cNvSpPr>
                <a:spLocks/>
              </p:cNvSpPr>
              <p:nvPr userDrawn="1"/>
            </p:nvSpPr>
            <p:spPr bwMode="ltGray">
              <a:xfrm>
                <a:off x="1786" y="894"/>
                <a:ext cx="70" cy="49"/>
              </a:xfrm>
              <a:custGeom>
                <a:avLst/>
                <a:gdLst>
                  <a:gd name="T0" fmla="*/ 0 w 140"/>
                  <a:gd name="T1" fmla="*/ 13 h 98"/>
                  <a:gd name="T2" fmla="*/ 15 w 140"/>
                  <a:gd name="T3" fmla="*/ 0 h 98"/>
                  <a:gd name="T4" fmla="*/ 18 w 140"/>
                  <a:gd name="T5" fmla="*/ 7 h 98"/>
                  <a:gd name="T6" fmla="*/ 0 w 140"/>
                  <a:gd name="T7" fmla="*/ 13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55" name="Freeform 30">
                <a:extLst>
                  <a:ext uri="{FF2B5EF4-FFF2-40B4-BE49-F238E27FC236}">
                    <a16:creationId xmlns:a16="http://schemas.microsoft.com/office/drawing/2014/main" id="{CC3FC147-169F-2FE4-C6B2-BFA065B1C186}"/>
                  </a:ext>
                </a:extLst>
              </p:cNvPr>
              <p:cNvSpPr>
                <a:spLocks/>
              </p:cNvSpPr>
              <p:nvPr userDrawn="1"/>
            </p:nvSpPr>
            <p:spPr bwMode="ltGray">
              <a:xfrm>
                <a:off x="1772" y="998"/>
                <a:ext cx="73" cy="25"/>
              </a:xfrm>
              <a:custGeom>
                <a:avLst/>
                <a:gdLst>
                  <a:gd name="T0" fmla="*/ 0 w 145"/>
                  <a:gd name="T1" fmla="*/ 1 h 49"/>
                  <a:gd name="T2" fmla="*/ 19 w 145"/>
                  <a:gd name="T3" fmla="*/ 0 h 49"/>
                  <a:gd name="T4" fmla="*/ 17 w 145"/>
                  <a:gd name="T5" fmla="*/ 7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grpSp>
        <p:sp>
          <p:nvSpPr>
            <p:cNvPr id="1039" name="Freeform 31">
              <a:extLst>
                <a:ext uri="{FF2B5EF4-FFF2-40B4-BE49-F238E27FC236}">
                  <a16:creationId xmlns:a16="http://schemas.microsoft.com/office/drawing/2014/main" id="{F168D84A-550D-D2C8-2DDD-514D63BFD3C4}"/>
                </a:ext>
              </a:extLst>
            </p:cNvPr>
            <p:cNvSpPr>
              <a:spLocks/>
            </p:cNvSpPr>
            <p:nvPr/>
          </p:nvSpPr>
          <p:spPr bwMode="ltGray">
            <a:xfrm>
              <a:off x="87" y="94"/>
              <a:ext cx="699" cy="756"/>
            </a:xfrm>
            <a:custGeom>
              <a:avLst/>
              <a:gdLst>
                <a:gd name="T0" fmla="*/ 1 w 699"/>
                <a:gd name="T1" fmla="*/ 392 h 756"/>
                <a:gd name="T2" fmla="*/ 3 w 699"/>
                <a:gd name="T3" fmla="*/ 252 h 756"/>
                <a:gd name="T4" fmla="*/ 21 w 699"/>
                <a:gd name="T5" fmla="*/ 210 h 756"/>
                <a:gd name="T6" fmla="*/ 29 w 699"/>
                <a:gd name="T7" fmla="*/ 182 h 756"/>
                <a:gd name="T8" fmla="*/ 39 w 699"/>
                <a:gd name="T9" fmla="*/ 154 h 756"/>
                <a:gd name="T10" fmla="*/ 51 w 699"/>
                <a:gd name="T11" fmla="*/ 138 h 756"/>
                <a:gd name="T12" fmla="*/ 111 w 699"/>
                <a:gd name="T13" fmla="*/ 74 h 756"/>
                <a:gd name="T14" fmla="*/ 169 w 699"/>
                <a:gd name="T15" fmla="*/ 30 h 756"/>
                <a:gd name="T16" fmla="*/ 225 w 699"/>
                <a:gd name="T17" fmla="*/ 10 h 756"/>
                <a:gd name="T18" fmla="*/ 249 w 699"/>
                <a:gd name="T19" fmla="*/ 4 h 756"/>
                <a:gd name="T20" fmla="*/ 265 w 699"/>
                <a:gd name="T21" fmla="*/ 0 h 756"/>
                <a:gd name="T22" fmla="*/ 357 w 699"/>
                <a:gd name="T23" fmla="*/ 2 h 756"/>
                <a:gd name="T24" fmla="*/ 385 w 699"/>
                <a:gd name="T25" fmla="*/ 6 h 756"/>
                <a:gd name="T26" fmla="*/ 489 w 699"/>
                <a:gd name="T27" fmla="*/ 40 h 756"/>
                <a:gd name="T28" fmla="*/ 619 w 699"/>
                <a:gd name="T29" fmla="*/ 128 h 756"/>
                <a:gd name="T30" fmla="*/ 653 w 699"/>
                <a:gd name="T31" fmla="*/ 178 h 756"/>
                <a:gd name="T32" fmla="*/ 693 w 699"/>
                <a:gd name="T33" fmla="*/ 322 h 756"/>
                <a:gd name="T34" fmla="*/ 687 w 699"/>
                <a:gd name="T35" fmla="*/ 434 h 756"/>
                <a:gd name="T36" fmla="*/ 665 w 699"/>
                <a:gd name="T37" fmla="*/ 538 h 756"/>
                <a:gd name="T38" fmla="*/ 639 w 699"/>
                <a:gd name="T39" fmla="*/ 564 h 756"/>
                <a:gd name="T40" fmla="*/ 631 w 699"/>
                <a:gd name="T41" fmla="*/ 580 h 756"/>
                <a:gd name="T42" fmla="*/ 607 w 699"/>
                <a:gd name="T43" fmla="*/ 588 h 756"/>
                <a:gd name="T44" fmla="*/ 473 w 699"/>
                <a:gd name="T45" fmla="*/ 664 h 756"/>
                <a:gd name="T46" fmla="*/ 449 w 699"/>
                <a:gd name="T47" fmla="*/ 678 h 756"/>
                <a:gd name="T48" fmla="*/ 405 w 699"/>
                <a:gd name="T49" fmla="*/ 684 h 756"/>
                <a:gd name="T50" fmla="*/ 375 w 699"/>
                <a:gd name="T51" fmla="*/ 690 h 756"/>
                <a:gd name="T52" fmla="*/ 267 w 699"/>
                <a:gd name="T53" fmla="*/ 684 h 756"/>
                <a:gd name="T54" fmla="*/ 259 w 699"/>
                <a:gd name="T55" fmla="*/ 722 h 756"/>
                <a:gd name="T56" fmla="*/ 241 w 699"/>
                <a:gd name="T57" fmla="*/ 756 h 756"/>
                <a:gd name="T58" fmla="*/ 185 w 699"/>
                <a:gd name="T59" fmla="*/ 728 h 756"/>
                <a:gd name="T60" fmla="*/ 163 w 699"/>
                <a:gd name="T61" fmla="*/ 720 h 756"/>
                <a:gd name="T62" fmla="*/ 151 w 699"/>
                <a:gd name="T63" fmla="*/ 716 h 756"/>
                <a:gd name="T64" fmla="*/ 195 w 699"/>
                <a:gd name="T65" fmla="*/ 674 h 756"/>
                <a:gd name="T66" fmla="*/ 211 w 699"/>
                <a:gd name="T67" fmla="*/ 644 h 756"/>
                <a:gd name="T68" fmla="*/ 209 w 699"/>
                <a:gd name="T69" fmla="*/ 626 h 756"/>
                <a:gd name="T70" fmla="*/ 195 w 699"/>
                <a:gd name="T71" fmla="*/ 620 h 756"/>
                <a:gd name="T72" fmla="*/ 165 w 699"/>
                <a:gd name="T73" fmla="*/ 596 h 756"/>
                <a:gd name="T74" fmla="*/ 99 w 699"/>
                <a:gd name="T75" fmla="*/ 534 h 756"/>
                <a:gd name="T76" fmla="*/ 61 w 699"/>
                <a:gd name="T77" fmla="*/ 506 h 756"/>
                <a:gd name="T78" fmla="*/ 23 w 699"/>
                <a:gd name="T79" fmla="*/ 470 h 756"/>
                <a:gd name="T80" fmla="*/ 7 w 699"/>
                <a:gd name="T81" fmla="*/ 434 h 756"/>
                <a:gd name="T82" fmla="*/ 5 w 699"/>
                <a:gd name="T83" fmla="*/ 396 h 756"/>
                <a:gd name="T84" fmla="*/ 1 w 699"/>
                <a:gd name="T85" fmla="*/ 392 h 75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99" h="756">
                  <a:moveTo>
                    <a:pt x="1" y="392"/>
                  </a:moveTo>
                  <a:cubicBezTo>
                    <a:pt x="2" y="345"/>
                    <a:pt x="2" y="299"/>
                    <a:pt x="3" y="252"/>
                  </a:cubicBezTo>
                  <a:cubicBezTo>
                    <a:pt x="3" y="238"/>
                    <a:pt x="16" y="224"/>
                    <a:pt x="21" y="210"/>
                  </a:cubicBezTo>
                  <a:cubicBezTo>
                    <a:pt x="24" y="202"/>
                    <a:pt x="29" y="182"/>
                    <a:pt x="29" y="182"/>
                  </a:cubicBezTo>
                  <a:cubicBezTo>
                    <a:pt x="32" y="173"/>
                    <a:pt x="34" y="163"/>
                    <a:pt x="39" y="154"/>
                  </a:cubicBezTo>
                  <a:cubicBezTo>
                    <a:pt x="42" y="148"/>
                    <a:pt x="51" y="138"/>
                    <a:pt x="51" y="138"/>
                  </a:cubicBezTo>
                  <a:cubicBezTo>
                    <a:pt x="58" y="116"/>
                    <a:pt x="88" y="82"/>
                    <a:pt x="111" y="74"/>
                  </a:cubicBezTo>
                  <a:cubicBezTo>
                    <a:pt x="128" y="61"/>
                    <a:pt x="149" y="37"/>
                    <a:pt x="169" y="30"/>
                  </a:cubicBezTo>
                  <a:cubicBezTo>
                    <a:pt x="182" y="17"/>
                    <a:pt x="207" y="15"/>
                    <a:pt x="225" y="10"/>
                  </a:cubicBezTo>
                  <a:cubicBezTo>
                    <a:pt x="233" y="8"/>
                    <a:pt x="241" y="6"/>
                    <a:pt x="249" y="4"/>
                  </a:cubicBezTo>
                  <a:cubicBezTo>
                    <a:pt x="254" y="3"/>
                    <a:pt x="265" y="0"/>
                    <a:pt x="265" y="0"/>
                  </a:cubicBezTo>
                  <a:cubicBezTo>
                    <a:pt x="296" y="1"/>
                    <a:pt x="326" y="0"/>
                    <a:pt x="357" y="2"/>
                  </a:cubicBezTo>
                  <a:cubicBezTo>
                    <a:pt x="366" y="2"/>
                    <a:pt x="385" y="6"/>
                    <a:pt x="385" y="6"/>
                  </a:cubicBezTo>
                  <a:cubicBezTo>
                    <a:pt x="417" y="17"/>
                    <a:pt x="463" y="14"/>
                    <a:pt x="489" y="40"/>
                  </a:cubicBezTo>
                  <a:cubicBezTo>
                    <a:pt x="528" y="60"/>
                    <a:pt x="592" y="105"/>
                    <a:pt x="619" y="128"/>
                  </a:cubicBezTo>
                  <a:cubicBezTo>
                    <a:pt x="635" y="134"/>
                    <a:pt x="643" y="164"/>
                    <a:pt x="653" y="178"/>
                  </a:cubicBezTo>
                  <a:cubicBezTo>
                    <a:pt x="667" y="234"/>
                    <a:pt x="687" y="265"/>
                    <a:pt x="693" y="322"/>
                  </a:cubicBezTo>
                  <a:cubicBezTo>
                    <a:pt x="699" y="365"/>
                    <a:pt x="692" y="398"/>
                    <a:pt x="687" y="434"/>
                  </a:cubicBezTo>
                  <a:cubicBezTo>
                    <a:pt x="686" y="469"/>
                    <a:pt x="691" y="510"/>
                    <a:pt x="665" y="538"/>
                  </a:cubicBezTo>
                  <a:cubicBezTo>
                    <a:pt x="657" y="547"/>
                    <a:pt x="644" y="553"/>
                    <a:pt x="639" y="564"/>
                  </a:cubicBezTo>
                  <a:cubicBezTo>
                    <a:pt x="636" y="569"/>
                    <a:pt x="636" y="576"/>
                    <a:pt x="631" y="580"/>
                  </a:cubicBezTo>
                  <a:cubicBezTo>
                    <a:pt x="624" y="585"/>
                    <a:pt x="607" y="588"/>
                    <a:pt x="607" y="588"/>
                  </a:cubicBezTo>
                  <a:cubicBezTo>
                    <a:pt x="581" y="602"/>
                    <a:pt x="499" y="649"/>
                    <a:pt x="473" y="664"/>
                  </a:cubicBezTo>
                  <a:cubicBezTo>
                    <a:pt x="465" y="666"/>
                    <a:pt x="449" y="678"/>
                    <a:pt x="449" y="678"/>
                  </a:cubicBezTo>
                  <a:cubicBezTo>
                    <a:pt x="438" y="685"/>
                    <a:pt x="417" y="679"/>
                    <a:pt x="405" y="684"/>
                  </a:cubicBezTo>
                  <a:cubicBezTo>
                    <a:pt x="396" y="687"/>
                    <a:pt x="385" y="688"/>
                    <a:pt x="375" y="690"/>
                  </a:cubicBezTo>
                  <a:cubicBezTo>
                    <a:pt x="328" y="689"/>
                    <a:pt x="307" y="687"/>
                    <a:pt x="267" y="684"/>
                  </a:cubicBezTo>
                  <a:cubicBezTo>
                    <a:pt x="249" y="690"/>
                    <a:pt x="264" y="683"/>
                    <a:pt x="259" y="722"/>
                  </a:cubicBezTo>
                  <a:cubicBezTo>
                    <a:pt x="258" y="733"/>
                    <a:pt x="250" y="750"/>
                    <a:pt x="241" y="756"/>
                  </a:cubicBezTo>
                  <a:cubicBezTo>
                    <a:pt x="218" y="752"/>
                    <a:pt x="207" y="735"/>
                    <a:pt x="185" y="728"/>
                  </a:cubicBezTo>
                  <a:cubicBezTo>
                    <a:pt x="176" y="725"/>
                    <a:pt x="171" y="724"/>
                    <a:pt x="163" y="720"/>
                  </a:cubicBezTo>
                  <a:cubicBezTo>
                    <a:pt x="159" y="718"/>
                    <a:pt x="151" y="716"/>
                    <a:pt x="151" y="716"/>
                  </a:cubicBezTo>
                  <a:cubicBezTo>
                    <a:pt x="157" y="695"/>
                    <a:pt x="180" y="689"/>
                    <a:pt x="195" y="674"/>
                  </a:cubicBezTo>
                  <a:cubicBezTo>
                    <a:pt x="198" y="665"/>
                    <a:pt x="205" y="652"/>
                    <a:pt x="211" y="644"/>
                  </a:cubicBezTo>
                  <a:cubicBezTo>
                    <a:pt x="210" y="638"/>
                    <a:pt x="212" y="631"/>
                    <a:pt x="209" y="626"/>
                  </a:cubicBezTo>
                  <a:cubicBezTo>
                    <a:pt x="207" y="621"/>
                    <a:pt x="199" y="623"/>
                    <a:pt x="195" y="620"/>
                  </a:cubicBezTo>
                  <a:cubicBezTo>
                    <a:pt x="185" y="612"/>
                    <a:pt x="173" y="606"/>
                    <a:pt x="165" y="596"/>
                  </a:cubicBezTo>
                  <a:cubicBezTo>
                    <a:pt x="146" y="573"/>
                    <a:pt x="123" y="552"/>
                    <a:pt x="99" y="534"/>
                  </a:cubicBezTo>
                  <a:cubicBezTo>
                    <a:pt x="87" y="525"/>
                    <a:pt x="72" y="517"/>
                    <a:pt x="61" y="506"/>
                  </a:cubicBezTo>
                  <a:cubicBezTo>
                    <a:pt x="49" y="494"/>
                    <a:pt x="37" y="480"/>
                    <a:pt x="23" y="470"/>
                  </a:cubicBezTo>
                  <a:cubicBezTo>
                    <a:pt x="13" y="456"/>
                    <a:pt x="10" y="451"/>
                    <a:pt x="7" y="434"/>
                  </a:cubicBezTo>
                  <a:cubicBezTo>
                    <a:pt x="6" y="421"/>
                    <a:pt x="7" y="408"/>
                    <a:pt x="5" y="396"/>
                  </a:cubicBezTo>
                  <a:cubicBezTo>
                    <a:pt x="5" y="394"/>
                    <a:pt x="0" y="391"/>
                    <a:pt x="1" y="392"/>
                  </a:cubicBezTo>
                  <a:close/>
                </a:path>
              </a:pathLst>
            </a:custGeom>
            <a:solidFill>
              <a:schemeClr val="accent1">
                <a:alpha val="50195"/>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sp>
          <p:nvSpPr>
            <p:cNvPr id="1040" name="Freeform 32">
              <a:extLst>
                <a:ext uri="{FF2B5EF4-FFF2-40B4-BE49-F238E27FC236}">
                  <a16:creationId xmlns:a16="http://schemas.microsoft.com/office/drawing/2014/main" id="{E7480078-DD98-6419-8CE4-AF314B315445}"/>
                </a:ext>
              </a:extLst>
            </p:cNvPr>
            <p:cNvSpPr>
              <a:spLocks/>
            </p:cNvSpPr>
            <p:nvPr/>
          </p:nvSpPr>
          <p:spPr bwMode="ltGray">
            <a:xfrm rot="828663">
              <a:off x="242" y="3404"/>
              <a:ext cx="132" cy="167"/>
            </a:xfrm>
            <a:custGeom>
              <a:avLst/>
              <a:gdLst>
                <a:gd name="T0" fmla="*/ 0 w 109"/>
                <a:gd name="T1" fmla="*/ 0 h 156"/>
                <a:gd name="T2" fmla="*/ 8 w 109"/>
                <a:gd name="T3" fmla="*/ 1 h 156"/>
                <a:gd name="T4" fmla="*/ 33 w 109"/>
                <a:gd name="T5" fmla="*/ 5 h 156"/>
                <a:gd name="T6" fmla="*/ 65 w 109"/>
                <a:gd name="T7" fmla="*/ 15 h 156"/>
                <a:gd name="T8" fmla="*/ 103 w 109"/>
                <a:gd name="T9" fmla="*/ 30 h 156"/>
                <a:gd name="T10" fmla="*/ 138 w 109"/>
                <a:gd name="T11" fmla="*/ 54 h 156"/>
                <a:gd name="T12" fmla="*/ 170 w 109"/>
                <a:gd name="T13" fmla="*/ 87 h 156"/>
                <a:gd name="T14" fmla="*/ 190 w 109"/>
                <a:gd name="T15" fmla="*/ 133 h 156"/>
                <a:gd name="T16" fmla="*/ 194 w 109"/>
                <a:gd name="T17" fmla="*/ 192 h 156"/>
                <a:gd name="T18" fmla="*/ 186 w 109"/>
                <a:gd name="T19" fmla="*/ 192 h 156"/>
                <a:gd name="T20" fmla="*/ 176 w 109"/>
                <a:gd name="T21" fmla="*/ 192 h 156"/>
                <a:gd name="T22" fmla="*/ 166 w 109"/>
                <a:gd name="T23" fmla="*/ 192 h 156"/>
                <a:gd name="T24" fmla="*/ 154 w 109"/>
                <a:gd name="T25" fmla="*/ 189 h 156"/>
                <a:gd name="T26" fmla="*/ 144 w 109"/>
                <a:gd name="T27" fmla="*/ 188 h 156"/>
                <a:gd name="T28" fmla="*/ 132 w 109"/>
                <a:gd name="T29" fmla="*/ 184 h 156"/>
                <a:gd name="T30" fmla="*/ 117 w 109"/>
                <a:gd name="T31" fmla="*/ 178 h 156"/>
                <a:gd name="T32" fmla="*/ 103 w 109"/>
                <a:gd name="T33" fmla="*/ 171 h 156"/>
                <a:gd name="T34" fmla="*/ 94 w 109"/>
                <a:gd name="T35" fmla="*/ 155 h 156"/>
                <a:gd name="T36" fmla="*/ 94 w 109"/>
                <a:gd name="T37" fmla="*/ 136 h 156"/>
                <a:gd name="T38" fmla="*/ 99 w 109"/>
                <a:gd name="T39" fmla="*/ 118 h 156"/>
                <a:gd name="T40" fmla="*/ 104 w 109"/>
                <a:gd name="T41" fmla="*/ 98 h 156"/>
                <a:gd name="T42" fmla="*/ 99 w 109"/>
                <a:gd name="T43" fmla="*/ 76 h 156"/>
                <a:gd name="T44" fmla="*/ 85 w 109"/>
                <a:gd name="T45" fmla="*/ 52 h 156"/>
                <a:gd name="T46" fmla="*/ 56 w 109"/>
                <a:gd name="T47" fmla="*/ 29 h 156"/>
                <a:gd name="T48" fmla="*/ 0 w 109"/>
                <a:gd name="T49" fmla="*/ 0 h 1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41" name="Freeform 33">
              <a:extLst>
                <a:ext uri="{FF2B5EF4-FFF2-40B4-BE49-F238E27FC236}">
                  <a16:creationId xmlns:a16="http://schemas.microsoft.com/office/drawing/2014/main" id="{4F318920-FB0D-B284-7211-A6712D7641FB}"/>
                </a:ext>
              </a:extLst>
            </p:cNvPr>
            <p:cNvSpPr>
              <a:spLocks/>
            </p:cNvSpPr>
            <p:nvPr/>
          </p:nvSpPr>
          <p:spPr bwMode="ltGray">
            <a:xfrm rot="828663">
              <a:off x="266" y="3592"/>
              <a:ext cx="66" cy="43"/>
            </a:xfrm>
            <a:custGeom>
              <a:avLst/>
              <a:gdLst>
                <a:gd name="T0" fmla="*/ 0 w 54"/>
                <a:gd name="T1" fmla="*/ 0 h 40"/>
                <a:gd name="T2" fmla="*/ 1 w 54"/>
                <a:gd name="T3" fmla="*/ 1 h 40"/>
                <a:gd name="T4" fmla="*/ 11 w 54"/>
                <a:gd name="T5" fmla="*/ 3 h 40"/>
                <a:gd name="T6" fmla="*/ 24 w 54"/>
                <a:gd name="T7" fmla="*/ 11 h 40"/>
                <a:gd name="T8" fmla="*/ 39 w 54"/>
                <a:gd name="T9" fmla="*/ 15 h 40"/>
                <a:gd name="T10" fmla="*/ 53 w 54"/>
                <a:gd name="T11" fmla="*/ 18 h 40"/>
                <a:gd name="T12" fmla="*/ 68 w 54"/>
                <a:gd name="T13" fmla="*/ 20 h 40"/>
                <a:gd name="T14" fmla="*/ 83 w 54"/>
                <a:gd name="T15" fmla="*/ 22 h 40"/>
                <a:gd name="T16" fmla="*/ 99 w 54"/>
                <a:gd name="T17" fmla="*/ 19 h 40"/>
                <a:gd name="T18" fmla="*/ 97 w 54"/>
                <a:gd name="T19" fmla="*/ 31 h 40"/>
                <a:gd name="T20" fmla="*/ 92 w 54"/>
                <a:gd name="T21" fmla="*/ 41 h 40"/>
                <a:gd name="T22" fmla="*/ 81 w 54"/>
                <a:gd name="T23" fmla="*/ 47 h 40"/>
                <a:gd name="T24" fmla="*/ 67 w 54"/>
                <a:gd name="T25" fmla="*/ 49 h 40"/>
                <a:gd name="T26" fmla="*/ 51 w 54"/>
                <a:gd name="T27" fmla="*/ 48 h 40"/>
                <a:gd name="T28" fmla="*/ 34 w 54"/>
                <a:gd name="T29" fmla="*/ 40 h 40"/>
                <a:gd name="T30" fmla="*/ 18 w 54"/>
                <a:gd name="T31" fmla="*/ 26 h 40"/>
                <a:gd name="T32" fmla="*/ 0 w 54"/>
                <a:gd name="T33" fmla="*/ 0 h 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42" name="Freeform 34">
              <a:extLst>
                <a:ext uri="{FF2B5EF4-FFF2-40B4-BE49-F238E27FC236}">
                  <a16:creationId xmlns:a16="http://schemas.microsoft.com/office/drawing/2014/main" id="{23494E94-421B-CD0D-3269-F33D5D5FB901}"/>
                </a:ext>
              </a:extLst>
            </p:cNvPr>
            <p:cNvSpPr>
              <a:spLocks/>
            </p:cNvSpPr>
            <p:nvPr/>
          </p:nvSpPr>
          <p:spPr bwMode="ltGray">
            <a:xfrm>
              <a:off x="11" y="4110"/>
              <a:ext cx="118" cy="209"/>
            </a:xfrm>
            <a:custGeom>
              <a:avLst/>
              <a:gdLst>
                <a:gd name="T0" fmla="*/ 0 w 118"/>
                <a:gd name="T1" fmla="*/ 0 h 209"/>
                <a:gd name="T2" fmla="*/ 6 w 118"/>
                <a:gd name="T3" fmla="*/ 8 h 209"/>
                <a:gd name="T4" fmla="*/ 15 w 118"/>
                <a:gd name="T5" fmla="*/ 19 h 209"/>
                <a:gd name="T6" fmla="*/ 26 w 118"/>
                <a:gd name="T7" fmla="*/ 33 h 209"/>
                <a:gd name="T8" fmla="*/ 38 w 118"/>
                <a:gd name="T9" fmla="*/ 51 h 209"/>
                <a:gd name="T10" fmla="*/ 54 w 118"/>
                <a:gd name="T11" fmla="*/ 72 h 209"/>
                <a:gd name="T12" fmla="*/ 67 w 118"/>
                <a:gd name="T13" fmla="*/ 94 h 209"/>
                <a:gd name="T14" fmla="*/ 79 w 118"/>
                <a:gd name="T15" fmla="*/ 119 h 209"/>
                <a:gd name="T16" fmla="*/ 87 w 118"/>
                <a:gd name="T17" fmla="*/ 146 h 209"/>
                <a:gd name="T18" fmla="*/ 94 w 118"/>
                <a:gd name="T19" fmla="*/ 175 h 209"/>
                <a:gd name="T20" fmla="*/ 91 w 118"/>
                <a:gd name="T21" fmla="*/ 209 h 209"/>
                <a:gd name="T22" fmla="*/ 118 w 118"/>
                <a:gd name="T23" fmla="*/ 209 h 209"/>
                <a:gd name="T24" fmla="*/ 117 w 118"/>
                <a:gd name="T25" fmla="*/ 177 h 209"/>
                <a:gd name="T26" fmla="*/ 104 w 118"/>
                <a:gd name="T27" fmla="*/ 119 h 209"/>
                <a:gd name="T28" fmla="*/ 82 w 118"/>
                <a:gd name="T29" fmla="*/ 69 h 209"/>
                <a:gd name="T30" fmla="*/ 47 w 118"/>
                <a:gd name="T31" fmla="*/ 27 h 209"/>
                <a:gd name="T32" fmla="*/ 0 w 118"/>
                <a:gd name="T33" fmla="*/ 0 h 20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18" h="209">
                  <a:moveTo>
                    <a:pt x="0" y="0"/>
                  </a:moveTo>
                  <a:lnTo>
                    <a:pt x="6" y="8"/>
                  </a:lnTo>
                  <a:lnTo>
                    <a:pt x="15" y="19"/>
                  </a:lnTo>
                  <a:lnTo>
                    <a:pt x="26" y="33"/>
                  </a:lnTo>
                  <a:lnTo>
                    <a:pt x="38" y="51"/>
                  </a:lnTo>
                  <a:lnTo>
                    <a:pt x="54" y="72"/>
                  </a:lnTo>
                  <a:lnTo>
                    <a:pt x="67" y="94"/>
                  </a:lnTo>
                  <a:lnTo>
                    <a:pt x="79" y="119"/>
                  </a:lnTo>
                  <a:lnTo>
                    <a:pt x="87" y="146"/>
                  </a:lnTo>
                  <a:lnTo>
                    <a:pt x="94" y="175"/>
                  </a:lnTo>
                  <a:lnTo>
                    <a:pt x="91" y="209"/>
                  </a:lnTo>
                  <a:lnTo>
                    <a:pt x="118" y="209"/>
                  </a:lnTo>
                  <a:lnTo>
                    <a:pt x="117" y="177"/>
                  </a:lnTo>
                  <a:lnTo>
                    <a:pt x="104" y="119"/>
                  </a:lnTo>
                  <a:lnTo>
                    <a:pt x="82" y="69"/>
                  </a:lnTo>
                  <a:lnTo>
                    <a:pt x="47" y="27"/>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43" name="Freeform 35">
              <a:extLst>
                <a:ext uri="{FF2B5EF4-FFF2-40B4-BE49-F238E27FC236}">
                  <a16:creationId xmlns:a16="http://schemas.microsoft.com/office/drawing/2014/main" id="{5A69156A-F322-CA45-E85A-BD5008380F1C}"/>
                </a:ext>
              </a:extLst>
            </p:cNvPr>
            <p:cNvSpPr>
              <a:spLocks/>
            </p:cNvSpPr>
            <p:nvPr/>
          </p:nvSpPr>
          <p:spPr bwMode="ltGray">
            <a:xfrm>
              <a:off x="0" y="3968"/>
              <a:ext cx="130" cy="128"/>
            </a:xfrm>
            <a:custGeom>
              <a:avLst/>
              <a:gdLst>
                <a:gd name="T0" fmla="*/ 103 w 130"/>
                <a:gd name="T1" fmla="*/ 0 h 128"/>
                <a:gd name="T2" fmla="*/ 130 w 130"/>
                <a:gd name="T3" fmla="*/ 128 h 128"/>
                <a:gd name="T4" fmla="*/ 125 w 130"/>
                <a:gd name="T5" fmla="*/ 126 h 128"/>
                <a:gd name="T6" fmla="*/ 111 w 130"/>
                <a:gd name="T7" fmla="*/ 121 h 128"/>
                <a:gd name="T8" fmla="*/ 92 w 130"/>
                <a:gd name="T9" fmla="*/ 111 h 128"/>
                <a:gd name="T10" fmla="*/ 68 w 130"/>
                <a:gd name="T11" fmla="*/ 103 h 128"/>
                <a:gd name="T12" fmla="*/ 41 w 130"/>
                <a:gd name="T13" fmla="*/ 94 h 128"/>
                <a:gd name="T14" fmla="*/ 19 w 130"/>
                <a:gd name="T15" fmla="*/ 90 h 128"/>
                <a:gd name="T16" fmla="*/ 0 w 130"/>
                <a:gd name="T17" fmla="*/ 93 h 128"/>
                <a:gd name="T18" fmla="*/ 0 w 130"/>
                <a:gd name="T19" fmla="*/ 72 h 128"/>
                <a:gd name="T20" fmla="*/ 12 w 130"/>
                <a:gd name="T21" fmla="*/ 70 h 128"/>
                <a:gd name="T22" fmla="*/ 24 w 130"/>
                <a:gd name="T23" fmla="*/ 66 h 128"/>
                <a:gd name="T24" fmla="*/ 38 w 130"/>
                <a:gd name="T25" fmla="*/ 66 h 128"/>
                <a:gd name="T26" fmla="*/ 51 w 130"/>
                <a:gd name="T27" fmla="*/ 67 h 128"/>
                <a:gd name="T28" fmla="*/ 65 w 130"/>
                <a:gd name="T29" fmla="*/ 70 h 128"/>
                <a:gd name="T30" fmla="*/ 78 w 130"/>
                <a:gd name="T31" fmla="*/ 78 h 128"/>
                <a:gd name="T32" fmla="*/ 81 w 130"/>
                <a:gd name="T33" fmla="*/ 74 h 128"/>
                <a:gd name="T34" fmla="*/ 81 w 130"/>
                <a:gd name="T35" fmla="*/ 58 h 128"/>
                <a:gd name="T36" fmla="*/ 82 w 130"/>
                <a:gd name="T37" fmla="*/ 37 h 128"/>
                <a:gd name="T38" fmla="*/ 82 w 130"/>
                <a:gd name="T39" fmla="*/ 29 h 128"/>
                <a:gd name="T40" fmla="*/ 80 w 130"/>
                <a:gd name="T41" fmla="*/ 29 h 128"/>
                <a:gd name="T42" fmla="*/ 77 w 130"/>
                <a:gd name="T43" fmla="*/ 27 h 128"/>
                <a:gd name="T44" fmla="*/ 76 w 130"/>
                <a:gd name="T45" fmla="*/ 22 h 128"/>
                <a:gd name="T46" fmla="*/ 75 w 130"/>
                <a:gd name="T47" fmla="*/ 19 h 128"/>
                <a:gd name="T48" fmla="*/ 76 w 130"/>
                <a:gd name="T49" fmla="*/ 15 h 128"/>
                <a:gd name="T50" fmla="*/ 79 w 130"/>
                <a:gd name="T51" fmla="*/ 10 h 128"/>
                <a:gd name="T52" fmla="*/ 89 w 130"/>
                <a:gd name="T53" fmla="*/ 6 h 128"/>
                <a:gd name="T54" fmla="*/ 103 w 130"/>
                <a:gd name="T55" fmla="*/ 0 h 12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30" h="128">
                  <a:moveTo>
                    <a:pt x="103" y="0"/>
                  </a:moveTo>
                  <a:lnTo>
                    <a:pt x="130" y="128"/>
                  </a:lnTo>
                  <a:lnTo>
                    <a:pt x="125" y="126"/>
                  </a:lnTo>
                  <a:lnTo>
                    <a:pt x="111" y="121"/>
                  </a:lnTo>
                  <a:lnTo>
                    <a:pt x="92" y="111"/>
                  </a:lnTo>
                  <a:lnTo>
                    <a:pt x="68" y="103"/>
                  </a:lnTo>
                  <a:lnTo>
                    <a:pt x="41" y="94"/>
                  </a:lnTo>
                  <a:lnTo>
                    <a:pt x="19" y="90"/>
                  </a:lnTo>
                  <a:lnTo>
                    <a:pt x="0" y="93"/>
                  </a:lnTo>
                  <a:lnTo>
                    <a:pt x="0" y="72"/>
                  </a:lnTo>
                  <a:lnTo>
                    <a:pt x="12" y="70"/>
                  </a:lnTo>
                  <a:lnTo>
                    <a:pt x="24" y="66"/>
                  </a:lnTo>
                  <a:lnTo>
                    <a:pt x="38" y="66"/>
                  </a:lnTo>
                  <a:lnTo>
                    <a:pt x="51" y="67"/>
                  </a:lnTo>
                  <a:lnTo>
                    <a:pt x="65" y="70"/>
                  </a:lnTo>
                  <a:lnTo>
                    <a:pt x="78" y="78"/>
                  </a:lnTo>
                  <a:lnTo>
                    <a:pt x="81" y="74"/>
                  </a:lnTo>
                  <a:lnTo>
                    <a:pt x="81" y="58"/>
                  </a:lnTo>
                  <a:lnTo>
                    <a:pt x="82" y="37"/>
                  </a:lnTo>
                  <a:lnTo>
                    <a:pt x="82" y="29"/>
                  </a:lnTo>
                  <a:lnTo>
                    <a:pt x="80" y="29"/>
                  </a:lnTo>
                  <a:lnTo>
                    <a:pt x="77" y="27"/>
                  </a:lnTo>
                  <a:lnTo>
                    <a:pt x="76" y="22"/>
                  </a:lnTo>
                  <a:lnTo>
                    <a:pt x="75" y="19"/>
                  </a:lnTo>
                  <a:lnTo>
                    <a:pt x="76" y="15"/>
                  </a:lnTo>
                  <a:lnTo>
                    <a:pt x="79" y="10"/>
                  </a:lnTo>
                  <a:lnTo>
                    <a:pt x="89" y="6"/>
                  </a:lnTo>
                  <a:lnTo>
                    <a:pt x="103"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44" name="Freeform 36">
              <a:extLst>
                <a:ext uri="{FF2B5EF4-FFF2-40B4-BE49-F238E27FC236}">
                  <a16:creationId xmlns:a16="http://schemas.microsoft.com/office/drawing/2014/main" id="{3FD081E8-34EB-5449-52FE-4B75CAFDC4C1}"/>
                </a:ext>
              </a:extLst>
            </p:cNvPr>
            <p:cNvSpPr>
              <a:spLocks/>
            </p:cNvSpPr>
            <p:nvPr/>
          </p:nvSpPr>
          <p:spPr bwMode="ltGray">
            <a:xfrm>
              <a:off x="0" y="3949"/>
              <a:ext cx="47" cy="86"/>
            </a:xfrm>
            <a:custGeom>
              <a:avLst/>
              <a:gdLst>
                <a:gd name="T0" fmla="*/ 37 w 47"/>
                <a:gd name="T1" fmla="*/ 0 h 86"/>
                <a:gd name="T2" fmla="*/ 15 w 47"/>
                <a:gd name="T3" fmla="*/ 37 h 86"/>
                <a:gd name="T4" fmla="*/ 0 w 47"/>
                <a:gd name="T5" fmla="*/ 59 h 86"/>
                <a:gd name="T6" fmla="*/ 0 w 47"/>
                <a:gd name="T7" fmla="*/ 86 h 86"/>
                <a:gd name="T8" fmla="*/ 8 w 47"/>
                <a:gd name="T9" fmla="*/ 82 h 86"/>
                <a:gd name="T10" fmla="*/ 20 w 47"/>
                <a:gd name="T11" fmla="*/ 73 h 86"/>
                <a:gd name="T12" fmla="*/ 33 w 47"/>
                <a:gd name="T13" fmla="*/ 63 h 86"/>
                <a:gd name="T14" fmla="*/ 42 w 47"/>
                <a:gd name="T15" fmla="*/ 51 h 86"/>
                <a:gd name="T16" fmla="*/ 47 w 47"/>
                <a:gd name="T17" fmla="*/ 36 h 86"/>
                <a:gd name="T18" fmla="*/ 46 w 47"/>
                <a:gd name="T19" fmla="*/ 19 h 86"/>
                <a:gd name="T20" fmla="*/ 37 w 47"/>
                <a:gd name="T21" fmla="*/ 0 h 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7" h="86">
                  <a:moveTo>
                    <a:pt x="37" y="0"/>
                  </a:moveTo>
                  <a:lnTo>
                    <a:pt x="15" y="37"/>
                  </a:lnTo>
                  <a:lnTo>
                    <a:pt x="0" y="59"/>
                  </a:lnTo>
                  <a:lnTo>
                    <a:pt x="0" y="86"/>
                  </a:lnTo>
                  <a:lnTo>
                    <a:pt x="8" y="82"/>
                  </a:lnTo>
                  <a:lnTo>
                    <a:pt x="20" y="73"/>
                  </a:lnTo>
                  <a:lnTo>
                    <a:pt x="33" y="63"/>
                  </a:lnTo>
                  <a:lnTo>
                    <a:pt x="42" y="51"/>
                  </a:lnTo>
                  <a:lnTo>
                    <a:pt x="47" y="36"/>
                  </a:lnTo>
                  <a:lnTo>
                    <a:pt x="46" y="19"/>
                  </a:lnTo>
                  <a:lnTo>
                    <a:pt x="37"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45" name="Freeform 37">
              <a:extLst>
                <a:ext uri="{FF2B5EF4-FFF2-40B4-BE49-F238E27FC236}">
                  <a16:creationId xmlns:a16="http://schemas.microsoft.com/office/drawing/2014/main" id="{1C12556B-D234-E1CF-2171-FFB5B802481D}"/>
                </a:ext>
              </a:extLst>
            </p:cNvPr>
            <p:cNvSpPr>
              <a:spLocks/>
            </p:cNvSpPr>
            <p:nvPr/>
          </p:nvSpPr>
          <p:spPr bwMode="ltGray">
            <a:xfrm>
              <a:off x="0" y="3239"/>
              <a:ext cx="497" cy="740"/>
            </a:xfrm>
            <a:custGeom>
              <a:avLst/>
              <a:gdLst>
                <a:gd name="T0" fmla="*/ 0 w 497"/>
                <a:gd name="T1" fmla="*/ 13 h 740"/>
                <a:gd name="T2" fmla="*/ 41 w 497"/>
                <a:gd name="T3" fmla="*/ 4 h 740"/>
                <a:gd name="T4" fmla="*/ 101 w 497"/>
                <a:gd name="T5" fmla="*/ 0 h 740"/>
                <a:gd name="T6" fmla="*/ 170 w 497"/>
                <a:gd name="T7" fmla="*/ 4 h 740"/>
                <a:gd name="T8" fmla="*/ 248 w 497"/>
                <a:gd name="T9" fmla="*/ 21 h 740"/>
                <a:gd name="T10" fmla="*/ 323 w 497"/>
                <a:gd name="T11" fmla="*/ 50 h 740"/>
                <a:gd name="T12" fmla="*/ 382 w 497"/>
                <a:gd name="T13" fmla="*/ 90 h 740"/>
                <a:gd name="T14" fmla="*/ 428 w 497"/>
                <a:gd name="T15" fmla="*/ 141 h 740"/>
                <a:gd name="T16" fmla="*/ 463 w 497"/>
                <a:gd name="T17" fmla="*/ 199 h 740"/>
                <a:gd name="T18" fmla="*/ 485 w 497"/>
                <a:gd name="T19" fmla="*/ 262 h 740"/>
                <a:gd name="T20" fmla="*/ 496 w 497"/>
                <a:gd name="T21" fmla="*/ 327 h 740"/>
                <a:gd name="T22" fmla="*/ 497 w 497"/>
                <a:gd name="T23" fmla="*/ 396 h 740"/>
                <a:gd name="T24" fmla="*/ 487 w 497"/>
                <a:gd name="T25" fmla="*/ 462 h 740"/>
                <a:gd name="T26" fmla="*/ 470 w 497"/>
                <a:gd name="T27" fmla="*/ 527 h 740"/>
                <a:gd name="T28" fmla="*/ 443 w 497"/>
                <a:gd name="T29" fmla="*/ 586 h 740"/>
                <a:gd name="T30" fmla="*/ 406 w 497"/>
                <a:gd name="T31" fmla="*/ 639 h 740"/>
                <a:gd name="T32" fmla="*/ 364 w 497"/>
                <a:gd name="T33" fmla="*/ 683 h 740"/>
                <a:gd name="T34" fmla="*/ 315 w 497"/>
                <a:gd name="T35" fmla="*/ 715 h 740"/>
                <a:gd name="T36" fmla="*/ 259 w 497"/>
                <a:gd name="T37" fmla="*/ 736 h 740"/>
                <a:gd name="T38" fmla="*/ 198 w 497"/>
                <a:gd name="T39" fmla="*/ 740 h 740"/>
                <a:gd name="T40" fmla="*/ 131 w 497"/>
                <a:gd name="T41" fmla="*/ 727 h 740"/>
                <a:gd name="T42" fmla="*/ 167 w 497"/>
                <a:gd name="T43" fmla="*/ 728 h 740"/>
                <a:gd name="T44" fmla="*/ 204 w 497"/>
                <a:gd name="T45" fmla="*/ 718 h 740"/>
                <a:gd name="T46" fmla="*/ 238 w 497"/>
                <a:gd name="T47" fmla="*/ 700 h 740"/>
                <a:gd name="T48" fmla="*/ 272 w 497"/>
                <a:gd name="T49" fmla="*/ 670 h 740"/>
                <a:gd name="T50" fmla="*/ 304 w 497"/>
                <a:gd name="T51" fmla="*/ 635 h 740"/>
                <a:gd name="T52" fmla="*/ 333 w 497"/>
                <a:gd name="T53" fmla="*/ 594 h 740"/>
                <a:gd name="T54" fmla="*/ 358 w 497"/>
                <a:gd name="T55" fmla="*/ 549 h 740"/>
                <a:gd name="T56" fmla="*/ 381 w 497"/>
                <a:gd name="T57" fmla="*/ 500 h 740"/>
                <a:gd name="T58" fmla="*/ 396 w 497"/>
                <a:gd name="T59" fmla="*/ 449 h 740"/>
                <a:gd name="T60" fmla="*/ 408 w 497"/>
                <a:gd name="T61" fmla="*/ 397 h 740"/>
                <a:gd name="T62" fmla="*/ 414 w 497"/>
                <a:gd name="T63" fmla="*/ 346 h 740"/>
                <a:gd name="T64" fmla="*/ 412 w 497"/>
                <a:gd name="T65" fmla="*/ 296 h 740"/>
                <a:gd name="T66" fmla="*/ 402 w 497"/>
                <a:gd name="T67" fmla="*/ 251 h 740"/>
                <a:gd name="T68" fmla="*/ 384 w 497"/>
                <a:gd name="T69" fmla="*/ 208 h 740"/>
                <a:gd name="T70" fmla="*/ 357 w 497"/>
                <a:gd name="T71" fmla="*/ 172 h 740"/>
                <a:gd name="T72" fmla="*/ 320 w 497"/>
                <a:gd name="T73" fmla="*/ 142 h 740"/>
                <a:gd name="T74" fmla="*/ 260 w 497"/>
                <a:gd name="T75" fmla="*/ 107 h 740"/>
                <a:gd name="T76" fmla="*/ 203 w 497"/>
                <a:gd name="T77" fmla="*/ 82 h 740"/>
                <a:gd name="T78" fmla="*/ 154 w 497"/>
                <a:gd name="T79" fmla="*/ 65 h 740"/>
                <a:gd name="T80" fmla="*/ 108 w 497"/>
                <a:gd name="T81" fmla="*/ 56 h 740"/>
                <a:gd name="T82" fmla="*/ 68 w 497"/>
                <a:gd name="T83" fmla="*/ 55 h 740"/>
                <a:gd name="T84" fmla="*/ 32 w 497"/>
                <a:gd name="T85" fmla="*/ 61 h 740"/>
                <a:gd name="T86" fmla="*/ 0 w 497"/>
                <a:gd name="T87" fmla="*/ 70 h 740"/>
                <a:gd name="T88" fmla="*/ 0 w 497"/>
                <a:gd name="T89" fmla="*/ 13 h 74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97" h="740">
                  <a:moveTo>
                    <a:pt x="0" y="13"/>
                  </a:moveTo>
                  <a:lnTo>
                    <a:pt x="41" y="4"/>
                  </a:lnTo>
                  <a:lnTo>
                    <a:pt x="101" y="0"/>
                  </a:lnTo>
                  <a:lnTo>
                    <a:pt x="170" y="4"/>
                  </a:lnTo>
                  <a:lnTo>
                    <a:pt x="248" y="21"/>
                  </a:lnTo>
                  <a:lnTo>
                    <a:pt x="323" y="50"/>
                  </a:lnTo>
                  <a:lnTo>
                    <a:pt x="382" y="90"/>
                  </a:lnTo>
                  <a:lnTo>
                    <a:pt x="428" y="141"/>
                  </a:lnTo>
                  <a:lnTo>
                    <a:pt x="463" y="199"/>
                  </a:lnTo>
                  <a:lnTo>
                    <a:pt x="485" y="262"/>
                  </a:lnTo>
                  <a:lnTo>
                    <a:pt x="496" y="327"/>
                  </a:lnTo>
                  <a:lnTo>
                    <a:pt x="497" y="396"/>
                  </a:lnTo>
                  <a:lnTo>
                    <a:pt x="487" y="462"/>
                  </a:lnTo>
                  <a:lnTo>
                    <a:pt x="470" y="527"/>
                  </a:lnTo>
                  <a:lnTo>
                    <a:pt x="443" y="586"/>
                  </a:lnTo>
                  <a:lnTo>
                    <a:pt x="406" y="639"/>
                  </a:lnTo>
                  <a:lnTo>
                    <a:pt x="364" y="683"/>
                  </a:lnTo>
                  <a:lnTo>
                    <a:pt x="315" y="715"/>
                  </a:lnTo>
                  <a:lnTo>
                    <a:pt x="259" y="736"/>
                  </a:lnTo>
                  <a:lnTo>
                    <a:pt x="198" y="740"/>
                  </a:lnTo>
                  <a:lnTo>
                    <a:pt x="131" y="727"/>
                  </a:lnTo>
                  <a:lnTo>
                    <a:pt x="167" y="728"/>
                  </a:lnTo>
                  <a:lnTo>
                    <a:pt x="204" y="718"/>
                  </a:lnTo>
                  <a:lnTo>
                    <a:pt x="238" y="700"/>
                  </a:lnTo>
                  <a:lnTo>
                    <a:pt x="272" y="670"/>
                  </a:lnTo>
                  <a:lnTo>
                    <a:pt x="304" y="635"/>
                  </a:lnTo>
                  <a:lnTo>
                    <a:pt x="333" y="594"/>
                  </a:lnTo>
                  <a:lnTo>
                    <a:pt x="358" y="549"/>
                  </a:lnTo>
                  <a:lnTo>
                    <a:pt x="381" y="500"/>
                  </a:lnTo>
                  <a:lnTo>
                    <a:pt x="396" y="449"/>
                  </a:lnTo>
                  <a:lnTo>
                    <a:pt x="408" y="397"/>
                  </a:lnTo>
                  <a:lnTo>
                    <a:pt x="414" y="346"/>
                  </a:lnTo>
                  <a:lnTo>
                    <a:pt x="412" y="296"/>
                  </a:lnTo>
                  <a:lnTo>
                    <a:pt x="402" y="251"/>
                  </a:lnTo>
                  <a:lnTo>
                    <a:pt x="384" y="208"/>
                  </a:lnTo>
                  <a:lnTo>
                    <a:pt x="357" y="172"/>
                  </a:lnTo>
                  <a:lnTo>
                    <a:pt x="320" y="142"/>
                  </a:lnTo>
                  <a:lnTo>
                    <a:pt x="260" y="107"/>
                  </a:lnTo>
                  <a:lnTo>
                    <a:pt x="203" y="82"/>
                  </a:lnTo>
                  <a:lnTo>
                    <a:pt x="154" y="65"/>
                  </a:lnTo>
                  <a:lnTo>
                    <a:pt x="108" y="56"/>
                  </a:lnTo>
                  <a:lnTo>
                    <a:pt x="68" y="55"/>
                  </a:lnTo>
                  <a:lnTo>
                    <a:pt x="32" y="61"/>
                  </a:lnTo>
                  <a:lnTo>
                    <a:pt x="0" y="70"/>
                  </a:lnTo>
                  <a:lnTo>
                    <a:pt x="0" y="1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46" name="Freeform 38">
              <a:extLst>
                <a:ext uri="{FF2B5EF4-FFF2-40B4-BE49-F238E27FC236}">
                  <a16:creationId xmlns:a16="http://schemas.microsoft.com/office/drawing/2014/main" id="{6F06BA49-6249-B682-D9F2-E17D7DA16A00}"/>
                </a:ext>
              </a:extLst>
            </p:cNvPr>
            <p:cNvSpPr>
              <a:spLocks/>
            </p:cNvSpPr>
            <p:nvPr/>
          </p:nvSpPr>
          <p:spPr bwMode="ltGray">
            <a:xfrm rot="1584153">
              <a:off x="20" y="410"/>
              <a:ext cx="344" cy="245"/>
            </a:xfrm>
            <a:custGeom>
              <a:avLst/>
              <a:gdLst>
                <a:gd name="T0" fmla="*/ 0 w 257"/>
                <a:gd name="T1" fmla="*/ 0 h 237"/>
                <a:gd name="T2" fmla="*/ 0 w 257"/>
                <a:gd name="T3" fmla="*/ 28 h 237"/>
                <a:gd name="T4" fmla="*/ 7 w 257"/>
                <a:gd name="T5" fmla="*/ 56 h 237"/>
                <a:gd name="T6" fmla="*/ 15 w 257"/>
                <a:gd name="T7" fmla="*/ 84 h 237"/>
                <a:gd name="T8" fmla="*/ 27 w 257"/>
                <a:gd name="T9" fmla="*/ 108 h 237"/>
                <a:gd name="T10" fmla="*/ 43 w 257"/>
                <a:gd name="T11" fmla="*/ 131 h 237"/>
                <a:gd name="T12" fmla="*/ 64 w 257"/>
                <a:gd name="T13" fmla="*/ 156 h 237"/>
                <a:gd name="T14" fmla="*/ 91 w 257"/>
                <a:gd name="T15" fmla="*/ 178 h 237"/>
                <a:gd name="T16" fmla="*/ 122 w 257"/>
                <a:gd name="T17" fmla="*/ 196 h 237"/>
                <a:gd name="T18" fmla="*/ 161 w 257"/>
                <a:gd name="T19" fmla="*/ 215 h 237"/>
                <a:gd name="T20" fmla="*/ 206 w 257"/>
                <a:gd name="T21" fmla="*/ 229 h 237"/>
                <a:gd name="T22" fmla="*/ 254 w 257"/>
                <a:gd name="T23" fmla="*/ 242 h 237"/>
                <a:gd name="T24" fmla="*/ 313 w 257"/>
                <a:gd name="T25" fmla="*/ 252 h 237"/>
                <a:gd name="T26" fmla="*/ 377 w 257"/>
                <a:gd name="T27" fmla="*/ 258 h 237"/>
                <a:gd name="T28" fmla="*/ 451 w 257"/>
                <a:gd name="T29" fmla="*/ 262 h 237"/>
                <a:gd name="T30" fmla="*/ 527 w 257"/>
                <a:gd name="T31" fmla="*/ 261 h 237"/>
                <a:gd name="T32" fmla="*/ 616 w 257"/>
                <a:gd name="T33" fmla="*/ 256 h 237"/>
                <a:gd name="T34" fmla="*/ 538 w 257"/>
                <a:gd name="T35" fmla="*/ 251 h 237"/>
                <a:gd name="T36" fmla="*/ 467 w 257"/>
                <a:gd name="T37" fmla="*/ 243 h 237"/>
                <a:gd name="T38" fmla="*/ 408 w 257"/>
                <a:gd name="T39" fmla="*/ 234 h 237"/>
                <a:gd name="T40" fmla="*/ 355 w 257"/>
                <a:gd name="T41" fmla="*/ 225 h 237"/>
                <a:gd name="T42" fmla="*/ 307 w 257"/>
                <a:gd name="T43" fmla="*/ 214 h 237"/>
                <a:gd name="T44" fmla="*/ 269 w 257"/>
                <a:gd name="T45" fmla="*/ 201 h 237"/>
                <a:gd name="T46" fmla="*/ 233 w 257"/>
                <a:gd name="T47" fmla="*/ 187 h 237"/>
                <a:gd name="T48" fmla="*/ 201 w 257"/>
                <a:gd name="T49" fmla="*/ 171 h 237"/>
                <a:gd name="T50" fmla="*/ 171 w 257"/>
                <a:gd name="T51" fmla="*/ 156 h 237"/>
                <a:gd name="T52" fmla="*/ 147 w 257"/>
                <a:gd name="T53" fmla="*/ 137 h 237"/>
                <a:gd name="T54" fmla="*/ 126 w 257"/>
                <a:gd name="T55" fmla="*/ 119 h 237"/>
                <a:gd name="T56" fmla="*/ 104 w 257"/>
                <a:gd name="T57" fmla="*/ 97 h 237"/>
                <a:gd name="T58" fmla="*/ 79 w 257"/>
                <a:gd name="T59" fmla="*/ 75 h 237"/>
                <a:gd name="T60" fmla="*/ 55 w 257"/>
                <a:gd name="T61" fmla="*/ 53 h 237"/>
                <a:gd name="T62" fmla="*/ 28 w 257"/>
                <a:gd name="T63" fmla="*/ 27 h 237"/>
                <a:gd name="T64" fmla="*/ 0 w 257"/>
                <a:gd name="T65" fmla="*/ 0 h 23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47" name="Freeform 39">
              <a:extLst>
                <a:ext uri="{FF2B5EF4-FFF2-40B4-BE49-F238E27FC236}">
                  <a16:creationId xmlns:a16="http://schemas.microsoft.com/office/drawing/2014/main" id="{CB49A88D-5779-F5FF-FB3E-091B376E47FE}"/>
                </a:ext>
              </a:extLst>
            </p:cNvPr>
            <p:cNvSpPr>
              <a:spLocks/>
            </p:cNvSpPr>
            <p:nvPr/>
          </p:nvSpPr>
          <p:spPr bwMode="ltGray">
            <a:xfrm rot="1584153">
              <a:off x="242" y="756"/>
              <a:ext cx="167" cy="115"/>
            </a:xfrm>
            <a:custGeom>
              <a:avLst/>
              <a:gdLst>
                <a:gd name="T0" fmla="*/ 189 w 124"/>
                <a:gd name="T1" fmla="*/ 0 h 110"/>
                <a:gd name="T2" fmla="*/ 303 w 124"/>
                <a:gd name="T3" fmla="*/ 123 h 110"/>
                <a:gd name="T4" fmla="*/ 294 w 124"/>
                <a:gd name="T5" fmla="*/ 122 h 110"/>
                <a:gd name="T6" fmla="*/ 261 w 124"/>
                <a:gd name="T7" fmla="*/ 120 h 110"/>
                <a:gd name="T8" fmla="*/ 218 w 124"/>
                <a:gd name="T9" fmla="*/ 116 h 110"/>
                <a:gd name="T10" fmla="*/ 167 w 124"/>
                <a:gd name="T11" fmla="*/ 114 h 110"/>
                <a:gd name="T12" fmla="*/ 110 w 124"/>
                <a:gd name="T13" fmla="*/ 111 h 110"/>
                <a:gd name="T14" fmla="*/ 62 w 124"/>
                <a:gd name="T15" fmla="*/ 112 h 110"/>
                <a:gd name="T16" fmla="*/ 22 w 124"/>
                <a:gd name="T17" fmla="*/ 117 h 110"/>
                <a:gd name="T18" fmla="*/ 0 w 124"/>
                <a:gd name="T19" fmla="*/ 125 h 110"/>
                <a:gd name="T20" fmla="*/ 9 w 124"/>
                <a:gd name="T21" fmla="*/ 112 h 110"/>
                <a:gd name="T22" fmla="*/ 20 w 124"/>
                <a:gd name="T23" fmla="*/ 101 h 110"/>
                <a:gd name="T24" fmla="*/ 40 w 124"/>
                <a:gd name="T25" fmla="*/ 94 h 110"/>
                <a:gd name="T26" fmla="*/ 62 w 124"/>
                <a:gd name="T27" fmla="*/ 87 h 110"/>
                <a:gd name="T28" fmla="*/ 88 w 124"/>
                <a:gd name="T29" fmla="*/ 82 h 110"/>
                <a:gd name="T30" fmla="*/ 114 w 124"/>
                <a:gd name="T31" fmla="*/ 81 h 110"/>
                <a:gd name="T32" fmla="*/ 143 w 124"/>
                <a:gd name="T33" fmla="*/ 81 h 110"/>
                <a:gd name="T34" fmla="*/ 176 w 124"/>
                <a:gd name="T35" fmla="*/ 85 h 110"/>
                <a:gd name="T36" fmla="*/ 178 w 124"/>
                <a:gd name="T37" fmla="*/ 81 h 110"/>
                <a:gd name="T38" fmla="*/ 171 w 124"/>
                <a:gd name="T39" fmla="*/ 65 h 110"/>
                <a:gd name="T40" fmla="*/ 163 w 124"/>
                <a:gd name="T41" fmla="*/ 44 h 110"/>
                <a:gd name="T42" fmla="*/ 160 w 124"/>
                <a:gd name="T43" fmla="*/ 33 h 110"/>
                <a:gd name="T44" fmla="*/ 154 w 124"/>
                <a:gd name="T45" fmla="*/ 33 h 110"/>
                <a:gd name="T46" fmla="*/ 148 w 124"/>
                <a:gd name="T47" fmla="*/ 32 h 110"/>
                <a:gd name="T48" fmla="*/ 143 w 124"/>
                <a:gd name="T49" fmla="*/ 29 h 110"/>
                <a:gd name="T50" fmla="*/ 140 w 124"/>
                <a:gd name="T51" fmla="*/ 26 h 110"/>
                <a:gd name="T52" fmla="*/ 140 w 124"/>
                <a:gd name="T53" fmla="*/ 22 h 110"/>
                <a:gd name="T54" fmla="*/ 143 w 124"/>
                <a:gd name="T55" fmla="*/ 17 h 110"/>
                <a:gd name="T56" fmla="*/ 162 w 124"/>
                <a:gd name="T57" fmla="*/ 8 h 110"/>
                <a:gd name="T58" fmla="*/ 189 w 124"/>
                <a:gd name="T59" fmla="*/ 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48" name="Freeform 40">
              <a:extLst>
                <a:ext uri="{FF2B5EF4-FFF2-40B4-BE49-F238E27FC236}">
                  <a16:creationId xmlns:a16="http://schemas.microsoft.com/office/drawing/2014/main" id="{565E0C93-670C-2C8C-ABD0-730047EDAE36}"/>
                </a:ext>
              </a:extLst>
            </p:cNvPr>
            <p:cNvSpPr>
              <a:spLocks/>
            </p:cNvSpPr>
            <p:nvPr/>
          </p:nvSpPr>
          <p:spPr bwMode="ltGray">
            <a:xfrm rot="1584153">
              <a:off x="574" y="286"/>
              <a:ext cx="147" cy="160"/>
            </a:xfrm>
            <a:custGeom>
              <a:avLst/>
              <a:gdLst>
                <a:gd name="T0" fmla="*/ 0 w 109"/>
                <a:gd name="T1" fmla="*/ 0 h 156"/>
                <a:gd name="T2" fmla="*/ 12 w 109"/>
                <a:gd name="T3" fmla="*/ 1 h 156"/>
                <a:gd name="T4" fmla="*/ 43 w 109"/>
                <a:gd name="T5" fmla="*/ 5 h 156"/>
                <a:gd name="T6" fmla="*/ 90 w 109"/>
                <a:gd name="T7" fmla="*/ 12 h 156"/>
                <a:gd name="T8" fmla="*/ 142 w 109"/>
                <a:gd name="T9" fmla="*/ 27 h 156"/>
                <a:gd name="T10" fmla="*/ 192 w 109"/>
                <a:gd name="T11" fmla="*/ 47 h 156"/>
                <a:gd name="T12" fmla="*/ 235 w 109"/>
                <a:gd name="T13" fmla="*/ 77 h 156"/>
                <a:gd name="T14" fmla="*/ 262 w 109"/>
                <a:gd name="T15" fmla="*/ 117 h 156"/>
                <a:gd name="T16" fmla="*/ 267 w 109"/>
                <a:gd name="T17" fmla="*/ 168 h 156"/>
                <a:gd name="T18" fmla="*/ 259 w 109"/>
                <a:gd name="T19" fmla="*/ 168 h 156"/>
                <a:gd name="T20" fmla="*/ 244 w 109"/>
                <a:gd name="T21" fmla="*/ 168 h 156"/>
                <a:gd name="T22" fmla="*/ 228 w 109"/>
                <a:gd name="T23" fmla="*/ 168 h 156"/>
                <a:gd name="T24" fmla="*/ 213 w 109"/>
                <a:gd name="T25" fmla="*/ 166 h 156"/>
                <a:gd name="T26" fmla="*/ 198 w 109"/>
                <a:gd name="T27" fmla="*/ 165 h 156"/>
                <a:gd name="T28" fmla="*/ 182 w 109"/>
                <a:gd name="T29" fmla="*/ 162 h 156"/>
                <a:gd name="T30" fmla="*/ 162 w 109"/>
                <a:gd name="T31" fmla="*/ 157 h 156"/>
                <a:gd name="T32" fmla="*/ 142 w 109"/>
                <a:gd name="T33" fmla="*/ 151 h 156"/>
                <a:gd name="T34" fmla="*/ 129 w 109"/>
                <a:gd name="T35" fmla="*/ 135 h 156"/>
                <a:gd name="T36" fmla="*/ 129 w 109"/>
                <a:gd name="T37" fmla="*/ 120 h 156"/>
                <a:gd name="T38" fmla="*/ 138 w 109"/>
                <a:gd name="T39" fmla="*/ 104 h 156"/>
                <a:gd name="T40" fmla="*/ 146 w 109"/>
                <a:gd name="T41" fmla="*/ 86 h 156"/>
                <a:gd name="T42" fmla="*/ 138 w 109"/>
                <a:gd name="T43" fmla="*/ 68 h 156"/>
                <a:gd name="T44" fmla="*/ 119 w 109"/>
                <a:gd name="T45" fmla="*/ 46 h 156"/>
                <a:gd name="T46" fmla="*/ 77 w 109"/>
                <a:gd name="T47" fmla="*/ 26 h 156"/>
                <a:gd name="T48" fmla="*/ 0 w 109"/>
                <a:gd name="T49" fmla="*/ 0 h 1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49" name="Freeform 41">
              <a:extLst>
                <a:ext uri="{FF2B5EF4-FFF2-40B4-BE49-F238E27FC236}">
                  <a16:creationId xmlns:a16="http://schemas.microsoft.com/office/drawing/2014/main" id="{0227DBF3-07E1-22BF-68CA-4FF262B2D7C4}"/>
                </a:ext>
              </a:extLst>
            </p:cNvPr>
            <p:cNvSpPr>
              <a:spLocks/>
            </p:cNvSpPr>
            <p:nvPr/>
          </p:nvSpPr>
          <p:spPr bwMode="ltGray">
            <a:xfrm rot="1584153">
              <a:off x="236" y="721"/>
              <a:ext cx="62" cy="97"/>
            </a:xfrm>
            <a:custGeom>
              <a:avLst/>
              <a:gdLst>
                <a:gd name="T0" fmla="*/ 77 w 46"/>
                <a:gd name="T1" fmla="*/ 0 h 94"/>
                <a:gd name="T2" fmla="*/ 49 w 46"/>
                <a:gd name="T3" fmla="*/ 41 h 94"/>
                <a:gd name="T4" fmla="*/ 36 w 46"/>
                <a:gd name="T5" fmla="*/ 68 h 94"/>
                <a:gd name="T6" fmla="*/ 27 w 46"/>
                <a:gd name="T7" fmla="*/ 88 h 94"/>
                <a:gd name="T8" fmla="*/ 0 w 46"/>
                <a:gd name="T9" fmla="*/ 103 h 94"/>
                <a:gd name="T10" fmla="*/ 30 w 46"/>
                <a:gd name="T11" fmla="*/ 97 h 94"/>
                <a:gd name="T12" fmla="*/ 57 w 46"/>
                <a:gd name="T13" fmla="*/ 89 h 94"/>
                <a:gd name="T14" fmla="*/ 78 w 46"/>
                <a:gd name="T15" fmla="*/ 75 h 94"/>
                <a:gd name="T16" fmla="*/ 98 w 46"/>
                <a:gd name="T17" fmla="*/ 63 h 94"/>
                <a:gd name="T18" fmla="*/ 111 w 46"/>
                <a:gd name="T19" fmla="*/ 47 h 94"/>
                <a:gd name="T20" fmla="*/ 113 w 46"/>
                <a:gd name="T21" fmla="*/ 33 h 94"/>
                <a:gd name="T22" fmla="*/ 104 w 46"/>
                <a:gd name="T23" fmla="*/ 15 h 94"/>
                <a:gd name="T24" fmla="*/ 77 w 46"/>
                <a:gd name="T25" fmla="*/ 0 h 9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50" name="Freeform 42">
              <a:extLst>
                <a:ext uri="{FF2B5EF4-FFF2-40B4-BE49-F238E27FC236}">
                  <a16:creationId xmlns:a16="http://schemas.microsoft.com/office/drawing/2014/main" id="{10A441F8-C6C5-6511-7E75-7FF63558176A}"/>
                </a:ext>
              </a:extLst>
            </p:cNvPr>
            <p:cNvSpPr>
              <a:spLocks/>
            </p:cNvSpPr>
            <p:nvPr/>
          </p:nvSpPr>
          <p:spPr bwMode="ltGray">
            <a:xfrm rot="1584153">
              <a:off x="585" y="466"/>
              <a:ext cx="72" cy="41"/>
            </a:xfrm>
            <a:custGeom>
              <a:avLst/>
              <a:gdLst>
                <a:gd name="T0" fmla="*/ 0 w 54"/>
                <a:gd name="T1" fmla="*/ 0 h 40"/>
                <a:gd name="T2" fmla="*/ 1 w 54"/>
                <a:gd name="T3" fmla="*/ 1 h 40"/>
                <a:gd name="T4" fmla="*/ 15 w 54"/>
                <a:gd name="T5" fmla="*/ 3 h 40"/>
                <a:gd name="T6" fmla="*/ 31 w 54"/>
                <a:gd name="T7" fmla="*/ 8 h 40"/>
                <a:gd name="T8" fmla="*/ 49 w 54"/>
                <a:gd name="T9" fmla="*/ 12 h 40"/>
                <a:gd name="T10" fmla="*/ 69 w 54"/>
                <a:gd name="T11" fmla="*/ 15 h 40"/>
                <a:gd name="T12" fmla="*/ 91 w 54"/>
                <a:gd name="T13" fmla="*/ 17 h 40"/>
                <a:gd name="T14" fmla="*/ 108 w 54"/>
                <a:gd name="T15" fmla="*/ 18 h 40"/>
                <a:gd name="T16" fmla="*/ 128 w 54"/>
                <a:gd name="T17" fmla="*/ 16 h 40"/>
                <a:gd name="T18" fmla="*/ 127 w 54"/>
                <a:gd name="T19" fmla="*/ 28 h 40"/>
                <a:gd name="T20" fmla="*/ 119 w 54"/>
                <a:gd name="T21" fmla="*/ 36 h 40"/>
                <a:gd name="T22" fmla="*/ 105 w 54"/>
                <a:gd name="T23" fmla="*/ 41 h 40"/>
                <a:gd name="T24" fmla="*/ 87 w 54"/>
                <a:gd name="T25" fmla="*/ 43 h 40"/>
                <a:gd name="T26" fmla="*/ 65 w 54"/>
                <a:gd name="T27" fmla="*/ 42 h 40"/>
                <a:gd name="T28" fmla="*/ 44 w 54"/>
                <a:gd name="T29" fmla="*/ 35 h 40"/>
                <a:gd name="T30" fmla="*/ 23 w 54"/>
                <a:gd name="T31" fmla="*/ 23 h 40"/>
                <a:gd name="T32" fmla="*/ 0 w 54"/>
                <a:gd name="T33" fmla="*/ 0 h 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51" name="Freeform 43">
              <a:extLst>
                <a:ext uri="{FF2B5EF4-FFF2-40B4-BE49-F238E27FC236}">
                  <a16:creationId xmlns:a16="http://schemas.microsoft.com/office/drawing/2014/main" id="{C3EBA999-B872-0693-62F4-D266E4588DE3}"/>
                </a:ext>
              </a:extLst>
            </p:cNvPr>
            <p:cNvSpPr>
              <a:spLocks/>
            </p:cNvSpPr>
            <p:nvPr/>
          </p:nvSpPr>
          <p:spPr bwMode="ltGray">
            <a:xfrm>
              <a:off x="0" y="886"/>
              <a:ext cx="360" cy="650"/>
            </a:xfrm>
            <a:custGeom>
              <a:avLst/>
              <a:gdLst>
                <a:gd name="T0" fmla="*/ 264 w 360"/>
                <a:gd name="T1" fmla="*/ 0 h 650"/>
                <a:gd name="T2" fmla="*/ 269 w 360"/>
                <a:gd name="T3" fmla="*/ 9 h 650"/>
                <a:gd name="T4" fmla="*/ 277 w 360"/>
                <a:gd name="T5" fmla="*/ 22 h 650"/>
                <a:gd name="T6" fmla="*/ 286 w 360"/>
                <a:gd name="T7" fmla="*/ 39 h 650"/>
                <a:gd name="T8" fmla="*/ 297 w 360"/>
                <a:gd name="T9" fmla="*/ 58 h 650"/>
                <a:gd name="T10" fmla="*/ 309 w 360"/>
                <a:gd name="T11" fmla="*/ 83 h 650"/>
                <a:gd name="T12" fmla="*/ 319 w 360"/>
                <a:gd name="T13" fmla="*/ 108 h 650"/>
                <a:gd name="T14" fmla="*/ 329 w 360"/>
                <a:gd name="T15" fmla="*/ 136 h 650"/>
                <a:gd name="T16" fmla="*/ 333 w 360"/>
                <a:gd name="T17" fmla="*/ 163 h 650"/>
                <a:gd name="T18" fmla="*/ 336 w 360"/>
                <a:gd name="T19" fmla="*/ 193 h 650"/>
                <a:gd name="T20" fmla="*/ 332 w 360"/>
                <a:gd name="T21" fmla="*/ 223 h 650"/>
                <a:gd name="T22" fmla="*/ 323 w 360"/>
                <a:gd name="T23" fmla="*/ 255 h 650"/>
                <a:gd name="T24" fmla="*/ 310 w 360"/>
                <a:gd name="T25" fmla="*/ 285 h 650"/>
                <a:gd name="T26" fmla="*/ 287 w 360"/>
                <a:gd name="T27" fmla="*/ 315 h 650"/>
                <a:gd name="T28" fmla="*/ 257 w 360"/>
                <a:gd name="T29" fmla="*/ 343 h 650"/>
                <a:gd name="T30" fmla="*/ 218 w 360"/>
                <a:gd name="T31" fmla="*/ 370 h 650"/>
                <a:gd name="T32" fmla="*/ 167 w 360"/>
                <a:gd name="T33" fmla="*/ 396 h 650"/>
                <a:gd name="T34" fmla="*/ 111 w 360"/>
                <a:gd name="T35" fmla="*/ 425 h 650"/>
                <a:gd name="T36" fmla="*/ 69 w 360"/>
                <a:gd name="T37" fmla="*/ 457 h 650"/>
                <a:gd name="T38" fmla="*/ 35 w 360"/>
                <a:gd name="T39" fmla="*/ 490 h 650"/>
                <a:gd name="T40" fmla="*/ 12 w 360"/>
                <a:gd name="T41" fmla="*/ 526 h 650"/>
                <a:gd name="T42" fmla="*/ 0 w 360"/>
                <a:gd name="T43" fmla="*/ 553 h 650"/>
                <a:gd name="T44" fmla="*/ 0 w 360"/>
                <a:gd name="T45" fmla="*/ 650 h 650"/>
                <a:gd name="T46" fmla="*/ 6 w 360"/>
                <a:gd name="T47" fmla="*/ 628 h 650"/>
                <a:gd name="T48" fmla="*/ 19 w 360"/>
                <a:gd name="T49" fmla="*/ 594 h 650"/>
                <a:gd name="T50" fmla="*/ 43 w 360"/>
                <a:gd name="T51" fmla="*/ 551 h 650"/>
                <a:gd name="T52" fmla="*/ 76 w 360"/>
                <a:gd name="T53" fmla="*/ 503 h 650"/>
                <a:gd name="T54" fmla="*/ 125 w 360"/>
                <a:gd name="T55" fmla="*/ 454 h 650"/>
                <a:gd name="T56" fmla="*/ 190 w 360"/>
                <a:gd name="T57" fmla="*/ 408 h 650"/>
                <a:gd name="T58" fmla="*/ 275 w 360"/>
                <a:gd name="T59" fmla="*/ 365 h 650"/>
                <a:gd name="T60" fmla="*/ 308 w 360"/>
                <a:gd name="T61" fmla="*/ 342 h 650"/>
                <a:gd name="T62" fmla="*/ 335 w 360"/>
                <a:gd name="T63" fmla="*/ 305 h 650"/>
                <a:gd name="T64" fmla="*/ 352 w 360"/>
                <a:gd name="T65" fmla="*/ 255 h 650"/>
                <a:gd name="T66" fmla="*/ 360 w 360"/>
                <a:gd name="T67" fmla="*/ 201 h 650"/>
                <a:gd name="T68" fmla="*/ 356 w 360"/>
                <a:gd name="T69" fmla="*/ 144 h 650"/>
                <a:gd name="T70" fmla="*/ 341 w 360"/>
                <a:gd name="T71" fmla="*/ 88 h 650"/>
                <a:gd name="T72" fmla="*/ 311 w 360"/>
                <a:gd name="T73" fmla="*/ 39 h 650"/>
                <a:gd name="T74" fmla="*/ 264 w 360"/>
                <a:gd name="T75" fmla="*/ 0 h 65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60" h="650">
                  <a:moveTo>
                    <a:pt x="264" y="0"/>
                  </a:moveTo>
                  <a:lnTo>
                    <a:pt x="269" y="9"/>
                  </a:lnTo>
                  <a:lnTo>
                    <a:pt x="277" y="22"/>
                  </a:lnTo>
                  <a:lnTo>
                    <a:pt x="286" y="39"/>
                  </a:lnTo>
                  <a:lnTo>
                    <a:pt x="297" y="58"/>
                  </a:lnTo>
                  <a:lnTo>
                    <a:pt x="309" y="83"/>
                  </a:lnTo>
                  <a:lnTo>
                    <a:pt x="319" y="108"/>
                  </a:lnTo>
                  <a:lnTo>
                    <a:pt x="329" y="136"/>
                  </a:lnTo>
                  <a:lnTo>
                    <a:pt x="333" y="163"/>
                  </a:lnTo>
                  <a:lnTo>
                    <a:pt x="336" y="193"/>
                  </a:lnTo>
                  <a:lnTo>
                    <a:pt x="332" y="223"/>
                  </a:lnTo>
                  <a:lnTo>
                    <a:pt x="323" y="255"/>
                  </a:lnTo>
                  <a:lnTo>
                    <a:pt x="310" y="285"/>
                  </a:lnTo>
                  <a:lnTo>
                    <a:pt x="287" y="315"/>
                  </a:lnTo>
                  <a:lnTo>
                    <a:pt x="257" y="343"/>
                  </a:lnTo>
                  <a:lnTo>
                    <a:pt x="218" y="370"/>
                  </a:lnTo>
                  <a:lnTo>
                    <a:pt x="167" y="396"/>
                  </a:lnTo>
                  <a:lnTo>
                    <a:pt x="111" y="425"/>
                  </a:lnTo>
                  <a:lnTo>
                    <a:pt x="69" y="457"/>
                  </a:lnTo>
                  <a:lnTo>
                    <a:pt x="35" y="490"/>
                  </a:lnTo>
                  <a:lnTo>
                    <a:pt x="12" y="526"/>
                  </a:lnTo>
                  <a:lnTo>
                    <a:pt x="0" y="553"/>
                  </a:lnTo>
                  <a:lnTo>
                    <a:pt x="0" y="650"/>
                  </a:lnTo>
                  <a:lnTo>
                    <a:pt x="6" y="628"/>
                  </a:lnTo>
                  <a:lnTo>
                    <a:pt x="19" y="594"/>
                  </a:lnTo>
                  <a:lnTo>
                    <a:pt x="43" y="551"/>
                  </a:lnTo>
                  <a:lnTo>
                    <a:pt x="76" y="503"/>
                  </a:lnTo>
                  <a:lnTo>
                    <a:pt x="125" y="454"/>
                  </a:lnTo>
                  <a:lnTo>
                    <a:pt x="190" y="408"/>
                  </a:lnTo>
                  <a:lnTo>
                    <a:pt x="275" y="365"/>
                  </a:lnTo>
                  <a:lnTo>
                    <a:pt x="308" y="342"/>
                  </a:lnTo>
                  <a:lnTo>
                    <a:pt x="335" y="305"/>
                  </a:lnTo>
                  <a:lnTo>
                    <a:pt x="352" y="255"/>
                  </a:lnTo>
                  <a:lnTo>
                    <a:pt x="360" y="201"/>
                  </a:lnTo>
                  <a:lnTo>
                    <a:pt x="356" y="144"/>
                  </a:lnTo>
                  <a:lnTo>
                    <a:pt x="341" y="88"/>
                  </a:lnTo>
                  <a:lnTo>
                    <a:pt x="311" y="39"/>
                  </a:lnTo>
                  <a:lnTo>
                    <a:pt x="264"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sp>
          <p:nvSpPr>
            <p:cNvPr id="1052" name="Freeform 44">
              <a:extLst>
                <a:ext uri="{FF2B5EF4-FFF2-40B4-BE49-F238E27FC236}">
                  <a16:creationId xmlns:a16="http://schemas.microsoft.com/office/drawing/2014/main" id="{637562F5-D881-04B7-2D87-92D1C8985872}"/>
                </a:ext>
              </a:extLst>
            </p:cNvPr>
            <p:cNvSpPr>
              <a:spLocks/>
            </p:cNvSpPr>
            <p:nvPr/>
          </p:nvSpPr>
          <p:spPr bwMode="ltGray">
            <a:xfrm rot="1584153">
              <a:off x="56" y="84"/>
              <a:ext cx="804" cy="686"/>
            </a:xfrm>
            <a:custGeom>
              <a:avLst/>
              <a:gdLst>
                <a:gd name="T0" fmla="*/ 40 w 596"/>
                <a:gd name="T1" fmla="*/ 404 h 666"/>
                <a:gd name="T2" fmla="*/ 15 w 596"/>
                <a:gd name="T3" fmla="*/ 373 h 666"/>
                <a:gd name="T4" fmla="*/ 0 w 596"/>
                <a:gd name="T5" fmla="*/ 316 h 666"/>
                <a:gd name="T6" fmla="*/ 9 w 596"/>
                <a:gd name="T7" fmla="*/ 243 h 666"/>
                <a:gd name="T8" fmla="*/ 62 w 596"/>
                <a:gd name="T9" fmla="*/ 166 h 666"/>
                <a:gd name="T10" fmla="*/ 169 w 596"/>
                <a:gd name="T11" fmla="*/ 93 h 666"/>
                <a:gd name="T12" fmla="*/ 349 w 596"/>
                <a:gd name="T13" fmla="*/ 34 h 666"/>
                <a:gd name="T14" fmla="*/ 606 w 596"/>
                <a:gd name="T15" fmla="*/ 2 h 666"/>
                <a:gd name="T16" fmla="*/ 934 w 596"/>
                <a:gd name="T17" fmla="*/ 9 h 666"/>
                <a:gd name="T18" fmla="*/ 1188 w 596"/>
                <a:gd name="T19" fmla="*/ 74 h 666"/>
                <a:gd name="T20" fmla="*/ 1360 w 596"/>
                <a:gd name="T21" fmla="*/ 180 h 666"/>
                <a:gd name="T22" fmla="*/ 1450 w 596"/>
                <a:gd name="T23" fmla="*/ 311 h 666"/>
                <a:gd name="T24" fmla="*/ 1461 w 596"/>
                <a:gd name="T25" fmla="*/ 447 h 666"/>
                <a:gd name="T26" fmla="*/ 1391 w 596"/>
                <a:gd name="T27" fmla="*/ 574 h 666"/>
                <a:gd name="T28" fmla="*/ 1245 w 596"/>
                <a:gd name="T29" fmla="*/ 672 h 666"/>
                <a:gd name="T30" fmla="*/ 1024 w 596"/>
                <a:gd name="T31" fmla="*/ 725 h 666"/>
                <a:gd name="T32" fmla="*/ 955 w 596"/>
                <a:gd name="T33" fmla="*/ 720 h 666"/>
                <a:gd name="T34" fmla="*/ 1083 w 596"/>
                <a:gd name="T35" fmla="*/ 675 h 666"/>
                <a:gd name="T36" fmla="*/ 1183 w 596"/>
                <a:gd name="T37" fmla="*/ 594 h 666"/>
                <a:gd name="T38" fmla="*/ 1251 w 596"/>
                <a:gd name="T39" fmla="*/ 496 h 666"/>
                <a:gd name="T40" fmla="*/ 1276 w 596"/>
                <a:gd name="T41" fmla="*/ 388 h 666"/>
                <a:gd name="T42" fmla="*/ 1261 w 596"/>
                <a:gd name="T43" fmla="*/ 282 h 666"/>
                <a:gd name="T44" fmla="*/ 1190 w 596"/>
                <a:gd name="T45" fmla="*/ 190 h 666"/>
                <a:gd name="T46" fmla="*/ 1063 w 596"/>
                <a:gd name="T47" fmla="*/ 122 h 666"/>
                <a:gd name="T48" fmla="*/ 838 w 596"/>
                <a:gd name="T49" fmla="*/ 81 h 666"/>
                <a:gd name="T50" fmla="*/ 604 w 596"/>
                <a:gd name="T51" fmla="*/ 67 h 666"/>
                <a:gd name="T52" fmla="*/ 428 w 596"/>
                <a:gd name="T53" fmla="*/ 77 h 666"/>
                <a:gd name="T54" fmla="*/ 297 w 596"/>
                <a:gd name="T55" fmla="*/ 110 h 666"/>
                <a:gd name="T56" fmla="*/ 205 w 596"/>
                <a:gd name="T57" fmla="*/ 163 h 666"/>
                <a:gd name="T58" fmla="*/ 140 w 596"/>
                <a:gd name="T59" fmla="*/ 225 h 666"/>
                <a:gd name="T60" fmla="*/ 98 w 596"/>
                <a:gd name="T61" fmla="*/ 297 h 666"/>
                <a:gd name="T62" fmla="*/ 69 w 596"/>
                <a:gd name="T63" fmla="*/ 370 h 66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96" h="666">
                  <a:moveTo>
                    <a:pt x="22" y="372"/>
                  </a:moveTo>
                  <a:lnTo>
                    <a:pt x="16" y="370"/>
                  </a:lnTo>
                  <a:lnTo>
                    <a:pt x="10" y="360"/>
                  </a:lnTo>
                  <a:lnTo>
                    <a:pt x="6" y="341"/>
                  </a:lnTo>
                  <a:lnTo>
                    <a:pt x="1" y="318"/>
                  </a:lnTo>
                  <a:lnTo>
                    <a:pt x="0" y="289"/>
                  </a:lnTo>
                  <a:lnTo>
                    <a:pt x="0" y="257"/>
                  </a:lnTo>
                  <a:lnTo>
                    <a:pt x="4" y="222"/>
                  </a:lnTo>
                  <a:lnTo>
                    <a:pt x="13" y="187"/>
                  </a:lnTo>
                  <a:lnTo>
                    <a:pt x="25" y="151"/>
                  </a:lnTo>
                  <a:lnTo>
                    <a:pt x="45" y="116"/>
                  </a:lnTo>
                  <a:lnTo>
                    <a:pt x="69" y="84"/>
                  </a:lnTo>
                  <a:lnTo>
                    <a:pt x="101" y="55"/>
                  </a:lnTo>
                  <a:lnTo>
                    <a:pt x="142" y="31"/>
                  </a:lnTo>
                  <a:lnTo>
                    <a:pt x="190" y="13"/>
                  </a:lnTo>
                  <a:lnTo>
                    <a:pt x="247" y="2"/>
                  </a:lnTo>
                  <a:lnTo>
                    <a:pt x="314" y="0"/>
                  </a:lnTo>
                  <a:lnTo>
                    <a:pt x="380" y="9"/>
                  </a:lnTo>
                  <a:lnTo>
                    <a:pt x="436" y="33"/>
                  </a:lnTo>
                  <a:lnTo>
                    <a:pt x="484" y="68"/>
                  </a:lnTo>
                  <a:lnTo>
                    <a:pt x="524" y="113"/>
                  </a:lnTo>
                  <a:lnTo>
                    <a:pt x="554" y="165"/>
                  </a:lnTo>
                  <a:lnTo>
                    <a:pt x="577" y="222"/>
                  </a:lnTo>
                  <a:lnTo>
                    <a:pt x="591" y="284"/>
                  </a:lnTo>
                  <a:lnTo>
                    <a:pt x="596" y="347"/>
                  </a:lnTo>
                  <a:lnTo>
                    <a:pt x="595" y="409"/>
                  </a:lnTo>
                  <a:lnTo>
                    <a:pt x="585" y="469"/>
                  </a:lnTo>
                  <a:lnTo>
                    <a:pt x="566" y="525"/>
                  </a:lnTo>
                  <a:lnTo>
                    <a:pt x="540" y="574"/>
                  </a:lnTo>
                  <a:lnTo>
                    <a:pt x="507" y="615"/>
                  </a:lnTo>
                  <a:lnTo>
                    <a:pt x="465" y="645"/>
                  </a:lnTo>
                  <a:lnTo>
                    <a:pt x="417" y="663"/>
                  </a:lnTo>
                  <a:lnTo>
                    <a:pt x="360" y="666"/>
                  </a:lnTo>
                  <a:lnTo>
                    <a:pt x="389" y="659"/>
                  </a:lnTo>
                  <a:lnTo>
                    <a:pt x="417" y="642"/>
                  </a:lnTo>
                  <a:lnTo>
                    <a:pt x="441" y="617"/>
                  </a:lnTo>
                  <a:lnTo>
                    <a:pt x="463" y="583"/>
                  </a:lnTo>
                  <a:lnTo>
                    <a:pt x="482" y="544"/>
                  </a:lnTo>
                  <a:lnTo>
                    <a:pt x="497" y="501"/>
                  </a:lnTo>
                  <a:lnTo>
                    <a:pt x="509" y="454"/>
                  </a:lnTo>
                  <a:lnTo>
                    <a:pt x="517" y="404"/>
                  </a:lnTo>
                  <a:lnTo>
                    <a:pt x="520" y="355"/>
                  </a:lnTo>
                  <a:lnTo>
                    <a:pt x="519" y="305"/>
                  </a:lnTo>
                  <a:lnTo>
                    <a:pt x="514" y="258"/>
                  </a:lnTo>
                  <a:lnTo>
                    <a:pt x="502" y="213"/>
                  </a:lnTo>
                  <a:lnTo>
                    <a:pt x="485" y="174"/>
                  </a:lnTo>
                  <a:lnTo>
                    <a:pt x="462" y="139"/>
                  </a:lnTo>
                  <a:lnTo>
                    <a:pt x="433" y="112"/>
                  </a:lnTo>
                  <a:lnTo>
                    <a:pt x="397" y="93"/>
                  </a:lnTo>
                  <a:lnTo>
                    <a:pt x="341" y="75"/>
                  </a:lnTo>
                  <a:lnTo>
                    <a:pt x="290" y="65"/>
                  </a:lnTo>
                  <a:lnTo>
                    <a:pt x="246" y="61"/>
                  </a:lnTo>
                  <a:lnTo>
                    <a:pt x="207" y="63"/>
                  </a:lnTo>
                  <a:lnTo>
                    <a:pt x="174" y="71"/>
                  </a:lnTo>
                  <a:lnTo>
                    <a:pt x="146" y="84"/>
                  </a:lnTo>
                  <a:lnTo>
                    <a:pt x="121" y="101"/>
                  </a:lnTo>
                  <a:lnTo>
                    <a:pt x="101" y="123"/>
                  </a:lnTo>
                  <a:lnTo>
                    <a:pt x="84" y="149"/>
                  </a:lnTo>
                  <a:lnTo>
                    <a:pt x="69" y="176"/>
                  </a:lnTo>
                  <a:lnTo>
                    <a:pt x="57" y="206"/>
                  </a:lnTo>
                  <a:lnTo>
                    <a:pt x="48" y="239"/>
                  </a:lnTo>
                  <a:lnTo>
                    <a:pt x="40" y="272"/>
                  </a:lnTo>
                  <a:lnTo>
                    <a:pt x="33" y="305"/>
                  </a:lnTo>
                  <a:lnTo>
                    <a:pt x="28" y="339"/>
                  </a:lnTo>
                  <a:lnTo>
                    <a:pt x="22" y="37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ar-IQ"/>
            </a:p>
          </p:txBody>
        </p:sp>
      </p:grpSp>
      <p:sp>
        <p:nvSpPr>
          <p:cNvPr id="179245" name="Rectangle 45">
            <a:extLst>
              <a:ext uri="{FF2B5EF4-FFF2-40B4-BE49-F238E27FC236}">
                <a16:creationId xmlns:a16="http://schemas.microsoft.com/office/drawing/2014/main" id="{E035B5B0-B6A8-CB86-E650-528E5751BFA0}"/>
              </a:ext>
            </a:extLst>
          </p:cNvPr>
          <p:cNvSpPr>
            <a:spLocks noGrp="1" noChangeArrowheads="1"/>
          </p:cNvSpPr>
          <p:nvPr>
            <p:ph type="title"/>
          </p:nvPr>
        </p:nvSpPr>
        <p:spPr bwMode="auto">
          <a:xfrm>
            <a:off x="590550" y="103188"/>
            <a:ext cx="10991850" cy="1314450"/>
          </a:xfrm>
          <a:prstGeom prst="rect">
            <a:avLst/>
          </a:prstGeom>
          <a:noFill/>
          <a:ln>
            <a:noFill/>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8" name="Rectangle 46">
            <a:extLst>
              <a:ext uri="{FF2B5EF4-FFF2-40B4-BE49-F238E27FC236}">
                <a16:creationId xmlns:a16="http://schemas.microsoft.com/office/drawing/2014/main" id="{FF35C78A-F636-32C6-692E-189B1E5158DF}"/>
              </a:ext>
            </a:extLst>
          </p:cNvPr>
          <p:cNvSpPr>
            <a:spLocks noGrp="1" noChangeArrowheads="1"/>
          </p:cNvSpPr>
          <p:nvPr>
            <p:ph type="body" idx="1"/>
          </p:nvPr>
        </p:nvSpPr>
        <p:spPr bwMode="auto">
          <a:xfrm>
            <a:off x="609600" y="1600200"/>
            <a:ext cx="10972800" cy="445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ar-IQ"/>
              <a:t>Click to 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179247" name="Rectangle 47">
            <a:extLst>
              <a:ext uri="{FF2B5EF4-FFF2-40B4-BE49-F238E27FC236}">
                <a16:creationId xmlns:a16="http://schemas.microsoft.com/office/drawing/2014/main" id="{BD1BCDCB-EBA1-1080-E0F1-E8601834E293}"/>
              </a:ext>
            </a:extLst>
          </p:cNvPr>
          <p:cNvSpPr>
            <a:spLocks noGrp="1" noChangeArrowheads="1"/>
          </p:cNvSpPr>
          <p:nvPr>
            <p:ph type="dt" sz="half" idx="2"/>
          </p:nvPr>
        </p:nvSpPr>
        <p:spPr bwMode="auto">
          <a:xfrm>
            <a:off x="609600" y="6243638"/>
            <a:ext cx="2844800" cy="457200"/>
          </a:xfrm>
          <a:prstGeom prst="rect">
            <a:avLst/>
          </a:prstGeom>
          <a:noFill/>
          <a:ln>
            <a:noFill/>
          </a:ln>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p>
        </p:txBody>
      </p:sp>
      <p:sp>
        <p:nvSpPr>
          <p:cNvPr id="179248" name="Rectangle 48">
            <a:extLst>
              <a:ext uri="{FF2B5EF4-FFF2-40B4-BE49-F238E27FC236}">
                <a16:creationId xmlns:a16="http://schemas.microsoft.com/office/drawing/2014/main" id="{4A0BCDC8-B358-FF5A-D2F3-B21F34FF1264}"/>
              </a:ext>
            </a:extLst>
          </p:cNvPr>
          <p:cNvSpPr>
            <a:spLocks noGrp="1" noChangeArrowheads="1"/>
          </p:cNvSpPr>
          <p:nvPr>
            <p:ph type="ftr" sz="quarter" idx="3"/>
          </p:nvPr>
        </p:nvSpPr>
        <p:spPr bwMode="auto">
          <a:xfrm>
            <a:off x="4165600" y="6248400"/>
            <a:ext cx="3860800" cy="457200"/>
          </a:xfrm>
          <a:prstGeom prst="rect">
            <a:avLst/>
          </a:prstGeom>
          <a:noFill/>
          <a:ln>
            <a:noFill/>
          </a:ln>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p>
        </p:txBody>
      </p:sp>
      <p:sp>
        <p:nvSpPr>
          <p:cNvPr id="179249" name="Rectangle 49">
            <a:extLst>
              <a:ext uri="{FF2B5EF4-FFF2-40B4-BE49-F238E27FC236}">
                <a16:creationId xmlns:a16="http://schemas.microsoft.com/office/drawing/2014/main" id="{793874C3-A5DB-D107-3026-8B064611A236}"/>
              </a:ext>
            </a:extLst>
          </p:cNvPr>
          <p:cNvSpPr>
            <a:spLocks noGrp="1" noChangeArrowheads="1"/>
          </p:cNvSpPr>
          <p:nvPr>
            <p:ph type="sldNum" sz="quarter" idx="4"/>
          </p:nvPr>
        </p:nvSpPr>
        <p:spPr bwMode="auto">
          <a:xfrm>
            <a:off x="8737600" y="6243638"/>
            <a:ext cx="28448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eaLnBrk="1" hangingPunct="1">
              <a:defRPr sz="1400" smtClean="0"/>
            </a:lvl1pPr>
          </a:lstStyle>
          <a:p>
            <a:pPr>
              <a:defRPr/>
            </a:pPr>
            <a:fld id="{E3F54976-7C6F-4BA5-9A75-4A04707037E7}"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Lst>
  <p:hf hdr="0" ftr="0" dt="0"/>
  <p:txStyles>
    <p:titleStyle>
      <a:lvl1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mj-lt"/>
          <a:ea typeface="+mj-ea"/>
          <a:cs typeface="+mj-cs"/>
        </a:defRPr>
      </a:lvl1pPr>
      <a:lvl2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cs typeface="Arial" pitchFamily="34" charset="0"/>
        </a:defRPr>
      </a:lvl2pPr>
      <a:lvl3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cs typeface="Arial" pitchFamily="34" charset="0"/>
        </a:defRPr>
      </a:lvl3pPr>
      <a:lvl4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cs typeface="Arial" pitchFamily="34" charset="0"/>
        </a:defRPr>
      </a:lvl4pPr>
      <a:lvl5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cs typeface="Arial" pitchFamily="34" charset="0"/>
        </a:defRPr>
      </a:lvl5pPr>
      <a:lvl6pPr marL="4572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cs typeface="Arial" pitchFamily="34" charset="0"/>
        </a:defRPr>
      </a:lvl6pPr>
      <a:lvl7pPr marL="9144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cs typeface="Arial" pitchFamily="34" charset="0"/>
        </a:defRPr>
      </a:lvl7pPr>
      <a:lvl8pPr marL="13716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cs typeface="Arial" pitchFamily="34" charset="0"/>
        </a:defRPr>
      </a:lvl8pPr>
      <a:lvl9pPr marL="18288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cs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ar-JO"/>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FEB42FB-8DDA-852D-4386-46AFE9BEA48B}"/>
              </a:ext>
            </a:extLst>
          </p:cNvPr>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eaLnBrk="1" hangingPunct="1">
              <a:defRPr/>
            </a:pPr>
            <a:endParaRPr lang="en-US" sz="1350" dirty="0"/>
          </a:p>
        </p:txBody>
      </p:sp>
      <p:sp>
        <p:nvSpPr>
          <p:cNvPr id="2051" name="Title Placeholder 1">
            <a:extLst>
              <a:ext uri="{FF2B5EF4-FFF2-40B4-BE49-F238E27FC236}">
                <a16:creationId xmlns:a16="http://schemas.microsoft.com/office/drawing/2014/main" id="{E1A9823D-5513-4438-C0BB-5890EB95BB29}"/>
              </a:ext>
            </a:extLst>
          </p:cNvPr>
          <p:cNvSpPr>
            <a:spLocks noGrp="1" noChangeArrowheads="1"/>
          </p:cNvSpPr>
          <p:nvPr>
            <p:ph type="title"/>
          </p:nvPr>
        </p:nvSpPr>
        <p:spPr bwMode="auto">
          <a:xfrm>
            <a:off x="604838" y="449263"/>
            <a:ext cx="10982325"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ar-IQ"/>
              <a:t>Click to edit Master title style</a:t>
            </a:r>
          </a:p>
        </p:txBody>
      </p:sp>
      <p:sp>
        <p:nvSpPr>
          <p:cNvPr id="2052" name="Text Placeholder 2">
            <a:extLst>
              <a:ext uri="{FF2B5EF4-FFF2-40B4-BE49-F238E27FC236}">
                <a16:creationId xmlns:a16="http://schemas.microsoft.com/office/drawing/2014/main" id="{CCCFAA38-22D7-8D56-3730-8A2A12AA3A74}"/>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ar-IQ"/>
              <a:t>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4" name="Date Placeholder 3">
            <a:extLst>
              <a:ext uri="{FF2B5EF4-FFF2-40B4-BE49-F238E27FC236}">
                <a16:creationId xmlns:a16="http://schemas.microsoft.com/office/drawing/2014/main" id="{C8E5861D-B3BB-57C7-F5E9-0B57DE6969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hangingPunct="1">
              <a:defRPr sz="900">
                <a:solidFill>
                  <a:schemeClr val="tx1">
                    <a:tint val="75000"/>
                  </a:schemeClr>
                </a:solidFill>
              </a:defRPr>
            </a:lvl1pPr>
          </a:lstStyle>
          <a:p>
            <a:pPr>
              <a:defRPr/>
            </a:pPr>
            <a:fld id="{A6D739E9-57F0-44F2-82E3-89B72011B11C}" type="datetimeFigureOut">
              <a:rPr lang="en-US"/>
              <a:pPr>
                <a:defRPr/>
              </a:pPr>
              <a:t>10/21/2026</a:t>
            </a:fld>
            <a:endParaRPr lang="en-US" dirty="0"/>
          </a:p>
        </p:txBody>
      </p:sp>
      <p:sp>
        <p:nvSpPr>
          <p:cNvPr id="5" name="Footer Placeholder 4">
            <a:extLst>
              <a:ext uri="{FF2B5EF4-FFF2-40B4-BE49-F238E27FC236}">
                <a16:creationId xmlns:a16="http://schemas.microsoft.com/office/drawing/2014/main" id="{E5213372-A139-3E95-8281-03FB65CA33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hangingPunct="1">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C536D4AA-67FB-BAE7-D0E7-EFC8E3882E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hangingPunct="1">
              <a:defRPr sz="900">
                <a:solidFill>
                  <a:schemeClr val="tx1">
                    <a:tint val="75000"/>
                  </a:schemeClr>
                </a:solidFill>
              </a:defRPr>
            </a:lvl1pPr>
          </a:lstStyle>
          <a:p>
            <a:pPr>
              <a:defRPr/>
            </a:pPr>
            <a:fld id="{6864983C-9435-492C-8709-E43967D65905}" type="slidenum">
              <a:rPr lang="en-US"/>
              <a:pPr>
                <a:defRPr/>
              </a:pPr>
              <a:t>‹#›</a:t>
            </a:fld>
            <a:endParaRPr lang="en-US" dirty="0"/>
          </a:p>
        </p:txBody>
      </p:sp>
      <p:cxnSp>
        <p:nvCxnSpPr>
          <p:cNvPr id="8" name="Straight Connector 7">
            <a:extLst>
              <a:ext uri="{FF2B5EF4-FFF2-40B4-BE49-F238E27FC236}">
                <a16:creationId xmlns:a16="http://schemas.microsoft.com/office/drawing/2014/main" id="{F706FAE0-87AA-5380-BB4D-00B4C47A7547}"/>
              </a:ext>
            </a:extLst>
          </p:cNvPr>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Lst>
  <p:txStyles>
    <p:titleStyle>
      <a:lvl1pPr algn="l" defTabSz="685800" rtl="0" eaLnBrk="0" fontAlgn="base" hangingPunct="0">
        <a:lnSpc>
          <a:spcPct val="90000"/>
        </a:lnSpc>
        <a:spcBef>
          <a:spcPct val="0"/>
        </a:spcBef>
        <a:spcAft>
          <a:spcPct val="0"/>
        </a:spcAft>
        <a:defRPr lang="en-US" sz="2100" kern="1200">
          <a:solidFill>
            <a:srgbClr val="114864"/>
          </a:solidFill>
          <a:latin typeface="+mj-lt"/>
          <a:ea typeface="+mj-ea"/>
          <a:cs typeface="+mj-cs"/>
        </a:defRPr>
      </a:lvl1pPr>
      <a:lvl2pPr algn="l" defTabSz="685800" rtl="0" eaLnBrk="0" fontAlgn="base" hangingPunct="0">
        <a:lnSpc>
          <a:spcPct val="90000"/>
        </a:lnSpc>
        <a:spcBef>
          <a:spcPct val="0"/>
        </a:spcBef>
        <a:spcAft>
          <a:spcPct val="0"/>
        </a:spcAft>
        <a:defRPr sz="2100">
          <a:solidFill>
            <a:srgbClr val="114864"/>
          </a:solidFill>
          <a:latin typeface="Segoe UI Light" panose="020B0502040204020203" pitchFamily="34" charset="0"/>
        </a:defRPr>
      </a:lvl2pPr>
      <a:lvl3pPr algn="l" defTabSz="685800" rtl="0" eaLnBrk="0" fontAlgn="base" hangingPunct="0">
        <a:lnSpc>
          <a:spcPct val="90000"/>
        </a:lnSpc>
        <a:spcBef>
          <a:spcPct val="0"/>
        </a:spcBef>
        <a:spcAft>
          <a:spcPct val="0"/>
        </a:spcAft>
        <a:defRPr sz="2100">
          <a:solidFill>
            <a:srgbClr val="114864"/>
          </a:solidFill>
          <a:latin typeface="Segoe UI Light" panose="020B0502040204020203" pitchFamily="34" charset="0"/>
        </a:defRPr>
      </a:lvl3pPr>
      <a:lvl4pPr algn="l" defTabSz="685800" rtl="0" eaLnBrk="0" fontAlgn="base" hangingPunct="0">
        <a:lnSpc>
          <a:spcPct val="90000"/>
        </a:lnSpc>
        <a:spcBef>
          <a:spcPct val="0"/>
        </a:spcBef>
        <a:spcAft>
          <a:spcPct val="0"/>
        </a:spcAft>
        <a:defRPr sz="2100">
          <a:solidFill>
            <a:srgbClr val="114864"/>
          </a:solidFill>
          <a:latin typeface="Segoe UI Light" panose="020B0502040204020203" pitchFamily="34" charset="0"/>
        </a:defRPr>
      </a:lvl4pPr>
      <a:lvl5pPr algn="l" defTabSz="685800" rtl="0" eaLnBrk="0" fontAlgn="base" hangingPunct="0">
        <a:lnSpc>
          <a:spcPct val="90000"/>
        </a:lnSpc>
        <a:spcBef>
          <a:spcPct val="0"/>
        </a:spcBef>
        <a:spcAft>
          <a:spcPct val="0"/>
        </a:spcAft>
        <a:defRPr sz="2100">
          <a:solidFill>
            <a:srgbClr val="114864"/>
          </a:solidFill>
          <a:latin typeface="Segoe UI Light" panose="020B0502040204020203" pitchFamily="34" charset="0"/>
        </a:defRPr>
      </a:lvl5pPr>
      <a:lvl6pPr marL="457200" algn="l" defTabSz="685800" rtl="0" fontAlgn="base">
        <a:lnSpc>
          <a:spcPct val="90000"/>
        </a:lnSpc>
        <a:spcBef>
          <a:spcPct val="0"/>
        </a:spcBef>
        <a:spcAft>
          <a:spcPct val="0"/>
        </a:spcAft>
        <a:defRPr sz="2100">
          <a:solidFill>
            <a:srgbClr val="114864"/>
          </a:solidFill>
          <a:latin typeface="Segoe UI Light" panose="020B0502040204020203" pitchFamily="34" charset="0"/>
        </a:defRPr>
      </a:lvl6pPr>
      <a:lvl7pPr marL="914400" algn="l" defTabSz="685800" rtl="0" fontAlgn="base">
        <a:lnSpc>
          <a:spcPct val="90000"/>
        </a:lnSpc>
        <a:spcBef>
          <a:spcPct val="0"/>
        </a:spcBef>
        <a:spcAft>
          <a:spcPct val="0"/>
        </a:spcAft>
        <a:defRPr sz="2100">
          <a:solidFill>
            <a:srgbClr val="114864"/>
          </a:solidFill>
          <a:latin typeface="Segoe UI Light" panose="020B0502040204020203" pitchFamily="34" charset="0"/>
        </a:defRPr>
      </a:lvl7pPr>
      <a:lvl8pPr marL="1371600" algn="l" defTabSz="685800" rtl="0" fontAlgn="base">
        <a:lnSpc>
          <a:spcPct val="90000"/>
        </a:lnSpc>
        <a:spcBef>
          <a:spcPct val="0"/>
        </a:spcBef>
        <a:spcAft>
          <a:spcPct val="0"/>
        </a:spcAft>
        <a:defRPr sz="2100">
          <a:solidFill>
            <a:srgbClr val="114864"/>
          </a:solidFill>
          <a:latin typeface="Segoe UI Light" panose="020B0502040204020203" pitchFamily="34" charset="0"/>
        </a:defRPr>
      </a:lvl8pPr>
      <a:lvl9pPr marL="1828800" algn="l" defTabSz="685800" rtl="0" fontAlgn="base">
        <a:lnSpc>
          <a:spcPct val="90000"/>
        </a:lnSpc>
        <a:spcBef>
          <a:spcPct val="0"/>
        </a:spcBef>
        <a:spcAft>
          <a:spcPct val="0"/>
        </a:spcAft>
        <a:defRPr sz="2100">
          <a:solidFill>
            <a:srgbClr val="114864"/>
          </a:solidFill>
          <a:latin typeface="Segoe UI Light" panose="020B0502040204020203"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29F7429-08C6-CDB9-2C1B-38B36DF0EB1C}"/>
              </a:ext>
            </a:extLst>
          </p:cNvPr>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eaLnBrk="1" hangingPunct="1">
              <a:defRPr/>
            </a:pPr>
            <a:endParaRPr lang="en-US" dirty="0"/>
          </a:p>
        </p:txBody>
      </p:sp>
      <p:sp>
        <p:nvSpPr>
          <p:cNvPr id="3075" name="Title Placeholder 1">
            <a:extLst>
              <a:ext uri="{FF2B5EF4-FFF2-40B4-BE49-F238E27FC236}">
                <a16:creationId xmlns:a16="http://schemas.microsoft.com/office/drawing/2014/main" id="{7C060F87-1561-C6E2-25E5-938D5C656028}"/>
              </a:ext>
            </a:extLst>
          </p:cNvPr>
          <p:cNvSpPr>
            <a:spLocks noGrp="1" noChangeArrowheads="1"/>
          </p:cNvSpPr>
          <p:nvPr>
            <p:ph type="title"/>
          </p:nvPr>
        </p:nvSpPr>
        <p:spPr bwMode="auto">
          <a:xfrm>
            <a:off x="604838" y="449263"/>
            <a:ext cx="10982325"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ar-IQ"/>
              <a:t>Click to edit Master title style</a:t>
            </a:r>
          </a:p>
        </p:txBody>
      </p:sp>
      <p:sp>
        <p:nvSpPr>
          <p:cNvPr id="3076" name="Text Placeholder 2">
            <a:extLst>
              <a:ext uri="{FF2B5EF4-FFF2-40B4-BE49-F238E27FC236}">
                <a16:creationId xmlns:a16="http://schemas.microsoft.com/office/drawing/2014/main" id="{4D0846D8-5BE3-F8B5-28A1-066DEE60BFBA}"/>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ar-IQ"/>
              <a:t>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4" name="Date Placeholder 3">
            <a:extLst>
              <a:ext uri="{FF2B5EF4-FFF2-40B4-BE49-F238E27FC236}">
                <a16:creationId xmlns:a16="http://schemas.microsoft.com/office/drawing/2014/main" id="{7F34F0F9-45A7-9241-E900-84960B547D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hangingPunct="1">
              <a:defRPr sz="1200">
                <a:solidFill>
                  <a:schemeClr val="tx1">
                    <a:tint val="75000"/>
                  </a:schemeClr>
                </a:solidFill>
              </a:defRPr>
            </a:lvl1pPr>
          </a:lstStyle>
          <a:p>
            <a:pPr>
              <a:defRPr/>
            </a:pPr>
            <a:fld id="{443F80C6-47D4-4970-9230-98BC75261300}" type="datetimeFigureOut">
              <a:rPr lang="en-US"/>
              <a:pPr>
                <a:defRPr/>
              </a:pPr>
              <a:t>10/21/2026</a:t>
            </a:fld>
            <a:endParaRPr lang="en-US" dirty="0"/>
          </a:p>
        </p:txBody>
      </p:sp>
      <p:sp>
        <p:nvSpPr>
          <p:cNvPr id="5" name="Footer Placeholder 4">
            <a:extLst>
              <a:ext uri="{FF2B5EF4-FFF2-40B4-BE49-F238E27FC236}">
                <a16:creationId xmlns:a16="http://schemas.microsoft.com/office/drawing/2014/main" id="{BA4CAF3C-5DC5-C62C-69A7-F61BB3FF19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hangingPunct="1">
              <a:defRPr sz="12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D69552F1-87A1-D065-F765-2B89850F41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hangingPunct="1">
              <a:defRPr sz="1200">
                <a:solidFill>
                  <a:schemeClr val="tx1">
                    <a:tint val="75000"/>
                  </a:schemeClr>
                </a:solidFill>
              </a:defRPr>
            </a:lvl1pPr>
          </a:lstStyle>
          <a:p>
            <a:pPr>
              <a:defRPr/>
            </a:pPr>
            <a:fld id="{14E45969-5357-44B4-94F5-C3E1E1396363}" type="slidenum">
              <a:rPr lang="en-US"/>
              <a:pPr>
                <a:defRPr/>
              </a:pPr>
              <a:t>‹#›</a:t>
            </a:fld>
            <a:endParaRPr lang="en-US" dirty="0"/>
          </a:p>
        </p:txBody>
      </p:sp>
      <p:cxnSp>
        <p:nvCxnSpPr>
          <p:cNvPr id="8" name="Straight Connector 7">
            <a:extLst>
              <a:ext uri="{FF2B5EF4-FFF2-40B4-BE49-F238E27FC236}">
                <a16:creationId xmlns:a16="http://schemas.microsoft.com/office/drawing/2014/main" id="{BD176C0C-CE71-4D31-7CE7-9F56DE4BCB59}"/>
              </a:ext>
            </a:extLst>
          </p:cNvPr>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Lst>
  <p:txStyles>
    <p:titleStyle>
      <a:lvl1pPr algn="l" rtl="0" eaLnBrk="0" fontAlgn="base" hangingPunct="0">
        <a:lnSpc>
          <a:spcPct val="90000"/>
        </a:lnSpc>
        <a:spcBef>
          <a:spcPct val="0"/>
        </a:spcBef>
        <a:spcAft>
          <a:spcPct val="0"/>
        </a:spcAft>
        <a:defRPr lang="en-US" sz="2800" kern="1200">
          <a:solidFill>
            <a:srgbClr val="114864"/>
          </a:solidFill>
          <a:latin typeface="+mj-lt"/>
          <a:ea typeface="+mj-ea"/>
          <a:cs typeface="+mj-cs"/>
        </a:defRPr>
      </a:lvl1pPr>
      <a:lvl2pPr algn="l" rtl="0" eaLnBrk="0" fontAlgn="base" hangingPunct="0">
        <a:lnSpc>
          <a:spcPct val="90000"/>
        </a:lnSpc>
        <a:spcBef>
          <a:spcPct val="0"/>
        </a:spcBef>
        <a:spcAft>
          <a:spcPct val="0"/>
        </a:spcAft>
        <a:defRPr sz="2800">
          <a:solidFill>
            <a:srgbClr val="114864"/>
          </a:solidFill>
          <a:latin typeface="Segoe UI Light" panose="020B0502040204020203" pitchFamily="34" charset="0"/>
        </a:defRPr>
      </a:lvl2pPr>
      <a:lvl3pPr algn="l" rtl="0" eaLnBrk="0" fontAlgn="base" hangingPunct="0">
        <a:lnSpc>
          <a:spcPct val="90000"/>
        </a:lnSpc>
        <a:spcBef>
          <a:spcPct val="0"/>
        </a:spcBef>
        <a:spcAft>
          <a:spcPct val="0"/>
        </a:spcAft>
        <a:defRPr sz="2800">
          <a:solidFill>
            <a:srgbClr val="114864"/>
          </a:solidFill>
          <a:latin typeface="Segoe UI Light" panose="020B0502040204020203" pitchFamily="34" charset="0"/>
        </a:defRPr>
      </a:lvl3pPr>
      <a:lvl4pPr algn="l" rtl="0" eaLnBrk="0" fontAlgn="base" hangingPunct="0">
        <a:lnSpc>
          <a:spcPct val="90000"/>
        </a:lnSpc>
        <a:spcBef>
          <a:spcPct val="0"/>
        </a:spcBef>
        <a:spcAft>
          <a:spcPct val="0"/>
        </a:spcAft>
        <a:defRPr sz="2800">
          <a:solidFill>
            <a:srgbClr val="114864"/>
          </a:solidFill>
          <a:latin typeface="Segoe UI Light" panose="020B0502040204020203" pitchFamily="34" charset="0"/>
        </a:defRPr>
      </a:lvl4pPr>
      <a:lvl5pPr algn="l" rtl="0" eaLnBrk="0" fontAlgn="base" hangingPunct="0">
        <a:lnSpc>
          <a:spcPct val="90000"/>
        </a:lnSpc>
        <a:spcBef>
          <a:spcPct val="0"/>
        </a:spcBef>
        <a:spcAft>
          <a:spcPct val="0"/>
        </a:spcAft>
        <a:defRPr sz="2800">
          <a:solidFill>
            <a:srgbClr val="114864"/>
          </a:solidFill>
          <a:latin typeface="Segoe UI Light" panose="020B0502040204020203" pitchFamily="34" charset="0"/>
        </a:defRPr>
      </a:lvl5pPr>
      <a:lvl6pPr marL="457200" algn="l" rtl="0" fontAlgn="base">
        <a:lnSpc>
          <a:spcPct val="90000"/>
        </a:lnSpc>
        <a:spcBef>
          <a:spcPct val="0"/>
        </a:spcBef>
        <a:spcAft>
          <a:spcPct val="0"/>
        </a:spcAft>
        <a:defRPr sz="2800">
          <a:solidFill>
            <a:srgbClr val="114864"/>
          </a:solidFill>
          <a:latin typeface="Segoe UI Light" panose="020B0502040204020203" pitchFamily="34" charset="0"/>
        </a:defRPr>
      </a:lvl6pPr>
      <a:lvl7pPr marL="914400" algn="l" rtl="0" fontAlgn="base">
        <a:lnSpc>
          <a:spcPct val="90000"/>
        </a:lnSpc>
        <a:spcBef>
          <a:spcPct val="0"/>
        </a:spcBef>
        <a:spcAft>
          <a:spcPct val="0"/>
        </a:spcAft>
        <a:defRPr sz="2800">
          <a:solidFill>
            <a:srgbClr val="114864"/>
          </a:solidFill>
          <a:latin typeface="Segoe UI Light" panose="020B0502040204020203" pitchFamily="34" charset="0"/>
        </a:defRPr>
      </a:lvl7pPr>
      <a:lvl8pPr marL="1371600" algn="l" rtl="0" fontAlgn="base">
        <a:lnSpc>
          <a:spcPct val="90000"/>
        </a:lnSpc>
        <a:spcBef>
          <a:spcPct val="0"/>
        </a:spcBef>
        <a:spcAft>
          <a:spcPct val="0"/>
        </a:spcAft>
        <a:defRPr sz="2800">
          <a:solidFill>
            <a:srgbClr val="114864"/>
          </a:solidFill>
          <a:latin typeface="Segoe UI Light" panose="020B0502040204020203" pitchFamily="34" charset="0"/>
        </a:defRPr>
      </a:lvl8pPr>
      <a:lvl9pPr marL="1828800" algn="l" rtl="0" fontAlgn="base">
        <a:lnSpc>
          <a:spcPct val="90000"/>
        </a:lnSpc>
        <a:spcBef>
          <a:spcPct val="0"/>
        </a:spcBef>
        <a:spcAft>
          <a:spcPct val="0"/>
        </a:spcAft>
        <a:defRPr sz="2800">
          <a:solidFill>
            <a:srgbClr val="114864"/>
          </a:solidFill>
          <a:latin typeface="Segoe UI Light" panose="020B0502040204020203"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61C78A64-880A-09E4-6713-EF27435F9957}"/>
              </a:ext>
            </a:extLst>
          </p:cNvPr>
          <p:cNvSpPr/>
          <p:nvPr/>
        </p:nvSpPr>
        <p:spPr>
          <a:xfrm>
            <a:off x="249238" y="250825"/>
            <a:ext cx="11679237" cy="6372225"/>
          </a:xfrm>
          <a:prstGeom prst="rect">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sp>
        <p:nvSpPr>
          <p:cNvPr id="36867" name="Title 1">
            <a:extLst>
              <a:ext uri="{FF2B5EF4-FFF2-40B4-BE49-F238E27FC236}">
                <a16:creationId xmlns:a16="http://schemas.microsoft.com/office/drawing/2014/main" id="{BE440EC7-2479-B208-7F8B-12B5796140D4}"/>
              </a:ext>
            </a:extLst>
          </p:cNvPr>
          <p:cNvSpPr>
            <a:spLocks noGrp="1" noChangeArrowheads="1"/>
          </p:cNvSpPr>
          <p:nvPr>
            <p:ph type="ctrTitle"/>
          </p:nvPr>
        </p:nvSpPr>
        <p:spPr/>
        <p:txBody>
          <a:bodyPr anchor="ctr"/>
          <a:lstStyle/>
          <a:p>
            <a:pPr eaLnBrk="1" hangingPunct="1"/>
            <a:r>
              <a:rPr altLang="ar-IQ"/>
              <a:t>Growth and development Overview</a:t>
            </a:r>
            <a:endParaRPr altLang="ar-IQ" sz="1800">
              <a:latin typeface="Segoe UI Semibold" panose="020B0702040204020203" pitchFamily="34" charset="0"/>
              <a:cs typeface="Segoe UI Semibold" panose="020B0702040204020203" pitchFamily="34" charset="0"/>
            </a:endParaRPr>
          </a:p>
        </p:txBody>
      </p:sp>
      <p:pic>
        <p:nvPicPr>
          <p:cNvPr id="36868" name="Grid" descr="grid plane">
            <a:extLst>
              <a:ext uri="{FF2B5EF4-FFF2-40B4-BE49-F238E27FC236}">
                <a16:creationId xmlns:a16="http://schemas.microsoft.com/office/drawing/2014/main" id="{754E1D68-0DA8-1304-8F5B-87BF0314C2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07" r="-943" b="64944"/>
          <a:stretch>
            <a:fillRect/>
          </a:stretch>
        </p:blipFill>
        <p:spPr bwMode="auto">
          <a:xfrm>
            <a:off x="407988" y="5591175"/>
            <a:ext cx="11520487"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9" name="Subtitle 2">
            <a:extLst>
              <a:ext uri="{FF2B5EF4-FFF2-40B4-BE49-F238E27FC236}">
                <a16:creationId xmlns:a16="http://schemas.microsoft.com/office/drawing/2014/main" id="{23F7901F-9F65-0BBB-9BC1-71DCC1C01535}"/>
              </a:ext>
            </a:extLst>
          </p:cNvPr>
          <p:cNvSpPr txBox="1">
            <a:spLocks noChangeArrowheads="1"/>
          </p:cNvSpPr>
          <p:nvPr/>
        </p:nvSpPr>
        <p:spPr bwMode="auto">
          <a:xfrm>
            <a:off x="8256588" y="4389438"/>
            <a:ext cx="2686050" cy="123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514350">
              <a:lnSpc>
                <a:spcPct val="90000"/>
              </a:lnSpc>
              <a:spcBef>
                <a:spcPts val="750"/>
              </a:spcBef>
              <a:buFont typeface="Arial" panose="020B0604020202020204" pitchFamily="34" charset="0"/>
              <a:buChar char="•"/>
              <a:defRPr sz="2100">
                <a:solidFill>
                  <a:schemeClr val="tx1"/>
                </a:solidFill>
                <a:latin typeface="Segoe UI" panose="020B0502040204020203" pitchFamily="34" charset="0"/>
              </a:defRPr>
            </a:lvl1pPr>
            <a:lvl2pPr marL="685800" indent="-171450" defTabSz="514350">
              <a:lnSpc>
                <a:spcPct val="90000"/>
              </a:lnSpc>
              <a:spcBef>
                <a:spcPts val="375"/>
              </a:spcBef>
              <a:buFont typeface="Arial" panose="020B0604020202020204" pitchFamily="34" charset="0"/>
              <a:buChar char="•"/>
              <a:defRPr>
                <a:solidFill>
                  <a:schemeClr val="tx1"/>
                </a:solidFill>
                <a:latin typeface="Segoe UI" panose="020B0502040204020203" pitchFamily="34" charset="0"/>
              </a:defRPr>
            </a:lvl2pPr>
            <a:lvl3pPr marL="1143000" indent="-171450" defTabSz="514350">
              <a:lnSpc>
                <a:spcPct val="90000"/>
              </a:lnSpc>
              <a:spcBef>
                <a:spcPts val="375"/>
              </a:spcBef>
              <a:buFont typeface="Arial" panose="020B0604020202020204" pitchFamily="34" charset="0"/>
              <a:buChar char="•"/>
              <a:defRPr sz="1500">
                <a:solidFill>
                  <a:schemeClr val="tx1"/>
                </a:solidFill>
                <a:latin typeface="Segoe UI" panose="020B0502040204020203" pitchFamily="34" charset="0"/>
              </a:defRPr>
            </a:lvl3pPr>
            <a:lvl4pPr marL="1600200" indent="-171450" defTabSz="514350">
              <a:lnSpc>
                <a:spcPct val="90000"/>
              </a:lnSpc>
              <a:spcBef>
                <a:spcPts val="375"/>
              </a:spcBef>
              <a:buFont typeface="Arial" panose="020B0604020202020204" pitchFamily="34" charset="0"/>
              <a:buChar char="•"/>
              <a:defRPr sz="1300">
                <a:solidFill>
                  <a:schemeClr val="tx1"/>
                </a:solidFill>
                <a:latin typeface="Segoe UI" panose="020B0502040204020203" pitchFamily="34" charset="0"/>
              </a:defRPr>
            </a:lvl4pPr>
            <a:lvl5pPr marL="2057400" indent="-171450" defTabSz="514350">
              <a:lnSpc>
                <a:spcPct val="90000"/>
              </a:lnSpc>
              <a:spcBef>
                <a:spcPts val="375"/>
              </a:spcBef>
              <a:buFont typeface="Arial" panose="020B0604020202020204" pitchFamily="34" charset="0"/>
              <a:buChar char="•"/>
              <a:defRPr sz="1300">
                <a:solidFill>
                  <a:schemeClr val="tx1"/>
                </a:solidFill>
                <a:latin typeface="Segoe UI" panose="020B0502040204020203" pitchFamily="34" charset="0"/>
              </a:defRPr>
            </a:lvl5pPr>
            <a:lvl6pPr marL="25146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6pPr>
            <a:lvl7pPr marL="29718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7pPr>
            <a:lvl8pPr marL="34290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8pPr>
            <a:lvl9pPr marL="38862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9pPr>
          </a:lstStyle>
          <a:p>
            <a:pPr eaLnBrk="1" hangingPunct="1">
              <a:lnSpc>
                <a:spcPct val="100000"/>
              </a:lnSpc>
              <a:spcBef>
                <a:spcPts val="563"/>
              </a:spcBef>
              <a:buFont typeface="Arial" panose="020B0604020202020204" pitchFamily="34" charset="0"/>
              <a:buNone/>
            </a:pPr>
            <a:r>
              <a:rPr lang="en-US" altLang="ar-IQ" sz="1200">
                <a:solidFill>
                  <a:srgbClr val="FFFFFF"/>
                </a:solidFill>
                <a:latin typeface="Segoe UI Light" panose="020B0502040204020203" pitchFamily="34" charset="0"/>
                <a:cs typeface="Segoe UI Light" panose="020B0502040204020203" pitchFamily="34" charset="0"/>
              </a:rPr>
              <a:t>Third Stage</a:t>
            </a:r>
          </a:p>
          <a:p>
            <a:pPr eaLnBrk="1" hangingPunct="1">
              <a:lnSpc>
                <a:spcPct val="100000"/>
              </a:lnSpc>
              <a:spcBef>
                <a:spcPts val="563"/>
              </a:spcBef>
              <a:buFont typeface="Arial" panose="020B0604020202020204" pitchFamily="34" charset="0"/>
              <a:buNone/>
            </a:pPr>
            <a:r>
              <a:rPr lang="en-US" altLang="ar-IQ" sz="1200">
                <a:solidFill>
                  <a:srgbClr val="FFFFFF"/>
                </a:solidFill>
                <a:latin typeface="Segoe UI Variable Small Semibol" pitchFamily="2" charset="0"/>
                <a:cs typeface="Segoe UI Light" panose="020B0502040204020203" pitchFamily="34" charset="0"/>
              </a:rPr>
              <a:t>Dr. Moustafa Alshammari</a:t>
            </a:r>
          </a:p>
          <a:p>
            <a:pPr eaLnBrk="1" hangingPunct="1">
              <a:lnSpc>
                <a:spcPct val="100000"/>
              </a:lnSpc>
              <a:spcBef>
                <a:spcPts val="563"/>
              </a:spcBef>
              <a:buFont typeface="Arial" panose="020B0604020202020204" pitchFamily="34" charset="0"/>
              <a:buNone/>
            </a:pPr>
            <a:r>
              <a:rPr lang="en-US" altLang="ar-IQ" sz="1200">
                <a:solidFill>
                  <a:srgbClr val="FFFFFF"/>
                </a:solidFill>
                <a:latin typeface="Segoe UI Light" panose="020B0502040204020203" pitchFamily="34" charset="0"/>
                <a:cs typeface="Segoe UI Light" panose="020B0502040204020203" pitchFamily="34" charset="0"/>
              </a:rPr>
              <a:t>Growth and Developments </a:t>
            </a:r>
          </a:p>
        </p:txBody>
      </p: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Slide Number Placeholder 5">
            <a:extLst>
              <a:ext uri="{FF2B5EF4-FFF2-40B4-BE49-F238E27FC236}">
                <a16:creationId xmlns:a16="http://schemas.microsoft.com/office/drawing/2014/main" id="{72DE540F-4A78-99DB-DBE9-268B2F80DF8B}"/>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2E06B9A5-A5A7-4165-94D1-B84AD0ACBA2D}" type="slidenum">
              <a:rPr lang="ar-SA" altLang="ar-IQ" sz="1400"/>
              <a:pPr>
                <a:spcBef>
                  <a:spcPct val="0"/>
                </a:spcBef>
                <a:buFontTx/>
                <a:buNone/>
              </a:pPr>
              <a:t>2</a:t>
            </a:fld>
            <a:endParaRPr lang="en-US" altLang="ar-IQ" sz="1400"/>
          </a:p>
        </p:txBody>
      </p:sp>
      <p:sp>
        <p:nvSpPr>
          <p:cNvPr id="165890" name="Rectangle 2">
            <a:extLst>
              <a:ext uri="{FF2B5EF4-FFF2-40B4-BE49-F238E27FC236}">
                <a16:creationId xmlns:a16="http://schemas.microsoft.com/office/drawing/2014/main" id="{7CC8F6EE-5320-ECA4-FD44-8AED791331EF}"/>
              </a:ext>
            </a:extLst>
          </p:cNvPr>
          <p:cNvSpPr>
            <a:spLocks noGrp="1" noChangeArrowheads="1"/>
          </p:cNvSpPr>
          <p:nvPr>
            <p:ph type="title"/>
          </p:nvPr>
        </p:nvSpPr>
        <p:spPr>
          <a:xfrm>
            <a:off x="1919288" y="0"/>
            <a:ext cx="8291512" cy="1412875"/>
          </a:xfrm>
        </p:spPr>
        <p:txBody>
          <a:bodyPr/>
          <a:lstStyle/>
          <a:p>
            <a:pPr algn="l" eaLnBrk="1" hangingPunct="1">
              <a:defRPr/>
            </a:pPr>
            <a:br>
              <a:rPr lang="en-US" sz="4000" b="1" i="1"/>
            </a:br>
            <a:r>
              <a:rPr lang="en-US" sz="3200" b="1" u="sng"/>
              <a:t>Adolescent Period</a:t>
            </a:r>
            <a:r>
              <a:rPr lang="en-US" sz="3200" b="1" i="1" u="sng"/>
              <a:t> </a:t>
            </a:r>
            <a:r>
              <a:rPr lang="en-US" sz="3200" b="1" u="sng"/>
              <a:t>Objectives:</a:t>
            </a:r>
            <a:r>
              <a:rPr lang="en-US" sz="3200" b="1" i="1"/>
              <a:t> </a:t>
            </a:r>
            <a:br>
              <a:rPr lang="en-US" sz="3200" b="1" u="sng"/>
            </a:br>
            <a:endParaRPr lang="en-US" sz="3200" b="1" u="sng"/>
          </a:p>
        </p:txBody>
      </p:sp>
      <p:sp>
        <p:nvSpPr>
          <p:cNvPr id="38916" name="Rectangle 3">
            <a:extLst>
              <a:ext uri="{FF2B5EF4-FFF2-40B4-BE49-F238E27FC236}">
                <a16:creationId xmlns:a16="http://schemas.microsoft.com/office/drawing/2014/main" id="{C7C85660-60EC-C339-8478-F6280F1916F6}"/>
              </a:ext>
            </a:extLst>
          </p:cNvPr>
          <p:cNvSpPr>
            <a:spLocks noGrp="1" noChangeArrowheads="1"/>
          </p:cNvSpPr>
          <p:nvPr>
            <p:ph type="body" idx="1"/>
          </p:nvPr>
        </p:nvSpPr>
        <p:spPr>
          <a:xfrm>
            <a:off x="1992313" y="1125538"/>
            <a:ext cx="8424862" cy="5000625"/>
          </a:xfrm>
        </p:spPr>
        <p:txBody>
          <a:bodyPr/>
          <a:lstStyle/>
          <a:p>
            <a:pPr eaLnBrk="1" hangingPunct="1">
              <a:lnSpc>
                <a:spcPct val="80000"/>
              </a:lnSpc>
              <a:buFontTx/>
              <a:buNone/>
            </a:pPr>
            <a:r>
              <a:rPr lang="en-US" altLang="ar-IQ" sz="2400" b="1"/>
              <a:t>   </a:t>
            </a:r>
            <a:r>
              <a:rPr lang="en-US" altLang="ar-IQ" b="1"/>
              <a:t>Upon Completion and mastery of adolescent period of development the student will be able to:</a:t>
            </a:r>
          </a:p>
          <a:p>
            <a:pPr eaLnBrk="1" hangingPunct="1">
              <a:lnSpc>
                <a:spcPct val="80000"/>
              </a:lnSpc>
            </a:pPr>
            <a:r>
              <a:rPr lang="en-US" altLang="ar-IQ" b="1"/>
              <a:t>Discuss the phases of adolescent development.</a:t>
            </a:r>
          </a:p>
          <a:p>
            <a:pPr eaLnBrk="1" hangingPunct="1">
              <a:lnSpc>
                <a:spcPct val="80000"/>
              </a:lnSpc>
            </a:pPr>
            <a:r>
              <a:rPr lang="en-US" altLang="ar-IQ" b="1"/>
              <a:t>Explain the essential changes in physical development of adolescents </a:t>
            </a:r>
          </a:p>
          <a:p>
            <a:pPr eaLnBrk="1" hangingPunct="1">
              <a:lnSpc>
                <a:spcPct val="80000"/>
              </a:lnSpc>
            </a:pPr>
            <a:r>
              <a:rPr lang="en-US" altLang="ar-IQ" b="1"/>
              <a:t>Explain psychosocial development of adolescents, according to Erikson.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Slide Number Placeholder 5">
            <a:extLst>
              <a:ext uri="{FF2B5EF4-FFF2-40B4-BE49-F238E27FC236}">
                <a16:creationId xmlns:a16="http://schemas.microsoft.com/office/drawing/2014/main" id="{45479353-3F7A-2654-1815-4005C51A0EAC}"/>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1E296BED-6C96-4DF2-8122-E5C5BE22E42F}" type="slidenum">
              <a:rPr lang="ar-SA" altLang="ar-IQ" sz="1400"/>
              <a:pPr>
                <a:spcBef>
                  <a:spcPct val="0"/>
                </a:spcBef>
                <a:buFontTx/>
                <a:buNone/>
              </a:pPr>
              <a:t>3</a:t>
            </a:fld>
            <a:endParaRPr lang="en-US" altLang="ar-IQ" sz="1400"/>
          </a:p>
        </p:txBody>
      </p:sp>
      <p:sp>
        <p:nvSpPr>
          <p:cNvPr id="182274" name="Rectangle 2">
            <a:extLst>
              <a:ext uri="{FF2B5EF4-FFF2-40B4-BE49-F238E27FC236}">
                <a16:creationId xmlns:a16="http://schemas.microsoft.com/office/drawing/2014/main" id="{B7269FDE-BC0B-7DCF-EA80-F693ADA79608}"/>
              </a:ext>
            </a:extLst>
          </p:cNvPr>
          <p:cNvSpPr>
            <a:spLocks noGrp="1" noChangeArrowheads="1"/>
          </p:cNvSpPr>
          <p:nvPr>
            <p:ph type="title"/>
          </p:nvPr>
        </p:nvSpPr>
        <p:spPr>
          <a:xfrm>
            <a:off x="1919288" y="549275"/>
            <a:ext cx="8291512" cy="358775"/>
          </a:xfrm>
        </p:spPr>
        <p:txBody>
          <a:bodyPr/>
          <a:lstStyle/>
          <a:p>
            <a:pPr eaLnBrk="1" hangingPunct="1">
              <a:defRPr/>
            </a:pPr>
            <a:r>
              <a:rPr lang="en-US" sz="2400" b="1" u="sng"/>
              <a:t>Cont. Adolescent Period</a:t>
            </a:r>
            <a:r>
              <a:rPr lang="en-US" sz="2400" b="1" i="1" u="sng"/>
              <a:t> </a:t>
            </a:r>
            <a:r>
              <a:rPr lang="en-US" sz="2400" b="1" u="sng"/>
              <a:t>Objectives</a:t>
            </a:r>
          </a:p>
        </p:txBody>
      </p:sp>
      <p:sp>
        <p:nvSpPr>
          <p:cNvPr id="39940" name="Rectangle 3">
            <a:extLst>
              <a:ext uri="{FF2B5EF4-FFF2-40B4-BE49-F238E27FC236}">
                <a16:creationId xmlns:a16="http://schemas.microsoft.com/office/drawing/2014/main" id="{31F98CF1-DB65-DCBC-2961-17DCA67DB60F}"/>
              </a:ext>
            </a:extLst>
          </p:cNvPr>
          <p:cNvSpPr>
            <a:spLocks noGrp="1" noChangeArrowheads="1"/>
          </p:cNvSpPr>
          <p:nvPr>
            <p:ph type="body" idx="1"/>
          </p:nvPr>
        </p:nvSpPr>
        <p:spPr>
          <a:xfrm>
            <a:off x="1981200" y="981075"/>
            <a:ext cx="8229600" cy="5075238"/>
          </a:xfrm>
        </p:spPr>
        <p:txBody>
          <a:bodyPr/>
          <a:lstStyle/>
          <a:p>
            <a:pPr marL="609600" indent="-609600" eaLnBrk="1" hangingPunct="1">
              <a:lnSpc>
                <a:spcPct val="90000"/>
              </a:lnSpc>
              <a:buFontTx/>
              <a:buAutoNum type="arabicPeriod" startAt="4"/>
            </a:pPr>
            <a:r>
              <a:rPr lang="en-US" altLang="ar-IQ" sz="2800" b="1"/>
              <a:t>Explain the essential changes in cognitive development during adolescence according to Piaget.</a:t>
            </a:r>
          </a:p>
          <a:p>
            <a:pPr marL="609600" indent="-609600" eaLnBrk="1" hangingPunct="1">
              <a:lnSpc>
                <a:spcPct val="90000"/>
              </a:lnSpc>
              <a:buFontTx/>
              <a:buAutoNum type="arabicPeriod" startAt="4"/>
            </a:pPr>
            <a:r>
              <a:rPr lang="en-US" altLang="ar-IQ" sz="2800" b="1"/>
              <a:t>Describe moral development of adolescents </a:t>
            </a:r>
          </a:p>
          <a:p>
            <a:pPr marL="609600" indent="-609600" eaLnBrk="1" hangingPunct="1">
              <a:lnSpc>
                <a:spcPct val="90000"/>
              </a:lnSpc>
              <a:buFontTx/>
              <a:buAutoNum type="arabicPeriod" startAt="4"/>
            </a:pPr>
            <a:r>
              <a:rPr lang="en-US" altLang="ar-IQ" sz="2800" b="1"/>
              <a:t>Discuss spiritual development of adolescents. </a:t>
            </a:r>
          </a:p>
          <a:p>
            <a:pPr marL="609600" indent="-609600" eaLnBrk="1" hangingPunct="1">
              <a:lnSpc>
                <a:spcPct val="90000"/>
              </a:lnSpc>
              <a:buFontTx/>
              <a:buAutoNum type="arabicPeriod" startAt="4"/>
            </a:pPr>
            <a:r>
              <a:rPr lang="en-US" altLang="ar-IQ" sz="2800" b="1"/>
              <a:t>Identify common health hazards and concerns of adolescents.</a:t>
            </a:r>
          </a:p>
          <a:p>
            <a:pPr marL="609600" indent="-609600" eaLnBrk="1" hangingPunct="1">
              <a:lnSpc>
                <a:spcPct val="90000"/>
              </a:lnSpc>
              <a:buFontTx/>
              <a:buAutoNum type="arabicPeriod" startAt="4"/>
            </a:pPr>
            <a:r>
              <a:rPr lang="en-US" altLang="ar-IQ" sz="2800" b="1"/>
              <a:t>Discuss nursing implications related to common health concerns of adolescents.</a:t>
            </a:r>
          </a:p>
          <a:p>
            <a:pPr marL="609600" indent="-609600" eaLnBrk="1" hangingPunct="1">
              <a:lnSpc>
                <a:spcPct val="90000"/>
              </a:lnSpc>
            </a:pPr>
            <a:endParaRPr lang="en-US" altLang="ar-IQ"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A0FD7C82-1589-19C0-EF16-19DF840A8A22}"/>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EC7F6C85-D55C-4806-A7A2-F0CABA4A9F93}" type="slidenum">
              <a:rPr lang="ar-SA" altLang="ar-IQ" sz="1400"/>
              <a:pPr>
                <a:spcBef>
                  <a:spcPct val="0"/>
                </a:spcBef>
                <a:buFontTx/>
                <a:buNone/>
              </a:pPr>
              <a:t>4</a:t>
            </a:fld>
            <a:endParaRPr lang="en-US" altLang="ar-IQ" sz="1400"/>
          </a:p>
        </p:txBody>
      </p:sp>
      <p:sp>
        <p:nvSpPr>
          <p:cNvPr id="3074" name="Rectangle 2">
            <a:extLst>
              <a:ext uri="{FF2B5EF4-FFF2-40B4-BE49-F238E27FC236}">
                <a16:creationId xmlns:a16="http://schemas.microsoft.com/office/drawing/2014/main" id="{F819A2B3-CDE9-A1E3-521F-D7FC45C32EDF}"/>
              </a:ext>
            </a:extLst>
          </p:cNvPr>
          <p:cNvSpPr>
            <a:spLocks noGrp="1" noChangeArrowheads="1"/>
          </p:cNvSpPr>
          <p:nvPr>
            <p:ph type="title"/>
          </p:nvPr>
        </p:nvSpPr>
        <p:spPr>
          <a:xfrm>
            <a:off x="2640013" y="0"/>
            <a:ext cx="7343775" cy="1268413"/>
          </a:xfrm>
        </p:spPr>
        <p:txBody>
          <a:bodyPr/>
          <a:lstStyle/>
          <a:p>
            <a:pPr algn="l" eaLnBrk="1" hangingPunct="1">
              <a:defRPr/>
            </a:pPr>
            <a:r>
              <a:rPr lang="en-US" b="1" u="sng"/>
              <a:t>Adolescent Period</a:t>
            </a:r>
          </a:p>
        </p:txBody>
      </p:sp>
      <p:sp>
        <p:nvSpPr>
          <p:cNvPr id="40964" name="Rectangle 3">
            <a:extLst>
              <a:ext uri="{FF2B5EF4-FFF2-40B4-BE49-F238E27FC236}">
                <a16:creationId xmlns:a16="http://schemas.microsoft.com/office/drawing/2014/main" id="{70404585-CFE1-5549-C093-F895332C9F87}"/>
              </a:ext>
            </a:extLst>
          </p:cNvPr>
          <p:cNvSpPr>
            <a:spLocks noGrp="1" noChangeArrowheads="1"/>
          </p:cNvSpPr>
          <p:nvPr>
            <p:ph type="body" idx="1"/>
          </p:nvPr>
        </p:nvSpPr>
        <p:spPr>
          <a:xfrm>
            <a:off x="1992313" y="1125538"/>
            <a:ext cx="8351837" cy="5472112"/>
          </a:xfrm>
        </p:spPr>
        <p:txBody>
          <a:bodyPr/>
          <a:lstStyle/>
          <a:p>
            <a:pPr marL="609600" indent="-609600" eaLnBrk="1" hangingPunct="1">
              <a:lnSpc>
                <a:spcPct val="80000"/>
              </a:lnSpc>
            </a:pPr>
            <a:endParaRPr lang="en-US" altLang="ar-IQ" sz="300" b="1">
              <a:latin typeface="Times New Roman" panose="02020603050405020304" pitchFamily="18" charset="0"/>
              <a:cs typeface="Times New Roman" panose="02020603050405020304" pitchFamily="18" charset="0"/>
            </a:endParaRPr>
          </a:p>
          <a:p>
            <a:pPr marL="609600" indent="-609600" eaLnBrk="1" hangingPunct="1">
              <a:lnSpc>
                <a:spcPct val="80000"/>
              </a:lnSpc>
            </a:pPr>
            <a:endParaRPr lang="en-US" altLang="ar-IQ" sz="300" b="1">
              <a:latin typeface="Times New Roman" panose="02020603050405020304" pitchFamily="18" charset="0"/>
              <a:cs typeface="Times New Roman" panose="02020603050405020304" pitchFamily="18" charset="0"/>
            </a:endParaRPr>
          </a:p>
          <a:p>
            <a:pPr marL="609600" indent="-609600" eaLnBrk="1" hangingPunct="1">
              <a:lnSpc>
                <a:spcPct val="80000"/>
              </a:lnSpc>
            </a:pPr>
            <a:endParaRPr lang="en-US" altLang="ar-IQ" sz="300" b="1" u="sng">
              <a:latin typeface="Times New Roman" panose="02020603050405020304" pitchFamily="18" charset="0"/>
              <a:cs typeface="Times New Roman" panose="02020603050405020304" pitchFamily="18" charset="0"/>
            </a:endParaRPr>
          </a:p>
          <a:p>
            <a:pPr marL="609600" indent="-609600" eaLnBrk="1" hangingPunct="1">
              <a:lnSpc>
                <a:spcPct val="80000"/>
              </a:lnSpc>
              <a:buClr>
                <a:schemeClr val="tx1"/>
              </a:buClr>
            </a:pPr>
            <a:r>
              <a:rPr lang="en-US" altLang="ar-IQ" sz="2800" b="1"/>
              <a:t>Transitional period from childhood to adulthood.</a:t>
            </a:r>
          </a:p>
          <a:p>
            <a:pPr marL="609600" indent="-609600" eaLnBrk="1" hangingPunct="1">
              <a:lnSpc>
                <a:spcPct val="80000"/>
              </a:lnSpc>
              <a:buClr>
                <a:schemeClr val="tx1"/>
              </a:buClr>
              <a:buFontTx/>
              <a:buNone/>
            </a:pPr>
            <a:r>
              <a:rPr lang="en-US" altLang="ar-IQ" sz="2800" b="1"/>
              <a:t> </a:t>
            </a:r>
          </a:p>
          <a:p>
            <a:pPr marL="609600" indent="-609600" eaLnBrk="1" hangingPunct="1">
              <a:lnSpc>
                <a:spcPct val="80000"/>
              </a:lnSpc>
              <a:buClr>
                <a:schemeClr val="tx1"/>
              </a:buClr>
            </a:pPr>
            <a:r>
              <a:rPr lang="en-US" altLang="ar-IQ" sz="2800" b="1"/>
              <a:t>Adolescents often feel a sense of stress and anxiety throughout this period.</a:t>
            </a:r>
          </a:p>
          <a:p>
            <a:pPr marL="609600" indent="-609600" eaLnBrk="1" hangingPunct="1">
              <a:lnSpc>
                <a:spcPct val="80000"/>
              </a:lnSpc>
              <a:buClr>
                <a:schemeClr val="tx1"/>
              </a:buClr>
              <a:buFontTx/>
              <a:buNone/>
            </a:pPr>
            <a:r>
              <a:rPr lang="en-US" altLang="ar-IQ" sz="2800" b="1"/>
              <a:t> </a:t>
            </a:r>
          </a:p>
          <a:p>
            <a:pPr marL="609600" indent="-609600" eaLnBrk="1" hangingPunct="1">
              <a:lnSpc>
                <a:spcPct val="80000"/>
              </a:lnSpc>
              <a:buClr>
                <a:schemeClr val="tx1"/>
              </a:buClr>
            </a:pPr>
            <a:r>
              <a:rPr lang="en-US" altLang="ar-IQ" sz="2800" b="1"/>
              <a:t>Nurses must understand the types of physical and psychological changes that face the adolescent and the sources of frustration they meet in society.</a:t>
            </a:r>
          </a:p>
          <a:p>
            <a:pPr marL="609600" indent="-609600" eaLnBrk="1" hangingPunct="1">
              <a:lnSpc>
                <a:spcPct val="80000"/>
              </a:lnSpc>
              <a:buClr>
                <a:schemeClr val="tx1"/>
              </a:buClr>
              <a:buFontTx/>
              <a:buNone/>
            </a:pPr>
            <a:r>
              <a:rPr lang="en-US" altLang="ar-IQ" sz="2800" b="1"/>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BB15185F-8218-748A-E35D-3D52A8019757}"/>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D7119C4C-DF16-4C34-9C59-6419713ECBEC}" type="slidenum">
              <a:rPr lang="ar-SA" altLang="ar-IQ" sz="1400"/>
              <a:pPr>
                <a:spcBef>
                  <a:spcPct val="0"/>
                </a:spcBef>
                <a:buFontTx/>
                <a:buNone/>
              </a:pPr>
              <a:t>5</a:t>
            </a:fld>
            <a:endParaRPr lang="en-US" altLang="ar-IQ" sz="1400"/>
          </a:p>
        </p:txBody>
      </p:sp>
      <p:sp>
        <p:nvSpPr>
          <p:cNvPr id="41987" name="Rectangle 3">
            <a:extLst>
              <a:ext uri="{FF2B5EF4-FFF2-40B4-BE49-F238E27FC236}">
                <a16:creationId xmlns:a16="http://schemas.microsoft.com/office/drawing/2014/main" id="{83F1E430-E10F-B309-1AD1-1C1009559937}"/>
              </a:ext>
            </a:extLst>
          </p:cNvPr>
          <p:cNvSpPr>
            <a:spLocks noGrp="1" noChangeArrowheads="1"/>
          </p:cNvSpPr>
          <p:nvPr>
            <p:ph type="body" idx="1"/>
          </p:nvPr>
        </p:nvSpPr>
        <p:spPr>
          <a:xfrm>
            <a:off x="1774825" y="404813"/>
            <a:ext cx="8642350" cy="6453187"/>
          </a:xfrm>
        </p:spPr>
        <p:txBody>
          <a:bodyPr/>
          <a:lstStyle/>
          <a:p>
            <a:pPr eaLnBrk="1" hangingPunct="1">
              <a:lnSpc>
                <a:spcPct val="90000"/>
              </a:lnSpc>
            </a:pPr>
            <a:r>
              <a:rPr lang="en-US" altLang="ar-IQ" b="1"/>
              <a:t>During this period , the person becomes </a:t>
            </a:r>
            <a:r>
              <a:rPr lang="en-US" altLang="ar-IQ" b="1">
                <a:solidFill>
                  <a:srgbClr val="FF0066"/>
                </a:solidFill>
              </a:rPr>
              <a:t>physically and psychologically mature and acquires a personal identity</a:t>
            </a:r>
            <a:r>
              <a:rPr lang="en-US" altLang="ar-IQ" b="1"/>
              <a:t>.</a:t>
            </a:r>
          </a:p>
          <a:p>
            <a:pPr eaLnBrk="1" hangingPunct="1">
              <a:lnSpc>
                <a:spcPct val="90000"/>
              </a:lnSpc>
              <a:buClr>
                <a:schemeClr val="tx1"/>
              </a:buClr>
            </a:pPr>
            <a:r>
              <a:rPr lang="en-US" altLang="ar-IQ" b="1"/>
              <a:t> At the end of this critical period in development, the person is ready to enter adulthood and assume its responsibilities.</a:t>
            </a:r>
          </a:p>
          <a:p>
            <a:pPr eaLnBrk="1" hangingPunct="1">
              <a:lnSpc>
                <a:spcPct val="90000"/>
              </a:lnSpc>
            </a:pPr>
            <a:r>
              <a:rPr lang="en-US" altLang="ar-IQ" b="1"/>
              <a:t> The length of adolescence is culturally determined to some extent. North America adolescence is longer than in some cultures, extending to 18 to 20 years of age.</a:t>
            </a:r>
          </a:p>
          <a:p>
            <a:pPr eaLnBrk="1" hangingPunct="1">
              <a:lnSpc>
                <a:spcPct val="90000"/>
              </a:lnSpc>
            </a:pPr>
            <a:endParaRPr lang="en-US" altLang="ar-IQ"/>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518BF6E0-DE5E-15B8-8CC4-C5EBA3434CB7}"/>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CEB2EE8A-DAD1-49E5-859A-E6359CC77701}" type="slidenum">
              <a:rPr lang="ar-SA" altLang="ar-IQ" sz="1400"/>
              <a:pPr>
                <a:spcBef>
                  <a:spcPct val="0"/>
                </a:spcBef>
                <a:buFontTx/>
                <a:buNone/>
              </a:pPr>
              <a:t>6</a:t>
            </a:fld>
            <a:endParaRPr lang="en-US" altLang="ar-IQ" sz="1400"/>
          </a:p>
        </p:txBody>
      </p:sp>
      <p:sp>
        <p:nvSpPr>
          <p:cNvPr id="132098" name="Rectangle 2">
            <a:extLst>
              <a:ext uri="{FF2B5EF4-FFF2-40B4-BE49-F238E27FC236}">
                <a16:creationId xmlns:a16="http://schemas.microsoft.com/office/drawing/2014/main" id="{9E889097-4764-18A1-351A-B49780626F90}"/>
              </a:ext>
            </a:extLst>
          </p:cNvPr>
          <p:cNvSpPr>
            <a:spLocks noGrp="1" noChangeArrowheads="1"/>
          </p:cNvSpPr>
          <p:nvPr>
            <p:ph type="title"/>
          </p:nvPr>
        </p:nvSpPr>
        <p:spPr>
          <a:xfrm>
            <a:off x="1966913" y="103188"/>
            <a:ext cx="8243887" cy="1060450"/>
          </a:xfrm>
        </p:spPr>
        <p:txBody>
          <a:bodyPr/>
          <a:lstStyle/>
          <a:p>
            <a:pPr algn="l" eaLnBrk="1" hangingPunct="1">
              <a:defRPr/>
            </a:pPr>
            <a:r>
              <a:rPr lang="en-US" b="1"/>
              <a:t>Puberty </a:t>
            </a:r>
            <a:r>
              <a:rPr lang="ar-SA" b="1"/>
              <a:t>سن البلوغ</a:t>
            </a:r>
            <a:r>
              <a:rPr lang="en-US" b="1"/>
              <a:t>   </a:t>
            </a:r>
          </a:p>
        </p:txBody>
      </p:sp>
      <p:sp>
        <p:nvSpPr>
          <p:cNvPr id="43012" name="Rectangle 3">
            <a:extLst>
              <a:ext uri="{FF2B5EF4-FFF2-40B4-BE49-F238E27FC236}">
                <a16:creationId xmlns:a16="http://schemas.microsoft.com/office/drawing/2014/main" id="{818039D6-D751-09E2-5E6C-1683A5BD9F37}"/>
              </a:ext>
            </a:extLst>
          </p:cNvPr>
          <p:cNvSpPr>
            <a:spLocks noGrp="1" noChangeArrowheads="1"/>
          </p:cNvSpPr>
          <p:nvPr>
            <p:ph type="body" idx="1"/>
          </p:nvPr>
        </p:nvSpPr>
        <p:spPr>
          <a:xfrm>
            <a:off x="1774825" y="1341438"/>
            <a:ext cx="8435975" cy="4784725"/>
          </a:xfrm>
        </p:spPr>
        <p:txBody>
          <a:bodyPr/>
          <a:lstStyle/>
          <a:p>
            <a:pPr eaLnBrk="1" hangingPunct="1">
              <a:buClr>
                <a:schemeClr val="tx1"/>
              </a:buClr>
              <a:buFontTx/>
              <a:buNone/>
            </a:pPr>
            <a:r>
              <a:rPr lang="en-US" altLang="ar-IQ" b="1"/>
              <a:t>   </a:t>
            </a:r>
            <a:r>
              <a:rPr lang="en-US" altLang="ar-IQ" b="1">
                <a:solidFill>
                  <a:srgbClr val="FF0066"/>
                </a:solidFill>
              </a:rPr>
              <a:t>It is the </a:t>
            </a:r>
            <a:r>
              <a:rPr lang="en-US" altLang="ar-IQ" b="1" u="sng">
                <a:solidFill>
                  <a:srgbClr val="FF0066"/>
                </a:solidFill>
              </a:rPr>
              <a:t>first stage</a:t>
            </a:r>
            <a:r>
              <a:rPr lang="en-US" altLang="ar-IQ" b="1">
                <a:solidFill>
                  <a:srgbClr val="FF0066"/>
                </a:solidFill>
              </a:rPr>
              <a:t> of adolescence</a:t>
            </a:r>
            <a:r>
              <a:rPr lang="en-US" altLang="ar-IQ" b="1"/>
              <a:t> in which sexual organs begin to grow and mature. </a:t>
            </a:r>
          </a:p>
          <a:p>
            <a:pPr eaLnBrk="1" hangingPunct="1">
              <a:buClr>
                <a:schemeClr val="tx1"/>
              </a:buClr>
              <a:buFontTx/>
              <a:buNone/>
            </a:pPr>
            <a:r>
              <a:rPr lang="en-US" altLang="ar-IQ" b="1"/>
              <a:t>   </a:t>
            </a:r>
            <a:r>
              <a:rPr lang="en-US" altLang="ar-IQ" b="1" u="sng"/>
              <a:t>For girls</a:t>
            </a:r>
            <a:r>
              <a:rPr lang="en-US" altLang="ar-IQ" b="1"/>
              <a:t>     10 and 14 years. </a:t>
            </a:r>
          </a:p>
          <a:p>
            <a:pPr eaLnBrk="1" hangingPunct="1">
              <a:buClr>
                <a:schemeClr val="tx1"/>
              </a:buClr>
              <a:buFontTx/>
              <a:buNone/>
            </a:pPr>
            <a:endParaRPr lang="en-US" altLang="ar-IQ" b="1"/>
          </a:p>
          <a:p>
            <a:pPr eaLnBrk="1" hangingPunct="1">
              <a:buClr>
                <a:schemeClr val="tx1"/>
              </a:buClr>
              <a:buFontTx/>
              <a:buNone/>
            </a:pPr>
            <a:r>
              <a:rPr lang="en-US" altLang="ar-IQ" b="1"/>
              <a:t>   </a:t>
            </a:r>
            <a:r>
              <a:rPr lang="en-US" altLang="ar-IQ" b="1" u="sng"/>
              <a:t>For boys</a:t>
            </a:r>
            <a:r>
              <a:rPr lang="en-US" altLang="ar-IQ" b="1"/>
              <a:t>    12 and 16 years.</a:t>
            </a:r>
          </a:p>
          <a:p>
            <a:pPr eaLnBrk="1" hangingPunct="1"/>
            <a:endParaRPr lang="en-US" altLang="ar-IQ" b="1"/>
          </a:p>
          <a:p>
            <a:pPr eaLnBrk="1" hangingPunct="1"/>
            <a:endParaRPr lang="en-US" altLang="ar-IQ"/>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CE934E40-E82B-ED9D-44A4-EF13AAB8BC1B}"/>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09B3E84D-EFF3-4D2F-8A2D-EDD3D4D0BD6E}" type="slidenum">
              <a:rPr lang="ar-SA" altLang="ar-IQ" sz="1400"/>
              <a:pPr>
                <a:spcBef>
                  <a:spcPct val="0"/>
                </a:spcBef>
                <a:buFontTx/>
                <a:buNone/>
              </a:pPr>
              <a:t>7</a:t>
            </a:fld>
            <a:endParaRPr lang="en-US" altLang="ar-IQ" sz="1400"/>
          </a:p>
        </p:txBody>
      </p:sp>
      <p:sp>
        <p:nvSpPr>
          <p:cNvPr id="133122" name="Rectangle 2">
            <a:extLst>
              <a:ext uri="{FF2B5EF4-FFF2-40B4-BE49-F238E27FC236}">
                <a16:creationId xmlns:a16="http://schemas.microsoft.com/office/drawing/2014/main" id="{C739F63E-E66C-F71F-CF5D-ACBB199227B0}"/>
              </a:ext>
            </a:extLst>
          </p:cNvPr>
          <p:cNvSpPr>
            <a:spLocks noGrp="1" noChangeArrowheads="1"/>
          </p:cNvSpPr>
          <p:nvPr>
            <p:ph type="title"/>
          </p:nvPr>
        </p:nvSpPr>
        <p:spPr>
          <a:xfrm>
            <a:off x="2063750" y="260350"/>
            <a:ext cx="8280400" cy="1368425"/>
          </a:xfrm>
        </p:spPr>
        <p:txBody>
          <a:bodyPr/>
          <a:lstStyle/>
          <a:p>
            <a:pPr algn="l" eaLnBrk="1" hangingPunct="1">
              <a:defRPr/>
            </a:pPr>
            <a:br>
              <a:rPr lang="en-US" altLang="ar-IQ" sz="4000" b="1" u="sng"/>
            </a:br>
            <a:br>
              <a:rPr lang="en-US" altLang="ar-IQ" sz="4000" b="1" u="sng"/>
            </a:br>
            <a:br>
              <a:rPr lang="en-US" altLang="ar-IQ" sz="4000" b="1" u="sng"/>
            </a:br>
            <a:br>
              <a:rPr lang="en-US" altLang="ar-IQ" sz="4000" b="1" u="sng"/>
            </a:br>
            <a:br>
              <a:rPr lang="en-US" altLang="ar-IQ" sz="4000" b="1" u="sng"/>
            </a:br>
            <a:r>
              <a:rPr lang="en-US" altLang="ar-IQ" sz="3600" b="1">
                <a:effectLst/>
              </a:rPr>
              <a:t>Phases</a:t>
            </a:r>
            <a:r>
              <a:rPr lang="en-US" altLang="ar-IQ" sz="3600" b="1"/>
              <a:t> of adolescent:</a:t>
            </a:r>
            <a:r>
              <a:rPr lang="en-US" altLang="ar-IQ" sz="4000" b="1" u="sng"/>
              <a:t> </a:t>
            </a:r>
            <a:br>
              <a:rPr lang="en-US" altLang="ar-IQ" sz="4000" b="1"/>
            </a:br>
            <a:endParaRPr lang="en-US" altLang="ar-IQ" sz="4000" b="1"/>
          </a:p>
        </p:txBody>
      </p:sp>
      <p:sp>
        <p:nvSpPr>
          <p:cNvPr id="44036" name="Rectangle 3">
            <a:extLst>
              <a:ext uri="{FF2B5EF4-FFF2-40B4-BE49-F238E27FC236}">
                <a16:creationId xmlns:a16="http://schemas.microsoft.com/office/drawing/2014/main" id="{5F499CB8-BEBF-4689-C636-7E032FF656F1}"/>
              </a:ext>
            </a:extLst>
          </p:cNvPr>
          <p:cNvSpPr>
            <a:spLocks noGrp="1" noChangeArrowheads="1"/>
          </p:cNvSpPr>
          <p:nvPr>
            <p:ph type="body" idx="1"/>
          </p:nvPr>
        </p:nvSpPr>
        <p:spPr>
          <a:xfrm>
            <a:off x="1981200" y="1125538"/>
            <a:ext cx="8229600" cy="5000625"/>
          </a:xfrm>
        </p:spPr>
        <p:txBody>
          <a:bodyPr/>
          <a:lstStyle/>
          <a:p>
            <a:pPr eaLnBrk="1" hangingPunct="1">
              <a:lnSpc>
                <a:spcPct val="90000"/>
              </a:lnSpc>
            </a:pPr>
            <a:r>
              <a:rPr lang="en-US" altLang="ar-IQ" sz="2800" b="1"/>
              <a:t>Early Adolescence:  Age from 12 to 13 years.</a:t>
            </a:r>
          </a:p>
          <a:p>
            <a:pPr eaLnBrk="1" hangingPunct="1">
              <a:lnSpc>
                <a:spcPct val="90000"/>
              </a:lnSpc>
            </a:pPr>
            <a:r>
              <a:rPr lang="en-US" altLang="ar-IQ" sz="2800" b="1"/>
              <a:t>Middle Adolescence: Age 14 to 17 years.</a:t>
            </a:r>
          </a:p>
          <a:p>
            <a:pPr eaLnBrk="1" hangingPunct="1">
              <a:lnSpc>
                <a:spcPct val="90000"/>
              </a:lnSpc>
            </a:pPr>
            <a:r>
              <a:rPr lang="en-US" altLang="ar-IQ" sz="2800" b="1"/>
              <a:t>Late Adolescence: Age 17 to 20 years.</a:t>
            </a:r>
          </a:p>
          <a:p>
            <a:pPr eaLnBrk="1" hangingPunct="1">
              <a:lnSpc>
                <a:spcPct val="90000"/>
              </a:lnSpc>
              <a:buClr>
                <a:schemeClr val="tx1"/>
              </a:buClr>
              <a:buFontTx/>
              <a:buNone/>
            </a:pPr>
            <a:r>
              <a:rPr lang="en-US" altLang="ar-IQ" sz="2800" b="1"/>
              <a:t> </a:t>
            </a:r>
          </a:p>
          <a:p>
            <a:pPr eaLnBrk="1" hangingPunct="1">
              <a:lnSpc>
                <a:spcPct val="90000"/>
              </a:lnSpc>
            </a:pPr>
            <a:r>
              <a:rPr lang="en-US" altLang="ar-IQ" sz="2800" b="1"/>
              <a:t>N.B: Late adolescence is a more stable stage than the other two. </a:t>
            </a:r>
          </a:p>
          <a:p>
            <a:pPr eaLnBrk="1" hangingPunct="1">
              <a:lnSpc>
                <a:spcPct val="90000"/>
              </a:lnSpc>
            </a:pPr>
            <a:r>
              <a:rPr lang="en-US" altLang="ar-IQ" sz="2800" b="1"/>
              <a:t>In this phase, adolescents are involved mostly with planning their future and economic independence.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8CA3C15E-2E6D-1206-D7E9-78F5A5C11807}"/>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CE9EE01B-2546-458B-94A8-BBA8FAFFE18C}" type="slidenum">
              <a:rPr lang="ar-SA" altLang="ar-IQ" sz="1400"/>
              <a:pPr>
                <a:spcBef>
                  <a:spcPct val="0"/>
                </a:spcBef>
                <a:buFontTx/>
                <a:buNone/>
              </a:pPr>
              <a:t>8</a:t>
            </a:fld>
            <a:endParaRPr lang="en-US" altLang="ar-IQ" sz="1400"/>
          </a:p>
        </p:txBody>
      </p:sp>
      <p:sp>
        <p:nvSpPr>
          <p:cNvPr id="93186" name="Rectangle 2">
            <a:extLst>
              <a:ext uri="{FF2B5EF4-FFF2-40B4-BE49-F238E27FC236}">
                <a16:creationId xmlns:a16="http://schemas.microsoft.com/office/drawing/2014/main" id="{56F7FC5E-DD0A-47E4-343F-7EAFB266213E}"/>
              </a:ext>
            </a:extLst>
          </p:cNvPr>
          <p:cNvSpPr>
            <a:spLocks noGrp="1" noChangeArrowheads="1"/>
          </p:cNvSpPr>
          <p:nvPr>
            <p:ph type="title"/>
          </p:nvPr>
        </p:nvSpPr>
        <p:spPr>
          <a:xfrm>
            <a:off x="1919288" y="0"/>
            <a:ext cx="8243887" cy="977900"/>
          </a:xfrm>
        </p:spPr>
        <p:txBody>
          <a:bodyPr/>
          <a:lstStyle/>
          <a:p>
            <a:pPr eaLnBrk="1" hangingPunct="1">
              <a:defRPr/>
            </a:pPr>
            <a:r>
              <a:rPr lang="en-US" sz="4800" b="1" u="sng"/>
              <a:t>Physical Development:</a:t>
            </a:r>
          </a:p>
        </p:txBody>
      </p:sp>
      <p:sp>
        <p:nvSpPr>
          <p:cNvPr id="45060" name="Rectangle 3">
            <a:extLst>
              <a:ext uri="{FF2B5EF4-FFF2-40B4-BE49-F238E27FC236}">
                <a16:creationId xmlns:a16="http://schemas.microsoft.com/office/drawing/2014/main" id="{E9652C70-E089-8CF8-A013-0EA391A8889E}"/>
              </a:ext>
            </a:extLst>
          </p:cNvPr>
          <p:cNvSpPr>
            <a:spLocks noGrp="1" noChangeArrowheads="1"/>
          </p:cNvSpPr>
          <p:nvPr>
            <p:ph type="body" idx="1"/>
          </p:nvPr>
        </p:nvSpPr>
        <p:spPr>
          <a:xfrm>
            <a:off x="1981200" y="1196975"/>
            <a:ext cx="8229600" cy="4929188"/>
          </a:xfrm>
        </p:spPr>
        <p:txBody>
          <a:bodyPr/>
          <a:lstStyle/>
          <a:p>
            <a:pPr eaLnBrk="1" hangingPunct="1">
              <a:lnSpc>
                <a:spcPct val="90000"/>
              </a:lnSpc>
              <a:buClr>
                <a:schemeClr val="tx1"/>
              </a:buClr>
            </a:pPr>
            <a:r>
              <a:rPr lang="en-US" altLang="ar-IQ" sz="2400" b="1"/>
              <a:t>During puberty, </a:t>
            </a:r>
            <a:r>
              <a:rPr lang="en-US" altLang="ar-IQ" sz="2400" b="1">
                <a:solidFill>
                  <a:srgbClr val="FF0066"/>
                </a:solidFill>
              </a:rPr>
              <a:t>growth is markedly accelerated</a:t>
            </a:r>
            <a:r>
              <a:rPr lang="en-US" altLang="ar-IQ" sz="2400" b="1"/>
              <a:t> compared to the slow, steady growth of the child. </a:t>
            </a:r>
          </a:p>
          <a:p>
            <a:pPr eaLnBrk="1" hangingPunct="1">
              <a:lnSpc>
                <a:spcPct val="90000"/>
              </a:lnSpc>
              <a:buClr>
                <a:schemeClr val="tx1"/>
              </a:buClr>
            </a:pPr>
            <a:endParaRPr lang="en-US" altLang="ar-IQ" sz="2400" b="1"/>
          </a:p>
          <a:p>
            <a:pPr eaLnBrk="1" hangingPunct="1">
              <a:lnSpc>
                <a:spcPct val="90000"/>
              </a:lnSpc>
              <a:buClr>
                <a:schemeClr val="tx1"/>
              </a:buClr>
            </a:pPr>
            <a:r>
              <a:rPr lang="en-US" altLang="ar-IQ" sz="2400" b="1"/>
              <a:t>This period is marked by sudden and dramatic physical changes.</a:t>
            </a:r>
          </a:p>
          <a:p>
            <a:pPr eaLnBrk="1" hangingPunct="1">
              <a:lnSpc>
                <a:spcPct val="90000"/>
              </a:lnSpc>
              <a:buClr>
                <a:schemeClr val="tx1"/>
              </a:buClr>
            </a:pPr>
            <a:endParaRPr lang="en-US" altLang="ar-IQ" sz="2400" b="1"/>
          </a:p>
          <a:p>
            <a:pPr eaLnBrk="1" hangingPunct="1">
              <a:lnSpc>
                <a:spcPct val="90000"/>
              </a:lnSpc>
              <a:buClr>
                <a:schemeClr val="tx1"/>
              </a:buClr>
            </a:pPr>
            <a:r>
              <a:rPr lang="en-US" altLang="ar-IQ" sz="2400" b="1"/>
              <a:t>This sudden growth  is referred to as the adolescent growth </a:t>
            </a:r>
            <a:r>
              <a:rPr lang="en-US" altLang="ar-IQ" sz="2400" b="1" u="sng"/>
              <a:t>spurt.</a:t>
            </a:r>
            <a:r>
              <a:rPr lang="en-US" altLang="ar-IQ" sz="2400" b="1"/>
              <a:t> </a:t>
            </a:r>
            <a:r>
              <a:rPr lang="ar-SA" altLang="ar-IQ" b="1"/>
              <a:t>طفرة</a:t>
            </a:r>
            <a:endParaRPr lang="en-US" altLang="ar-IQ" sz="2400" b="1"/>
          </a:p>
          <a:p>
            <a:pPr eaLnBrk="1" hangingPunct="1">
              <a:lnSpc>
                <a:spcPct val="90000"/>
              </a:lnSpc>
              <a:buClr>
                <a:schemeClr val="tx1"/>
              </a:buClr>
              <a:buFontTx/>
              <a:buNone/>
            </a:pPr>
            <a:endParaRPr lang="en-US" altLang="ar-IQ" sz="2400" b="1"/>
          </a:p>
          <a:p>
            <a:pPr eaLnBrk="1" hangingPunct="1">
              <a:lnSpc>
                <a:spcPct val="90000"/>
              </a:lnSpc>
            </a:pPr>
            <a:r>
              <a:rPr lang="en-US" altLang="ar-IQ" sz="2400" b="1"/>
              <a:t>Because the growth spurt begins earlier in girls, many girls surpass boys in height at this time.</a:t>
            </a:r>
            <a:endParaRPr lang="en-US" altLang="ar-IQ" sz="1600" b="1"/>
          </a:p>
          <a:p>
            <a:pPr eaLnBrk="1" hangingPunct="1">
              <a:lnSpc>
                <a:spcPct val="90000"/>
              </a:lnSpc>
              <a:buClr>
                <a:schemeClr val="tx1"/>
              </a:buClr>
            </a:pPr>
            <a:endParaRPr lang="en-US" altLang="ar-IQ" sz="2400" b="1"/>
          </a:p>
          <a:p>
            <a:pPr eaLnBrk="1" hangingPunct="1">
              <a:lnSpc>
                <a:spcPct val="90000"/>
              </a:lnSpc>
            </a:pPr>
            <a:endParaRPr lang="en-US" altLang="ar-IQ"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Slide Number Placeholder 5">
            <a:extLst>
              <a:ext uri="{FF2B5EF4-FFF2-40B4-BE49-F238E27FC236}">
                <a16:creationId xmlns:a16="http://schemas.microsoft.com/office/drawing/2014/main" id="{00DB71FE-CEBD-6668-0C99-BB1733031289}"/>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64277B4D-1B84-4544-A9E3-2E30D13ABD8F}" type="slidenum">
              <a:rPr lang="ar-SA" altLang="ar-IQ" sz="1400"/>
              <a:pPr>
                <a:spcBef>
                  <a:spcPct val="0"/>
                </a:spcBef>
                <a:buFontTx/>
                <a:buNone/>
              </a:pPr>
              <a:t>9</a:t>
            </a:fld>
            <a:endParaRPr lang="en-US" altLang="ar-IQ" sz="1400"/>
          </a:p>
        </p:txBody>
      </p:sp>
      <p:sp>
        <p:nvSpPr>
          <p:cNvPr id="116738" name="Rectangle 2">
            <a:extLst>
              <a:ext uri="{FF2B5EF4-FFF2-40B4-BE49-F238E27FC236}">
                <a16:creationId xmlns:a16="http://schemas.microsoft.com/office/drawing/2014/main" id="{36B5EC8B-512E-45C1-EA1E-93562787547B}"/>
              </a:ext>
            </a:extLst>
          </p:cNvPr>
          <p:cNvSpPr>
            <a:spLocks noGrp="1" noChangeArrowheads="1"/>
          </p:cNvSpPr>
          <p:nvPr>
            <p:ph type="title"/>
          </p:nvPr>
        </p:nvSpPr>
        <p:spPr>
          <a:xfrm>
            <a:off x="1966913" y="103188"/>
            <a:ext cx="8243887" cy="661987"/>
          </a:xfrm>
        </p:spPr>
        <p:txBody>
          <a:bodyPr/>
          <a:lstStyle/>
          <a:p>
            <a:pPr eaLnBrk="1" hangingPunct="1">
              <a:defRPr/>
            </a:pPr>
            <a:r>
              <a:rPr lang="en-US" sz="4000" b="1" u="sng"/>
              <a:t>Physical Growth</a:t>
            </a:r>
          </a:p>
        </p:txBody>
      </p:sp>
      <p:sp>
        <p:nvSpPr>
          <p:cNvPr id="46084" name="Rectangle 3">
            <a:extLst>
              <a:ext uri="{FF2B5EF4-FFF2-40B4-BE49-F238E27FC236}">
                <a16:creationId xmlns:a16="http://schemas.microsoft.com/office/drawing/2014/main" id="{786272A4-D1DD-2D9B-BEB1-A0614455D213}"/>
              </a:ext>
            </a:extLst>
          </p:cNvPr>
          <p:cNvSpPr>
            <a:spLocks noGrp="1" noChangeArrowheads="1"/>
          </p:cNvSpPr>
          <p:nvPr>
            <p:ph type="body" idx="1"/>
          </p:nvPr>
        </p:nvSpPr>
        <p:spPr>
          <a:xfrm>
            <a:off x="2135188" y="692150"/>
            <a:ext cx="8532812" cy="6165850"/>
          </a:xfrm>
        </p:spPr>
        <p:txBody>
          <a:bodyPr/>
          <a:lstStyle/>
          <a:p>
            <a:pPr eaLnBrk="1" hangingPunct="1">
              <a:lnSpc>
                <a:spcPct val="90000"/>
              </a:lnSpc>
            </a:pPr>
            <a:endParaRPr lang="en-US" altLang="ar-IQ" sz="800" b="1"/>
          </a:p>
          <a:p>
            <a:pPr eaLnBrk="1" hangingPunct="1">
              <a:lnSpc>
                <a:spcPct val="90000"/>
              </a:lnSpc>
            </a:pPr>
            <a:r>
              <a:rPr lang="en-US" altLang="ar-IQ" sz="2400" b="1"/>
              <a:t>It is continues throughout adolescence. </a:t>
            </a:r>
          </a:p>
          <a:p>
            <a:pPr eaLnBrk="1" hangingPunct="1">
              <a:lnSpc>
                <a:spcPct val="90000"/>
              </a:lnSpc>
            </a:pPr>
            <a:endParaRPr lang="en-US" altLang="ar-IQ" sz="2400" b="1"/>
          </a:p>
          <a:p>
            <a:pPr eaLnBrk="1" hangingPunct="1">
              <a:lnSpc>
                <a:spcPct val="90000"/>
              </a:lnSpc>
            </a:pPr>
            <a:r>
              <a:rPr lang="en-US" altLang="ar-IQ" sz="2400" b="1"/>
              <a:t>For boys *</a:t>
            </a:r>
            <a:r>
              <a:rPr lang="en-US" altLang="ar-IQ" sz="2400" b="1" u="sng"/>
              <a:t>Growth is fastest</a:t>
            </a:r>
            <a:r>
              <a:rPr lang="en-US" altLang="ar-IQ" sz="2400" b="1"/>
              <a:t> at about 14 years, and the maximum height is often reached at about 18 or 19 years. Some men add another 1 or 2 cm to their height during their 20s.</a:t>
            </a:r>
          </a:p>
          <a:p>
            <a:pPr eaLnBrk="1" hangingPunct="1">
              <a:lnSpc>
                <a:spcPct val="90000"/>
              </a:lnSpc>
            </a:pPr>
            <a:endParaRPr lang="en-US" altLang="ar-IQ" sz="2400" b="1"/>
          </a:p>
          <a:p>
            <a:pPr eaLnBrk="1" hangingPunct="1">
              <a:lnSpc>
                <a:spcPct val="90000"/>
              </a:lnSpc>
            </a:pPr>
            <a:r>
              <a:rPr lang="en-US" altLang="ar-IQ" sz="2400" b="1"/>
              <a:t>For girls *</a:t>
            </a:r>
            <a:r>
              <a:rPr lang="en-US" altLang="ar-IQ" sz="2400" b="1" u="sng"/>
              <a:t>Growth is fastest</a:t>
            </a:r>
            <a:r>
              <a:rPr lang="en-US" altLang="ar-IQ" sz="2400" b="1"/>
              <a:t> at about age 12, they reach their maximum height at about 15 to 16 years.</a:t>
            </a:r>
          </a:p>
          <a:p>
            <a:pPr eaLnBrk="1" hangingPunct="1">
              <a:lnSpc>
                <a:spcPct val="90000"/>
              </a:lnSpc>
            </a:pPr>
            <a:endParaRPr lang="en-US" altLang="ar-IQ" sz="2400" b="1"/>
          </a:p>
          <a:p>
            <a:pPr eaLnBrk="1" hangingPunct="1">
              <a:lnSpc>
                <a:spcPct val="90000"/>
              </a:lnSpc>
            </a:pPr>
            <a:r>
              <a:rPr lang="en-US" altLang="ar-IQ" sz="2400" b="1"/>
              <a:t>Factors that influence *</a:t>
            </a:r>
            <a:r>
              <a:rPr lang="en-US" altLang="ar-IQ" sz="2400" b="1" u="sng"/>
              <a:t>Physical growth</a:t>
            </a:r>
            <a:r>
              <a:rPr lang="en-US" altLang="ar-IQ" sz="2400" b="1"/>
              <a:t> during adolescence are numerous , such as </a:t>
            </a:r>
            <a:r>
              <a:rPr lang="en-US" altLang="ar-IQ" sz="2400" b="1">
                <a:solidFill>
                  <a:srgbClr val="FF0066"/>
                </a:solidFill>
              </a:rPr>
              <a:t>heredity, nutrition, medical care, illness, physical and emotional environment, family size, and culture.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Slide Number Placeholder 5">
            <a:extLst>
              <a:ext uri="{FF2B5EF4-FFF2-40B4-BE49-F238E27FC236}">
                <a16:creationId xmlns:a16="http://schemas.microsoft.com/office/drawing/2014/main" id="{A359BF27-1F85-17EB-0C8B-A82218636BB6}"/>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03C8B01E-044F-4706-9F20-54B0B8C59CE8}" type="slidenum">
              <a:rPr lang="ar-SA" altLang="ar-IQ" sz="1400"/>
              <a:pPr>
                <a:spcBef>
                  <a:spcPct val="0"/>
                </a:spcBef>
                <a:buFontTx/>
                <a:buNone/>
              </a:pPr>
              <a:t>10</a:t>
            </a:fld>
            <a:endParaRPr lang="en-US" altLang="ar-IQ" sz="1400"/>
          </a:p>
        </p:txBody>
      </p:sp>
      <p:sp>
        <p:nvSpPr>
          <p:cNvPr id="47107" name="Rectangle 3">
            <a:extLst>
              <a:ext uri="{FF2B5EF4-FFF2-40B4-BE49-F238E27FC236}">
                <a16:creationId xmlns:a16="http://schemas.microsoft.com/office/drawing/2014/main" id="{FE313E63-0F39-C62E-F865-2C95DF542848}"/>
              </a:ext>
            </a:extLst>
          </p:cNvPr>
          <p:cNvSpPr>
            <a:spLocks noGrp="1" noChangeArrowheads="1"/>
          </p:cNvSpPr>
          <p:nvPr>
            <p:ph type="body" idx="1"/>
          </p:nvPr>
        </p:nvSpPr>
        <p:spPr>
          <a:xfrm>
            <a:off x="1774825" y="260350"/>
            <a:ext cx="8893175" cy="6597650"/>
          </a:xfrm>
        </p:spPr>
        <p:txBody>
          <a:bodyPr/>
          <a:lstStyle/>
          <a:p>
            <a:pPr eaLnBrk="1" hangingPunct="1"/>
            <a:r>
              <a:rPr lang="en-US" altLang="ar-IQ" sz="2400" b="1"/>
              <a:t>Growth is noted first in the musculoskeletal system.</a:t>
            </a:r>
          </a:p>
          <a:p>
            <a:pPr eaLnBrk="1" hangingPunct="1">
              <a:buClr>
                <a:schemeClr val="tx1"/>
              </a:buClr>
              <a:buFontTx/>
              <a:buNone/>
            </a:pPr>
            <a:r>
              <a:rPr lang="en-US" altLang="ar-IQ" sz="2400" b="1"/>
              <a:t> This growth follows a sequential pattern:</a:t>
            </a:r>
          </a:p>
          <a:p>
            <a:pPr eaLnBrk="1" hangingPunct="1">
              <a:buClr>
                <a:schemeClr val="tx1"/>
              </a:buClr>
              <a:buFont typeface="Wingdings" panose="05000000000000000000" pitchFamily="2" charset="2"/>
              <a:buChar char="Ø"/>
            </a:pPr>
            <a:r>
              <a:rPr lang="en-US" altLang="ar-IQ" sz="2400" b="1">
                <a:solidFill>
                  <a:srgbClr val="FF0066"/>
                </a:solidFill>
              </a:rPr>
              <a:t>The head, hands, and feet are the first to grow to adult status</a:t>
            </a:r>
            <a:r>
              <a:rPr lang="en-US" altLang="ar-IQ" sz="2400" b="1"/>
              <a:t>. </a:t>
            </a:r>
          </a:p>
          <a:p>
            <a:pPr eaLnBrk="1" hangingPunct="1">
              <a:buClr>
                <a:schemeClr val="tx1"/>
              </a:buClr>
              <a:buFont typeface="Wingdings" panose="05000000000000000000" pitchFamily="2" charset="2"/>
              <a:buChar char="Ø"/>
            </a:pPr>
            <a:r>
              <a:rPr lang="en-US" altLang="ar-IQ" sz="2400" b="1"/>
              <a:t>Next, the extremities reach their adult size. </a:t>
            </a:r>
          </a:p>
          <a:p>
            <a:pPr eaLnBrk="1" hangingPunct="1">
              <a:buClr>
                <a:schemeClr val="tx1"/>
              </a:buClr>
              <a:buFont typeface="Wingdings" panose="05000000000000000000" pitchFamily="2" charset="2"/>
              <a:buChar char="Ø"/>
            </a:pPr>
            <a:r>
              <a:rPr lang="en-US" altLang="ar-IQ" sz="2400" b="1"/>
              <a:t>Because the extremities grow before the trunk, the adolescent looks leggy, awkward, and uncoordinated. </a:t>
            </a:r>
          </a:p>
          <a:p>
            <a:pPr eaLnBrk="1" hangingPunct="1">
              <a:buClr>
                <a:schemeClr val="tx1"/>
              </a:buClr>
              <a:buFont typeface="Wingdings" panose="05000000000000000000" pitchFamily="2" charset="2"/>
              <a:buChar char="Ø"/>
            </a:pPr>
            <a:r>
              <a:rPr lang="en-US" altLang="ar-IQ" sz="2400" b="1"/>
              <a:t>After the trunk grows to full size, the shoulders, chest, and hips grow. </a:t>
            </a:r>
          </a:p>
          <a:p>
            <a:pPr eaLnBrk="1" hangingPunct="1">
              <a:buClr>
                <a:schemeClr val="tx1"/>
              </a:buClr>
              <a:buFont typeface="Wingdings" panose="05000000000000000000" pitchFamily="2" charset="2"/>
              <a:buChar char="Ø"/>
            </a:pPr>
            <a:r>
              <a:rPr lang="en-US" altLang="ar-IQ" sz="2400" b="1"/>
              <a:t>Skull and facial bones also change proportions. The forehead become more prominent and the jawbones develop.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Slide Number Placeholder 5">
            <a:extLst>
              <a:ext uri="{FF2B5EF4-FFF2-40B4-BE49-F238E27FC236}">
                <a16:creationId xmlns:a16="http://schemas.microsoft.com/office/drawing/2014/main" id="{A68DF9E6-CDC8-BA2E-3D47-2F082F4E878E}"/>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6444CA29-7F65-497D-8853-B03C14F563C0}" type="slidenum">
              <a:rPr lang="ar-SA" altLang="ar-IQ" sz="1400"/>
              <a:pPr>
                <a:spcBef>
                  <a:spcPct val="0"/>
                </a:spcBef>
                <a:buFontTx/>
                <a:buNone/>
              </a:pPr>
              <a:t>11</a:t>
            </a:fld>
            <a:endParaRPr lang="en-US" altLang="ar-IQ" sz="1400"/>
          </a:p>
        </p:txBody>
      </p:sp>
      <p:sp>
        <p:nvSpPr>
          <p:cNvPr id="48131" name="Rectangle 3">
            <a:extLst>
              <a:ext uri="{FF2B5EF4-FFF2-40B4-BE49-F238E27FC236}">
                <a16:creationId xmlns:a16="http://schemas.microsoft.com/office/drawing/2014/main" id="{6BEC182F-C809-E298-D298-F85EE2E6D847}"/>
              </a:ext>
            </a:extLst>
          </p:cNvPr>
          <p:cNvSpPr>
            <a:spLocks noGrp="1" noChangeArrowheads="1"/>
          </p:cNvSpPr>
          <p:nvPr>
            <p:ph type="body" idx="1"/>
          </p:nvPr>
        </p:nvSpPr>
        <p:spPr>
          <a:xfrm>
            <a:off x="1774825" y="476250"/>
            <a:ext cx="8713788" cy="5649913"/>
          </a:xfrm>
        </p:spPr>
        <p:txBody>
          <a:bodyPr/>
          <a:lstStyle/>
          <a:p>
            <a:pPr eaLnBrk="1" hangingPunct="1">
              <a:buFontTx/>
              <a:buNone/>
            </a:pPr>
            <a:r>
              <a:rPr lang="en-US" altLang="ar-IQ" sz="3600" b="1" u="sng"/>
              <a:t>Poor posture</a:t>
            </a:r>
            <a:r>
              <a:rPr lang="en-US" altLang="ar-IQ" b="1"/>
              <a:t> </a:t>
            </a:r>
          </a:p>
          <a:p>
            <a:pPr eaLnBrk="1" hangingPunct="1">
              <a:buClr>
                <a:schemeClr val="tx1"/>
              </a:buClr>
              <a:buFontTx/>
              <a:buNone/>
            </a:pPr>
            <a:r>
              <a:rPr lang="en-US" altLang="ar-IQ" b="1"/>
              <a:t>   Poor posture </a:t>
            </a:r>
            <a:r>
              <a:rPr lang="en-US" altLang="ar-IQ"/>
              <a:t>is a common problem during adolescence. The risk for postural problems increases among this age group </a:t>
            </a:r>
            <a:r>
              <a:rPr lang="en-US" altLang="ar-IQ" b="1"/>
              <a:t>because weight gains may precede a corresponding strengthening of postural muscles.   </a:t>
            </a:r>
          </a:p>
          <a:p>
            <a:pPr eaLnBrk="1" hangingPunct="1">
              <a:buClr>
                <a:schemeClr val="tx1"/>
              </a:buClr>
              <a:buFontTx/>
              <a:buNone/>
            </a:pPr>
            <a:r>
              <a:rPr lang="en-US" altLang="ar-IQ"/>
              <a:t> </a:t>
            </a:r>
          </a:p>
          <a:p>
            <a:pPr eaLnBrk="1" hangingPunct="1">
              <a:buFontTx/>
              <a:buNone/>
            </a:pPr>
            <a:endParaRPr lang="en-US" altLang="ar-IQ"/>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7329F78C-9C7C-6437-12BF-D8A48BAC1159}"/>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F6B77504-434F-47AA-9B6A-B9E09AF314C4}" type="slidenum">
              <a:rPr lang="ar-SA" altLang="ar-IQ" sz="1400"/>
              <a:pPr>
                <a:spcBef>
                  <a:spcPct val="0"/>
                </a:spcBef>
                <a:buFontTx/>
                <a:buNone/>
              </a:pPr>
              <a:t>12</a:t>
            </a:fld>
            <a:endParaRPr lang="en-US" altLang="ar-IQ" sz="1400"/>
          </a:p>
        </p:txBody>
      </p:sp>
      <p:sp>
        <p:nvSpPr>
          <p:cNvPr id="121858" name="Rectangle 2">
            <a:extLst>
              <a:ext uri="{FF2B5EF4-FFF2-40B4-BE49-F238E27FC236}">
                <a16:creationId xmlns:a16="http://schemas.microsoft.com/office/drawing/2014/main" id="{3422E471-634D-89A3-3062-8915DA39CA32}"/>
              </a:ext>
            </a:extLst>
          </p:cNvPr>
          <p:cNvSpPr>
            <a:spLocks noGrp="1" noChangeArrowheads="1"/>
          </p:cNvSpPr>
          <p:nvPr>
            <p:ph type="title"/>
          </p:nvPr>
        </p:nvSpPr>
        <p:spPr/>
        <p:txBody>
          <a:bodyPr/>
          <a:lstStyle/>
          <a:p>
            <a:pPr algn="l" eaLnBrk="1" hangingPunct="1">
              <a:defRPr/>
            </a:pPr>
            <a:r>
              <a:rPr lang="en-US" b="1" u="sng"/>
              <a:t>Glandular Changes</a:t>
            </a:r>
          </a:p>
        </p:txBody>
      </p:sp>
      <p:sp>
        <p:nvSpPr>
          <p:cNvPr id="49156" name="Rectangle 3">
            <a:extLst>
              <a:ext uri="{FF2B5EF4-FFF2-40B4-BE49-F238E27FC236}">
                <a16:creationId xmlns:a16="http://schemas.microsoft.com/office/drawing/2014/main" id="{BC92B437-F9B6-A2D0-D516-25A5FF783E74}"/>
              </a:ext>
            </a:extLst>
          </p:cNvPr>
          <p:cNvSpPr>
            <a:spLocks noGrp="1" noChangeArrowheads="1"/>
          </p:cNvSpPr>
          <p:nvPr>
            <p:ph type="body" idx="1"/>
          </p:nvPr>
        </p:nvSpPr>
        <p:spPr/>
        <p:txBody>
          <a:bodyPr/>
          <a:lstStyle/>
          <a:p>
            <a:pPr eaLnBrk="1" hangingPunct="1"/>
            <a:r>
              <a:rPr lang="en-US" altLang="ar-IQ" sz="2800" b="1" u="sng"/>
              <a:t>Eccrine glands</a:t>
            </a:r>
            <a:r>
              <a:rPr lang="en-US" altLang="ar-IQ" sz="2800"/>
              <a:t> increase their secretions and become fully functional during puberty. </a:t>
            </a:r>
            <a:r>
              <a:rPr lang="en-US" altLang="ar-IQ" sz="2800" b="1"/>
              <a:t>These glands, are </a:t>
            </a:r>
            <a:r>
              <a:rPr lang="en-US" altLang="ar-IQ" sz="2800"/>
              <a:t>found over most of the body, they produce sweat. </a:t>
            </a:r>
          </a:p>
          <a:p>
            <a:pPr eaLnBrk="1" hangingPunct="1"/>
            <a:r>
              <a:rPr lang="en-US" altLang="ar-IQ" sz="2800" b="1"/>
              <a:t>Apocrine glands </a:t>
            </a:r>
            <a:r>
              <a:rPr lang="en-US" altLang="ar-IQ" sz="2800"/>
              <a:t>develop in the axillae, anal and genital areas, external auditory canals and around the umbilicus and the areola of the breasts. </a:t>
            </a:r>
            <a:r>
              <a:rPr lang="en-US" altLang="ar-IQ" sz="2800" b="1"/>
              <a:t>Apocrine sweat </a:t>
            </a:r>
            <a:r>
              <a:rPr lang="en-US" altLang="ar-IQ" sz="2800"/>
              <a:t>is released onto the skin in response to emotional stimuli only.</a:t>
            </a:r>
          </a:p>
          <a:p>
            <a:pPr eaLnBrk="1" hangingPunct="1"/>
            <a:endParaRPr lang="en-US" altLang="ar-IQ" sz="2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Slide Number Placeholder 5">
            <a:extLst>
              <a:ext uri="{FF2B5EF4-FFF2-40B4-BE49-F238E27FC236}">
                <a16:creationId xmlns:a16="http://schemas.microsoft.com/office/drawing/2014/main" id="{C1F7D910-2FE7-5D8D-0A0B-E71BF9624EAE}"/>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F84FE755-5247-44B5-AA98-7A56F143AEC3}" type="slidenum">
              <a:rPr lang="ar-SA" altLang="ar-IQ" sz="1400"/>
              <a:pPr>
                <a:spcBef>
                  <a:spcPct val="0"/>
                </a:spcBef>
                <a:buFontTx/>
                <a:buNone/>
              </a:pPr>
              <a:t>13</a:t>
            </a:fld>
            <a:endParaRPr lang="en-US" altLang="ar-IQ" sz="1400"/>
          </a:p>
        </p:txBody>
      </p:sp>
      <p:sp>
        <p:nvSpPr>
          <p:cNvPr id="50179" name="Rectangle 3">
            <a:extLst>
              <a:ext uri="{FF2B5EF4-FFF2-40B4-BE49-F238E27FC236}">
                <a16:creationId xmlns:a16="http://schemas.microsoft.com/office/drawing/2014/main" id="{6476203D-288B-0C2F-BB3B-8DDE42019DFD}"/>
              </a:ext>
            </a:extLst>
          </p:cNvPr>
          <p:cNvSpPr>
            <a:spLocks noGrp="1" noChangeArrowheads="1"/>
          </p:cNvSpPr>
          <p:nvPr>
            <p:ph type="body" idx="1"/>
          </p:nvPr>
        </p:nvSpPr>
        <p:spPr>
          <a:xfrm>
            <a:off x="1981200" y="404813"/>
            <a:ext cx="8362950" cy="6119812"/>
          </a:xfrm>
        </p:spPr>
        <p:txBody>
          <a:bodyPr/>
          <a:lstStyle/>
          <a:p>
            <a:pPr eaLnBrk="1" hangingPunct="1">
              <a:lnSpc>
                <a:spcPct val="80000"/>
              </a:lnSpc>
            </a:pPr>
            <a:endParaRPr lang="en-US" altLang="ar-IQ" sz="2800"/>
          </a:p>
          <a:p>
            <a:pPr eaLnBrk="1" hangingPunct="1">
              <a:lnSpc>
                <a:spcPct val="80000"/>
              </a:lnSpc>
            </a:pPr>
            <a:r>
              <a:rPr lang="en-US" altLang="ar-IQ" b="1" u="sng"/>
              <a:t>Sebaceous glands</a:t>
            </a:r>
            <a:r>
              <a:rPr lang="en-US" altLang="ar-IQ"/>
              <a:t> also become active under the influence of androgens in both males and females. </a:t>
            </a:r>
            <a:r>
              <a:rPr lang="en-US" altLang="ar-IQ" b="1" u="sng"/>
              <a:t>Sebaceous glands, </a:t>
            </a:r>
            <a:r>
              <a:rPr lang="en-US" altLang="ar-IQ"/>
              <a:t>which secrete </a:t>
            </a:r>
            <a:r>
              <a:rPr lang="en-US" altLang="ar-IQ" b="1"/>
              <a:t>sebum, </a:t>
            </a:r>
            <a:r>
              <a:rPr lang="en-US" altLang="ar-IQ"/>
              <a:t>become most active on the face, neck, shoulder, upper back, chest, and genitals. </a:t>
            </a:r>
          </a:p>
          <a:p>
            <a:pPr eaLnBrk="1" hangingPunct="1">
              <a:lnSpc>
                <a:spcPct val="80000"/>
              </a:lnSpc>
              <a:buClr>
                <a:schemeClr val="tx1"/>
              </a:buClr>
              <a:buFontTx/>
              <a:buNone/>
            </a:pPr>
            <a:r>
              <a:rPr lang="en-US" altLang="ar-IQ"/>
              <a:t>   When these glands become plugged and inflamed, the result is </a:t>
            </a:r>
            <a:r>
              <a:rPr lang="en-US" altLang="ar-IQ" b="1" u="sng">
                <a:solidFill>
                  <a:srgbClr val="FF0066"/>
                </a:solidFill>
              </a:rPr>
              <a:t>acne</a:t>
            </a:r>
            <a:r>
              <a:rPr lang="en-US" altLang="ar-IQ" b="1">
                <a:solidFill>
                  <a:srgbClr val="FF0066"/>
                </a:solidFill>
              </a:rPr>
              <a:t>,</a:t>
            </a:r>
            <a:r>
              <a:rPr lang="en-US" altLang="ar-IQ" b="1"/>
              <a:t> </a:t>
            </a:r>
            <a:r>
              <a:rPr lang="en-US" altLang="ar-IQ"/>
              <a:t>a</a:t>
            </a:r>
            <a:r>
              <a:rPr lang="en-US" altLang="ar-IQ" b="1"/>
              <a:t> </a:t>
            </a:r>
            <a:r>
              <a:rPr lang="en-US" altLang="ar-IQ"/>
              <a:t>common condition in adolescence.</a:t>
            </a:r>
          </a:p>
          <a:p>
            <a:pPr eaLnBrk="1" hangingPunct="1">
              <a:lnSpc>
                <a:spcPct val="80000"/>
              </a:lnSpc>
              <a:buClr>
                <a:schemeClr val="tx1"/>
              </a:buClr>
              <a:buFontTx/>
              <a:buNone/>
            </a:pPr>
            <a:endParaRPr lang="en-US" altLang="ar-IQ"/>
          </a:p>
          <a:p>
            <a:pPr eaLnBrk="1" hangingPunct="1">
              <a:lnSpc>
                <a:spcPct val="80000"/>
              </a:lnSpc>
            </a:pPr>
            <a:endParaRPr lang="en-US" altLang="ar-IQ" sz="2800"/>
          </a:p>
          <a:p>
            <a:pPr eaLnBrk="1" hangingPunct="1">
              <a:lnSpc>
                <a:spcPct val="80000"/>
              </a:lnSpc>
              <a:buClr>
                <a:schemeClr val="tx1"/>
              </a:buClr>
              <a:buFontTx/>
              <a:buNone/>
            </a:pPr>
            <a:r>
              <a:rPr lang="en-US" altLang="ar-IQ" sz="280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Slide Number Placeholder 5">
            <a:extLst>
              <a:ext uri="{FF2B5EF4-FFF2-40B4-BE49-F238E27FC236}">
                <a16:creationId xmlns:a16="http://schemas.microsoft.com/office/drawing/2014/main" id="{BFF031A0-B574-198E-4E7B-0D05B57B5259}"/>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5275006B-B01E-493C-BF6B-FB609329014E}" type="slidenum">
              <a:rPr lang="ar-SA" altLang="ar-IQ" sz="1400"/>
              <a:pPr>
                <a:spcBef>
                  <a:spcPct val="0"/>
                </a:spcBef>
                <a:buFontTx/>
                <a:buNone/>
              </a:pPr>
              <a:t>14</a:t>
            </a:fld>
            <a:endParaRPr lang="en-US" altLang="ar-IQ" sz="1400"/>
          </a:p>
        </p:txBody>
      </p:sp>
      <p:sp>
        <p:nvSpPr>
          <p:cNvPr id="184322" name="Rectangle 2">
            <a:extLst>
              <a:ext uri="{FF2B5EF4-FFF2-40B4-BE49-F238E27FC236}">
                <a16:creationId xmlns:a16="http://schemas.microsoft.com/office/drawing/2014/main" id="{469AB4A5-FB82-1226-DFD7-466B7347BC3B}"/>
              </a:ext>
            </a:extLst>
          </p:cNvPr>
          <p:cNvSpPr>
            <a:spLocks noGrp="1" noChangeArrowheads="1"/>
          </p:cNvSpPr>
          <p:nvPr>
            <p:ph type="title"/>
          </p:nvPr>
        </p:nvSpPr>
        <p:spPr/>
        <p:txBody>
          <a:bodyPr/>
          <a:lstStyle/>
          <a:p>
            <a:pPr eaLnBrk="1" hangingPunct="1">
              <a:defRPr/>
            </a:pPr>
            <a:r>
              <a:rPr lang="en-US" b="1"/>
              <a:t>Acne</a:t>
            </a:r>
          </a:p>
        </p:txBody>
      </p:sp>
      <p:pic>
        <p:nvPicPr>
          <p:cNvPr id="51204" name="Picture 6" descr="acne">
            <a:extLst>
              <a:ext uri="{FF2B5EF4-FFF2-40B4-BE49-F238E27FC236}">
                <a16:creationId xmlns:a16="http://schemas.microsoft.com/office/drawing/2014/main" id="{0A136729-A57E-1D57-BD4E-EE4228517E69}"/>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3648075" y="1484313"/>
            <a:ext cx="5327650" cy="3960812"/>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Slide Number Placeholder 5">
            <a:extLst>
              <a:ext uri="{FF2B5EF4-FFF2-40B4-BE49-F238E27FC236}">
                <a16:creationId xmlns:a16="http://schemas.microsoft.com/office/drawing/2014/main" id="{C525AC44-3793-B70D-D5A7-7733A3B1CD3B}"/>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47F8FC4F-B139-407F-AA7C-B97B90282909}" type="slidenum">
              <a:rPr lang="ar-SA" altLang="ar-IQ" sz="1400"/>
              <a:pPr>
                <a:spcBef>
                  <a:spcPct val="0"/>
                </a:spcBef>
                <a:buFontTx/>
                <a:buNone/>
              </a:pPr>
              <a:t>15</a:t>
            </a:fld>
            <a:endParaRPr lang="en-US" altLang="ar-IQ" sz="1400"/>
          </a:p>
        </p:txBody>
      </p:sp>
      <p:sp>
        <p:nvSpPr>
          <p:cNvPr id="118786" name="Rectangle 2">
            <a:extLst>
              <a:ext uri="{FF2B5EF4-FFF2-40B4-BE49-F238E27FC236}">
                <a16:creationId xmlns:a16="http://schemas.microsoft.com/office/drawing/2014/main" id="{4D351B00-A64D-1E3A-B673-6AF29F007229}"/>
              </a:ext>
            </a:extLst>
          </p:cNvPr>
          <p:cNvSpPr>
            <a:spLocks noGrp="1" noChangeArrowheads="1"/>
          </p:cNvSpPr>
          <p:nvPr>
            <p:ph type="title"/>
          </p:nvPr>
        </p:nvSpPr>
        <p:spPr>
          <a:xfrm>
            <a:off x="1966913" y="103188"/>
            <a:ext cx="8243887" cy="1060450"/>
          </a:xfrm>
        </p:spPr>
        <p:txBody>
          <a:bodyPr/>
          <a:lstStyle/>
          <a:p>
            <a:pPr algn="l" eaLnBrk="1" hangingPunct="1">
              <a:defRPr/>
            </a:pPr>
            <a:r>
              <a:rPr lang="en-US" b="1" u="sng"/>
              <a:t>Sexual Characteristics</a:t>
            </a:r>
          </a:p>
        </p:txBody>
      </p:sp>
      <p:sp>
        <p:nvSpPr>
          <p:cNvPr id="52228" name="Rectangle 3">
            <a:extLst>
              <a:ext uri="{FF2B5EF4-FFF2-40B4-BE49-F238E27FC236}">
                <a16:creationId xmlns:a16="http://schemas.microsoft.com/office/drawing/2014/main" id="{68D8D28B-04CC-391E-AF49-D2BFA83030B8}"/>
              </a:ext>
            </a:extLst>
          </p:cNvPr>
          <p:cNvSpPr>
            <a:spLocks noGrp="1" noChangeArrowheads="1"/>
          </p:cNvSpPr>
          <p:nvPr>
            <p:ph type="body" idx="1"/>
          </p:nvPr>
        </p:nvSpPr>
        <p:spPr>
          <a:xfrm>
            <a:off x="1847850" y="1412875"/>
            <a:ext cx="8569325" cy="5111750"/>
          </a:xfrm>
        </p:spPr>
        <p:txBody>
          <a:bodyPr/>
          <a:lstStyle/>
          <a:p>
            <a:pPr marL="609600" indent="-609600" eaLnBrk="1" hangingPunct="1">
              <a:lnSpc>
                <a:spcPct val="80000"/>
              </a:lnSpc>
            </a:pPr>
            <a:endParaRPr lang="en-US" altLang="ar-IQ" sz="1000" b="1"/>
          </a:p>
          <a:p>
            <a:pPr marL="609600" indent="-609600" eaLnBrk="1" hangingPunct="1">
              <a:lnSpc>
                <a:spcPct val="80000"/>
              </a:lnSpc>
              <a:buFontTx/>
              <a:buAutoNum type="arabicPeriod"/>
            </a:pPr>
            <a:r>
              <a:rPr lang="en-US" altLang="ar-IQ" sz="2800" b="1"/>
              <a:t>Primary sexual characteristics </a:t>
            </a:r>
            <a:r>
              <a:rPr lang="en-US" altLang="ar-IQ" sz="2800"/>
              <a:t>relate to the organs necessary for </a:t>
            </a:r>
            <a:r>
              <a:rPr lang="en-US" altLang="ar-IQ" sz="2800" b="1"/>
              <a:t>reproduction</a:t>
            </a:r>
            <a:r>
              <a:rPr lang="en-US" altLang="ar-IQ" sz="2800"/>
              <a:t>, </a:t>
            </a:r>
            <a:r>
              <a:rPr lang="en-US" altLang="ar-IQ" sz="2800" b="1"/>
              <a:t>such as </a:t>
            </a:r>
            <a:r>
              <a:rPr lang="en-US" altLang="ar-IQ" sz="2800"/>
              <a:t>the testes, penis, vagina, and uterus.</a:t>
            </a:r>
          </a:p>
          <a:p>
            <a:pPr marL="609600" indent="-609600" eaLnBrk="1" hangingPunct="1">
              <a:lnSpc>
                <a:spcPct val="80000"/>
              </a:lnSpc>
              <a:buFontTx/>
              <a:buAutoNum type="arabicPeriod"/>
            </a:pPr>
            <a:endParaRPr lang="en-US" altLang="ar-IQ" sz="2800"/>
          </a:p>
          <a:p>
            <a:pPr marL="609600" indent="-609600" eaLnBrk="1" hangingPunct="1">
              <a:lnSpc>
                <a:spcPct val="80000"/>
              </a:lnSpc>
              <a:buFontTx/>
              <a:buAutoNum type="arabicPeriod"/>
            </a:pPr>
            <a:r>
              <a:rPr lang="en-US" altLang="ar-IQ" sz="2800" b="1"/>
              <a:t>Secondary sexual characteristics </a:t>
            </a:r>
            <a:r>
              <a:rPr lang="en-US" altLang="ar-IQ" sz="2800"/>
              <a:t>differentiate the male from the female but do not relate directly to reproduction. </a:t>
            </a:r>
            <a:r>
              <a:rPr lang="en-US" altLang="ar-IQ" sz="2800" b="1"/>
              <a:t>Examples </a:t>
            </a:r>
            <a:r>
              <a:rPr lang="en-US" altLang="ar-IQ" sz="2800"/>
              <a:t>are pubic hair growth, breast development, and voice changes.</a:t>
            </a:r>
          </a:p>
          <a:p>
            <a:pPr marL="609600" indent="-609600" eaLnBrk="1" hangingPunct="1">
              <a:lnSpc>
                <a:spcPct val="80000"/>
              </a:lnSpc>
              <a:buFontTx/>
              <a:buAutoNum type="arabicPeriod"/>
            </a:pPr>
            <a:endParaRPr lang="en-US" altLang="ar-IQ" sz="2800"/>
          </a:p>
          <a:p>
            <a:pPr marL="609600" indent="-609600" eaLnBrk="1" hangingPunct="1">
              <a:lnSpc>
                <a:spcPct val="80000"/>
              </a:lnSpc>
            </a:pPr>
            <a:endParaRPr lang="en-US" altLang="ar-IQ" sz="2400"/>
          </a:p>
          <a:p>
            <a:pPr marL="2209800" lvl="4" indent="-381000" eaLnBrk="1" hangingPunct="1">
              <a:lnSpc>
                <a:spcPct val="80000"/>
              </a:lnSpc>
              <a:buClr>
                <a:schemeClr val="tx1"/>
              </a:buClr>
              <a:buFontTx/>
              <a:buNone/>
            </a:pPr>
            <a:r>
              <a:rPr lang="en-US" altLang="ar-IQ" sz="2400"/>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Slide Number Placeholder 5">
            <a:extLst>
              <a:ext uri="{FF2B5EF4-FFF2-40B4-BE49-F238E27FC236}">
                <a16:creationId xmlns:a16="http://schemas.microsoft.com/office/drawing/2014/main" id="{2EAC2698-E5C7-62FD-C5D1-D06F7F2CF7C7}"/>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28A40D95-91D6-4D1F-96CB-4BD3F7B8B096}" type="slidenum">
              <a:rPr lang="ar-SA" altLang="ar-IQ" sz="1400"/>
              <a:pPr>
                <a:spcBef>
                  <a:spcPct val="0"/>
                </a:spcBef>
                <a:buFontTx/>
                <a:buNone/>
              </a:pPr>
              <a:t>16</a:t>
            </a:fld>
            <a:endParaRPr lang="en-US" altLang="ar-IQ" sz="1400"/>
          </a:p>
        </p:txBody>
      </p:sp>
      <p:sp>
        <p:nvSpPr>
          <p:cNvPr id="147458" name="Rectangle 2">
            <a:extLst>
              <a:ext uri="{FF2B5EF4-FFF2-40B4-BE49-F238E27FC236}">
                <a16:creationId xmlns:a16="http://schemas.microsoft.com/office/drawing/2014/main" id="{F1B93825-2539-C934-9764-A122762E630A}"/>
              </a:ext>
            </a:extLst>
          </p:cNvPr>
          <p:cNvSpPr>
            <a:spLocks noGrp="1" noChangeArrowheads="1"/>
          </p:cNvSpPr>
          <p:nvPr>
            <p:ph type="title"/>
          </p:nvPr>
        </p:nvSpPr>
        <p:spPr>
          <a:xfrm>
            <a:off x="1978025" y="334963"/>
            <a:ext cx="8232775" cy="828675"/>
          </a:xfrm>
        </p:spPr>
        <p:txBody>
          <a:bodyPr/>
          <a:lstStyle/>
          <a:p>
            <a:pPr algn="l" eaLnBrk="1" hangingPunct="1">
              <a:defRPr/>
            </a:pPr>
            <a:r>
              <a:rPr lang="en-US" sz="4000" b="1"/>
              <a:t>Male puberty</a:t>
            </a:r>
          </a:p>
        </p:txBody>
      </p:sp>
      <p:sp>
        <p:nvSpPr>
          <p:cNvPr id="53252" name="Rectangle 3">
            <a:extLst>
              <a:ext uri="{FF2B5EF4-FFF2-40B4-BE49-F238E27FC236}">
                <a16:creationId xmlns:a16="http://schemas.microsoft.com/office/drawing/2014/main" id="{7A220F95-B5FB-FC49-D906-0E51E7910FAD}"/>
              </a:ext>
            </a:extLst>
          </p:cNvPr>
          <p:cNvSpPr>
            <a:spLocks noGrp="1" noChangeArrowheads="1"/>
          </p:cNvSpPr>
          <p:nvPr>
            <p:ph type="body" idx="1"/>
          </p:nvPr>
        </p:nvSpPr>
        <p:spPr>
          <a:xfrm>
            <a:off x="1992313" y="1268413"/>
            <a:ext cx="8280400" cy="4897437"/>
          </a:xfrm>
        </p:spPr>
        <p:txBody>
          <a:bodyPr/>
          <a:lstStyle/>
          <a:p>
            <a:pPr eaLnBrk="1" hangingPunct="1">
              <a:lnSpc>
                <a:spcPct val="90000"/>
              </a:lnSpc>
              <a:buClr>
                <a:schemeClr val="tx1"/>
              </a:buClr>
            </a:pPr>
            <a:r>
              <a:rPr lang="en-US" altLang="ar-IQ" b="1"/>
              <a:t>The first noticeable sign that puberty </a:t>
            </a:r>
            <a:r>
              <a:rPr lang="en-US" altLang="ar-IQ"/>
              <a:t>has begun in </a:t>
            </a:r>
            <a:r>
              <a:rPr lang="en-US" altLang="ar-IQ" b="1"/>
              <a:t>male,</a:t>
            </a:r>
            <a:r>
              <a:rPr lang="en-US" altLang="ar-IQ"/>
              <a:t> is the appearance of pubic hair. </a:t>
            </a:r>
          </a:p>
          <a:p>
            <a:pPr eaLnBrk="1" hangingPunct="1">
              <a:lnSpc>
                <a:spcPct val="90000"/>
              </a:lnSpc>
              <a:buClr>
                <a:schemeClr val="tx1"/>
              </a:buClr>
            </a:pPr>
            <a:r>
              <a:rPr lang="en-US" altLang="ar-IQ"/>
              <a:t>The </a:t>
            </a:r>
            <a:r>
              <a:rPr lang="en-US" altLang="ar-IQ" b="1"/>
              <a:t>milestone</a:t>
            </a:r>
            <a:r>
              <a:rPr lang="en-US" altLang="ar-IQ"/>
              <a:t> of male puberty is considered to be the </a:t>
            </a:r>
            <a:r>
              <a:rPr lang="en-US" altLang="ar-IQ" b="1"/>
              <a:t>first ejaculation</a:t>
            </a:r>
            <a:r>
              <a:rPr lang="en-US" altLang="ar-IQ"/>
              <a:t>, which </a:t>
            </a:r>
            <a:r>
              <a:rPr lang="en-US" altLang="ar-IQ" b="1"/>
              <a:t>commonly occurs </a:t>
            </a:r>
            <a:r>
              <a:rPr lang="en-US" altLang="ar-IQ"/>
              <a:t>at </a:t>
            </a:r>
            <a:r>
              <a:rPr lang="en-US" altLang="ar-IQ" b="1"/>
              <a:t>about 14 years</a:t>
            </a:r>
            <a:r>
              <a:rPr lang="en-US" altLang="ar-IQ"/>
              <a:t> of age.</a:t>
            </a:r>
          </a:p>
          <a:p>
            <a:pPr eaLnBrk="1" hangingPunct="1">
              <a:lnSpc>
                <a:spcPct val="90000"/>
              </a:lnSpc>
              <a:buClr>
                <a:schemeClr val="tx1"/>
              </a:buClr>
            </a:pPr>
            <a:r>
              <a:rPr lang="en-US" altLang="ar-IQ"/>
              <a:t>Fertility follows several months later. </a:t>
            </a:r>
            <a:r>
              <a:rPr lang="en-US" altLang="ar-IQ" b="1"/>
              <a:t>Sexual maturity is achieved by age 18.</a:t>
            </a:r>
          </a:p>
          <a:p>
            <a:pPr eaLnBrk="1" hangingPunct="1">
              <a:lnSpc>
                <a:spcPct val="90000"/>
              </a:lnSpc>
              <a:buClr>
                <a:schemeClr val="tx1"/>
              </a:buClr>
            </a:pPr>
            <a:endParaRPr lang="en-US" altLang="ar-IQ" sz="1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Slide Number Placeholder 5">
            <a:extLst>
              <a:ext uri="{FF2B5EF4-FFF2-40B4-BE49-F238E27FC236}">
                <a16:creationId xmlns:a16="http://schemas.microsoft.com/office/drawing/2014/main" id="{3044DF51-AF05-E6E9-C9CD-85FCBC829463}"/>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BAAB42FB-9DE7-405B-8A21-DEDB477034DE}" type="slidenum">
              <a:rPr lang="ar-SA" altLang="ar-IQ" sz="1400"/>
              <a:pPr>
                <a:spcBef>
                  <a:spcPct val="0"/>
                </a:spcBef>
                <a:buFontTx/>
                <a:buNone/>
              </a:pPr>
              <a:t>17</a:t>
            </a:fld>
            <a:endParaRPr lang="en-US" altLang="ar-IQ" sz="1400"/>
          </a:p>
        </p:txBody>
      </p:sp>
      <p:sp>
        <p:nvSpPr>
          <p:cNvPr id="137218" name="Rectangle 2">
            <a:extLst>
              <a:ext uri="{FF2B5EF4-FFF2-40B4-BE49-F238E27FC236}">
                <a16:creationId xmlns:a16="http://schemas.microsoft.com/office/drawing/2014/main" id="{D9433543-7235-6E3E-716E-EE8D178089AB}"/>
              </a:ext>
            </a:extLst>
          </p:cNvPr>
          <p:cNvSpPr>
            <a:spLocks noGrp="1" noChangeArrowheads="1"/>
          </p:cNvSpPr>
          <p:nvPr>
            <p:ph type="title"/>
          </p:nvPr>
        </p:nvSpPr>
        <p:spPr>
          <a:xfrm>
            <a:off x="1966913" y="103188"/>
            <a:ext cx="8243887" cy="661987"/>
          </a:xfrm>
        </p:spPr>
        <p:txBody>
          <a:bodyPr/>
          <a:lstStyle/>
          <a:p>
            <a:pPr algn="l" eaLnBrk="1" hangingPunct="1">
              <a:defRPr/>
            </a:pPr>
            <a:r>
              <a:rPr lang="en-US" sz="4000" b="1"/>
              <a:t>Females puberty</a:t>
            </a:r>
          </a:p>
        </p:txBody>
      </p:sp>
      <p:sp>
        <p:nvSpPr>
          <p:cNvPr id="54276" name="Rectangle 3">
            <a:extLst>
              <a:ext uri="{FF2B5EF4-FFF2-40B4-BE49-F238E27FC236}">
                <a16:creationId xmlns:a16="http://schemas.microsoft.com/office/drawing/2014/main" id="{6659AEC2-8A4D-EFB2-7BFF-4D52390DF3F4}"/>
              </a:ext>
            </a:extLst>
          </p:cNvPr>
          <p:cNvSpPr>
            <a:spLocks noGrp="1" noChangeArrowheads="1"/>
          </p:cNvSpPr>
          <p:nvPr>
            <p:ph type="body" idx="1"/>
          </p:nvPr>
        </p:nvSpPr>
        <p:spPr>
          <a:xfrm>
            <a:off x="2063750" y="765175"/>
            <a:ext cx="8147050" cy="5360988"/>
          </a:xfrm>
        </p:spPr>
        <p:txBody>
          <a:bodyPr/>
          <a:lstStyle/>
          <a:p>
            <a:pPr eaLnBrk="1" hangingPunct="1">
              <a:lnSpc>
                <a:spcPct val="80000"/>
              </a:lnSpc>
            </a:pPr>
            <a:r>
              <a:rPr lang="en-US" altLang="ar-IQ" sz="2800" b="1"/>
              <a:t>The first noticeable sign of puberty</a:t>
            </a:r>
            <a:r>
              <a:rPr lang="en-US" altLang="ar-IQ" sz="2800"/>
              <a:t> in females is the appearance of the </a:t>
            </a:r>
            <a:r>
              <a:rPr lang="en-US" altLang="ar-IQ" sz="2800" b="1"/>
              <a:t>breast buds,</a:t>
            </a:r>
            <a:r>
              <a:rPr lang="en-US" altLang="ar-IQ" sz="2800"/>
              <a:t> although the appearance of hair along the labia may precede this. </a:t>
            </a:r>
            <a:r>
              <a:rPr lang="en-US" altLang="ar-IQ" sz="2800" b="1"/>
              <a:t>This usually starts at 8-13 years.</a:t>
            </a:r>
          </a:p>
          <a:p>
            <a:pPr eaLnBrk="1" hangingPunct="1">
              <a:lnSpc>
                <a:spcPct val="80000"/>
              </a:lnSpc>
              <a:buClr>
                <a:schemeClr val="tx1"/>
              </a:buClr>
            </a:pPr>
            <a:r>
              <a:rPr lang="en-US" altLang="ar-IQ" sz="2800"/>
              <a:t> </a:t>
            </a:r>
            <a:r>
              <a:rPr lang="en-US" altLang="ar-IQ" sz="2800" b="1"/>
              <a:t>The milestone</a:t>
            </a:r>
            <a:r>
              <a:rPr lang="en-US" altLang="ar-IQ" sz="2800"/>
              <a:t> of female puberty is </a:t>
            </a:r>
            <a:r>
              <a:rPr lang="en-US" altLang="ar-IQ" sz="2800" b="1"/>
              <a:t>menarche, </a:t>
            </a:r>
            <a:r>
              <a:rPr lang="en-US" altLang="ar-IQ" sz="2800"/>
              <a:t>which occurs about 2 years after the breast bud appears. At first menstrual periods are scanty </a:t>
            </a:r>
          </a:p>
          <a:p>
            <a:pPr eaLnBrk="1" hangingPunct="1">
              <a:lnSpc>
                <a:spcPct val="80000"/>
              </a:lnSpc>
            </a:pPr>
            <a:endParaRPr lang="en-US" altLang="ar-IQ" sz="2800"/>
          </a:p>
          <a:p>
            <a:pPr eaLnBrk="1" hangingPunct="1">
              <a:lnSpc>
                <a:spcPct val="80000"/>
              </a:lnSpc>
            </a:pPr>
            <a:r>
              <a:rPr lang="en-US" altLang="ar-IQ" sz="2800" b="1" u="sng"/>
              <a:t>Ovulation</a:t>
            </a:r>
            <a:r>
              <a:rPr lang="en-US" altLang="ar-IQ" sz="2800"/>
              <a:t> is usually established </a:t>
            </a:r>
            <a:r>
              <a:rPr lang="en-US" altLang="ar-IQ" sz="2800" b="1"/>
              <a:t>1 to 2 years after menarche.</a:t>
            </a:r>
          </a:p>
          <a:p>
            <a:pPr eaLnBrk="1" hangingPunct="1">
              <a:lnSpc>
                <a:spcPct val="80000"/>
              </a:lnSpc>
              <a:buClr>
                <a:schemeClr val="tx1"/>
              </a:buClr>
              <a:buFontTx/>
              <a:buNone/>
            </a:pPr>
            <a:r>
              <a:rPr lang="en-US" altLang="ar-IQ" sz="2800"/>
              <a:t> </a:t>
            </a:r>
            <a:endParaRPr lang="en-US" altLang="ar-IQ" sz="2800" b="1"/>
          </a:p>
          <a:p>
            <a:pPr eaLnBrk="1" hangingPunct="1">
              <a:lnSpc>
                <a:spcPct val="80000"/>
              </a:lnSpc>
            </a:pPr>
            <a:r>
              <a:rPr lang="en-US" altLang="ar-IQ" sz="2800" b="1" u="sng"/>
              <a:t>Female </a:t>
            </a:r>
            <a:r>
              <a:rPr lang="en-US" altLang="ar-IQ" sz="2800"/>
              <a:t>internal reproductive organs reach adult size about age 18 to 20.</a:t>
            </a:r>
          </a:p>
          <a:p>
            <a:pPr eaLnBrk="1" hangingPunct="1">
              <a:lnSpc>
                <a:spcPct val="80000"/>
              </a:lnSpc>
            </a:pPr>
            <a:endParaRPr lang="en-US" altLang="ar-IQ" sz="2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Slide Number Placeholder 5">
            <a:extLst>
              <a:ext uri="{FF2B5EF4-FFF2-40B4-BE49-F238E27FC236}">
                <a16:creationId xmlns:a16="http://schemas.microsoft.com/office/drawing/2014/main" id="{18594CF3-5185-C9DA-65D1-B28B5874CE94}"/>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8790242C-2C61-499D-A83B-9070205233C5}" type="slidenum">
              <a:rPr lang="ar-SA" altLang="ar-IQ" sz="1400"/>
              <a:pPr>
                <a:spcBef>
                  <a:spcPct val="0"/>
                </a:spcBef>
                <a:buFontTx/>
                <a:buNone/>
              </a:pPr>
              <a:t>18</a:t>
            </a:fld>
            <a:endParaRPr lang="en-US" altLang="ar-IQ" sz="1400"/>
          </a:p>
        </p:txBody>
      </p:sp>
      <p:sp>
        <p:nvSpPr>
          <p:cNvPr id="119810" name="Rectangle 2">
            <a:extLst>
              <a:ext uri="{FF2B5EF4-FFF2-40B4-BE49-F238E27FC236}">
                <a16:creationId xmlns:a16="http://schemas.microsoft.com/office/drawing/2014/main" id="{29C657DB-0C9F-BBE2-1CA7-383169755D0B}"/>
              </a:ext>
            </a:extLst>
          </p:cNvPr>
          <p:cNvSpPr>
            <a:spLocks noGrp="1" noChangeArrowheads="1"/>
          </p:cNvSpPr>
          <p:nvPr>
            <p:ph type="title"/>
          </p:nvPr>
        </p:nvSpPr>
        <p:spPr>
          <a:xfrm>
            <a:off x="1524000" y="103188"/>
            <a:ext cx="8686800" cy="977900"/>
          </a:xfrm>
        </p:spPr>
        <p:txBody>
          <a:bodyPr/>
          <a:lstStyle/>
          <a:p>
            <a:pPr eaLnBrk="1" hangingPunct="1">
              <a:defRPr/>
            </a:pPr>
            <a:r>
              <a:rPr lang="en-US" b="1" u="sng"/>
              <a:t>Cognitive Development</a:t>
            </a:r>
          </a:p>
        </p:txBody>
      </p:sp>
      <p:sp>
        <p:nvSpPr>
          <p:cNvPr id="55300" name="Rectangle 3">
            <a:extLst>
              <a:ext uri="{FF2B5EF4-FFF2-40B4-BE49-F238E27FC236}">
                <a16:creationId xmlns:a16="http://schemas.microsoft.com/office/drawing/2014/main" id="{73C8EB01-9E6B-58CE-00A2-8749DF6714AA}"/>
              </a:ext>
            </a:extLst>
          </p:cNvPr>
          <p:cNvSpPr>
            <a:spLocks noGrp="1" noChangeArrowheads="1"/>
          </p:cNvSpPr>
          <p:nvPr>
            <p:ph type="body" idx="1"/>
          </p:nvPr>
        </p:nvSpPr>
        <p:spPr>
          <a:xfrm>
            <a:off x="1981200" y="1125538"/>
            <a:ext cx="8229600" cy="5000625"/>
          </a:xfrm>
        </p:spPr>
        <p:txBody>
          <a:bodyPr/>
          <a:lstStyle/>
          <a:p>
            <a:pPr eaLnBrk="1" hangingPunct="1">
              <a:lnSpc>
                <a:spcPct val="90000"/>
              </a:lnSpc>
            </a:pPr>
            <a:r>
              <a:rPr lang="en-US" altLang="ar-IQ" sz="2800"/>
              <a:t>Cognitive abilities mature during adolescence. Between age of 11 and 15, the adolescent begins according to </a:t>
            </a:r>
            <a:r>
              <a:rPr lang="en-US" altLang="ar-IQ" sz="2800" b="1" u="sng"/>
              <a:t>Piaget's The </a:t>
            </a:r>
            <a:r>
              <a:rPr lang="en-US" altLang="ar-IQ" sz="2800" b="1" u="sng">
                <a:solidFill>
                  <a:srgbClr val="FF0066"/>
                </a:solidFill>
              </a:rPr>
              <a:t>Formal operations stage</a:t>
            </a:r>
            <a:r>
              <a:rPr lang="en-US" altLang="ar-IQ" sz="2800" b="1" u="sng"/>
              <a:t> of cognitive development</a:t>
            </a:r>
            <a:r>
              <a:rPr lang="en-US" altLang="ar-IQ" sz="2800"/>
              <a:t>.</a:t>
            </a:r>
          </a:p>
          <a:p>
            <a:pPr eaLnBrk="1" hangingPunct="1">
              <a:lnSpc>
                <a:spcPct val="90000"/>
              </a:lnSpc>
            </a:pPr>
            <a:endParaRPr lang="en-US" altLang="ar-IQ" sz="2800"/>
          </a:p>
          <a:p>
            <a:pPr eaLnBrk="1" hangingPunct="1">
              <a:lnSpc>
                <a:spcPct val="90000"/>
              </a:lnSpc>
            </a:pPr>
            <a:r>
              <a:rPr lang="en-US" altLang="ar-IQ" sz="2800"/>
              <a:t>Adolescents are able to think abstractly as well as logically. </a:t>
            </a:r>
          </a:p>
          <a:p>
            <a:pPr eaLnBrk="1" hangingPunct="1">
              <a:lnSpc>
                <a:spcPct val="90000"/>
              </a:lnSpc>
              <a:buClr>
                <a:schemeClr val="tx1"/>
              </a:buClr>
              <a:buFontTx/>
              <a:buNone/>
            </a:pPr>
            <a:endParaRPr lang="en-US" altLang="ar-IQ" sz="2800"/>
          </a:p>
          <a:p>
            <a:pPr eaLnBrk="1" hangingPunct="1">
              <a:lnSpc>
                <a:spcPct val="90000"/>
              </a:lnSpc>
            </a:pPr>
            <a:r>
              <a:rPr lang="en-US" altLang="ar-IQ" sz="2800"/>
              <a:t>They think about their future and the parts they will play in society as adults.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Slide Number Placeholder 5">
            <a:extLst>
              <a:ext uri="{FF2B5EF4-FFF2-40B4-BE49-F238E27FC236}">
                <a16:creationId xmlns:a16="http://schemas.microsoft.com/office/drawing/2014/main" id="{DBC9D3B1-6854-2347-FBF1-DF070CCE2626}"/>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42434AC7-8AEE-444C-8A3A-48107F4A273A}" type="slidenum">
              <a:rPr lang="ar-SA" altLang="ar-IQ" sz="1400"/>
              <a:pPr>
                <a:spcBef>
                  <a:spcPct val="0"/>
                </a:spcBef>
                <a:buFontTx/>
                <a:buNone/>
              </a:pPr>
              <a:t>19</a:t>
            </a:fld>
            <a:endParaRPr lang="en-US" altLang="ar-IQ" sz="1400"/>
          </a:p>
        </p:txBody>
      </p:sp>
      <p:sp>
        <p:nvSpPr>
          <p:cNvPr id="56323" name="Rectangle 3">
            <a:extLst>
              <a:ext uri="{FF2B5EF4-FFF2-40B4-BE49-F238E27FC236}">
                <a16:creationId xmlns:a16="http://schemas.microsoft.com/office/drawing/2014/main" id="{2380D5E1-42B8-39FF-BFFA-F5F87E07E12C}"/>
              </a:ext>
            </a:extLst>
          </p:cNvPr>
          <p:cNvSpPr>
            <a:spLocks noGrp="1" noChangeArrowheads="1"/>
          </p:cNvSpPr>
          <p:nvPr>
            <p:ph type="body" idx="1"/>
          </p:nvPr>
        </p:nvSpPr>
        <p:spPr>
          <a:xfrm>
            <a:off x="1981200" y="620713"/>
            <a:ext cx="8229600" cy="5505450"/>
          </a:xfrm>
        </p:spPr>
        <p:txBody>
          <a:bodyPr/>
          <a:lstStyle/>
          <a:p>
            <a:pPr eaLnBrk="1" hangingPunct="1"/>
            <a:r>
              <a:rPr lang="en-US" altLang="ar-IQ"/>
              <a:t>They also think about other people's thinking often critically. </a:t>
            </a:r>
          </a:p>
          <a:p>
            <a:pPr eaLnBrk="1" hangingPunct="1"/>
            <a:endParaRPr lang="en-US" altLang="ar-IQ"/>
          </a:p>
          <a:p>
            <a:pPr eaLnBrk="1" hangingPunct="1"/>
            <a:r>
              <a:rPr lang="en-US" altLang="ar-IQ"/>
              <a:t>Consider possibilities, hypotheses. </a:t>
            </a:r>
          </a:p>
          <a:p>
            <a:pPr eaLnBrk="1" hangingPunct="1">
              <a:buClr>
                <a:schemeClr val="tx1"/>
              </a:buClr>
              <a:buFontTx/>
              <a:buNone/>
            </a:pPr>
            <a:endParaRPr lang="en-US" altLang="ar-IQ"/>
          </a:p>
          <a:p>
            <a:pPr eaLnBrk="1" hangingPunct="1"/>
            <a:r>
              <a:rPr lang="en-US" altLang="ar-IQ"/>
              <a:t>Can use </a:t>
            </a:r>
            <a:r>
              <a:rPr lang="en-US" altLang="ar-IQ" b="1"/>
              <a:t>deductive</a:t>
            </a:r>
            <a:r>
              <a:rPr lang="en-US" altLang="ar-IQ"/>
              <a:t> (general to specific) and </a:t>
            </a:r>
            <a:r>
              <a:rPr lang="en-US" altLang="ar-IQ" b="1"/>
              <a:t>inductive</a:t>
            </a:r>
            <a:r>
              <a:rPr lang="en-US" altLang="ar-IQ"/>
              <a:t> (specific to general) reasoning.</a:t>
            </a:r>
          </a:p>
          <a:p>
            <a:pPr eaLnBrk="1" hangingPunct="1"/>
            <a:endParaRPr lang="en-US" altLang="ar-IQ"/>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6" name="Slide Number Placeholder 5">
            <a:extLst>
              <a:ext uri="{FF2B5EF4-FFF2-40B4-BE49-F238E27FC236}">
                <a16:creationId xmlns:a16="http://schemas.microsoft.com/office/drawing/2014/main" id="{49450CA8-9F9C-1011-1137-647C455A8171}"/>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51A85323-5681-4565-8322-21A9F8881188}" type="slidenum">
              <a:rPr lang="ar-SA" altLang="ar-IQ" sz="1400"/>
              <a:pPr>
                <a:spcBef>
                  <a:spcPct val="0"/>
                </a:spcBef>
                <a:buFontTx/>
                <a:buNone/>
              </a:pPr>
              <a:t>20</a:t>
            </a:fld>
            <a:endParaRPr lang="en-US" altLang="ar-IQ" sz="1400"/>
          </a:p>
        </p:txBody>
      </p:sp>
      <p:sp>
        <p:nvSpPr>
          <p:cNvPr id="57347" name="Rectangle 3">
            <a:extLst>
              <a:ext uri="{FF2B5EF4-FFF2-40B4-BE49-F238E27FC236}">
                <a16:creationId xmlns:a16="http://schemas.microsoft.com/office/drawing/2014/main" id="{61B7197B-452F-B842-1FC3-B70DAF9E0E88}"/>
              </a:ext>
            </a:extLst>
          </p:cNvPr>
          <p:cNvSpPr>
            <a:spLocks noGrp="1" noChangeArrowheads="1"/>
          </p:cNvSpPr>
          <p:nvPr>
            <p:ph type="body" idx="1"/>
          </p:nvPr>
        </p:nvSpPr>
        <p:spPr>
          <a:xfrm>
            <a:off x="1981200" y="333375"/>
            <a:ext cx="8229600" cy="5792788"/>
          </a:xfrm>
        </p:spPr>
        <p:txBody>
          <a:bodyPr/>
          <a:lstStyle/>
          <a:p>
            <a:pPr eaLnBrk="1" hangingPunct="1">
              <a:lnSpc>
                <a:spcPct val="90000"/>
              </a:lnSpc>
            </a:pPr>
            <a:r>
              <a:rPr lang="en-US" altLang="ar-IQ" sz="2400" b="1"/>
              <a:t>Adolescents are highly imaginative and idealistic</a:t>
            </a:r>
          </a:p>
          <a:p>
            <a:pPr eaLnBrk="1" hangingPunct="1">
              <a:lnSpc>
                <a:spcPct val="90000"/>
              </a:lnSpc>
            </a:pPr>
            <a:endParaRPr lang="en-US" altLang="ar-IQ" sz="2400" b="1"/>
          </a:p>
          <a:p>
            <a:pPr eaLnBrk="1" hangingPunct="1">
              <a:lnSpc>
                <a:spcPct val="90000"/>
              </a:lnSpc>
            </a:pPr>
            <a:r>
              <a:rPr lang="en-US" altLang="ar-IQ" sz="2400" b="1"/>
              <a:t>The adolescents become more informed about the world and environment. </a:t>
            </a:r>
          </a:p>
          <a:p>
            <a:pPr eaLnBrk="1" hangingPunct="1">
              <a:lnSpc>
                <a:spcPct val="90000"/>
              </a:lnSpc>
            </a:pPr>
            <a:endParaRPr lang="en-US" altLang="ar-IQ" sz="2400" b="1"/>
          </a:p>
          <a:p>
            <a:pPr eaLnBrk="1" hangingPunct="1">
              <a:lnSpc>
                <a:spcPct val="90000"/>
              </a:lnSpc>
            </a:pPr>
            <a:r>
              <a:rPr lang="en-US" altLang="ar-IQ" sz="2400" b="1"/>
              <a:t>Adolescents use achieving a sense of new information to solve everyday problems and can communicate with adults on most subjects.</a:t>
            </a:r>
          </a:p>
          <a:p>
            <a:pPr eaLnBrk="1" hangingPunct="1">
              <a:lnSpc>
                <a:spcPct val="90000"/>
              </a:lnSpc>
              <a:buClr>
                <a:schemeClr val="tx1"/>
              </a:buClr>
              <a:buFontTx/>
              <a:buNone/>
            </a:pPr>
            <a:endParaRPr lang="en-US" altLang="ar-IQ" sz="2400" b="1"/>
          </a:p>
          <a:p>
            <a:pPr eaLnBrk="1" hangingPunct="1">
              <a:lnSpc>
                <a:spcPct val="90000"/>
              </a:lnSpc>
            </a:pPr>
            <a:r>
              <a:rPr lang="en-US" altLang="ar-IQ" sz="2400" b="1"/>
              <a:t>The adolescent's capacity to absorb and use knowledge is great. Usually select their own areas for learning, they explore interests from which they may evolve a career plan.</a:t>
            </a:r>
          </a:p>
          <a:p>
            <a:pPr eaLnBrk="1" hangingPunct="1">
              <a:lnSpc>
                <a:spcPct val="90000"/>
              </a:lnSpc>
            </a:pPr>
            <a:endParaRPr lang="en-US" altLang="ar-IQ" sz="2400" b="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Slide Number Placeholder 5">
            <a:extLst>
              <a:ext uri="{FF2B5EF4-FFF2-40B4-BE49-F238E27FC236}">
                <a16:creationId xmlns:a16="http://schemas.microsoft.com/office/drawing/2014/main" id="{0E01BC39-B497-2E51-6973-7D8D45F13C1C}"/>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479F1560-DAEE-4080-8026-5D85D1F2BBA3}" type="slidenum">
              <a:rPr lang="ar-SA" altLang="ar-IQ" sz="1400"/>
              <a:pPr>
                <a:spcBef>
                  <a:spcPct val="0"/>
                </a:spcBef>
                <a:buFontTx/>
                <a:buNone/>
              </a:pPr>
              <a:t>21</a:t>
            </a:fld>
            <a:endParaRPr lang="en-US" altLang="ar-IQ" sz="1400"/>
          </a:p>
        </p:txBody>
      </p:sp>
      <p:sp>
        <p:nvSpPr>
          <p:cNvPr id="120834" name="Rectangle 2">
            <a:extLst>
              <a:ext uri="{FF2B5EF4-FFF2-40B4-BE49-F238E27FC236}">
                <a16:creationId xmlns:a16="http://schemas.microsoft.com/office/drawing/2014/main" id="{F8476566-4A87-083C-A631-D0ADE99ACAA4}"/>
              </a:ext>
            </a:extLst>
          </p:cNvPr>
          <p:cNvSpPr>
            <a:spLocks noGrp="1" noChangeArrowheads="1"/>
          </p:cNvSpPr>
          <p:nvPr>
            <p:ph type="title"/>
          </p:nvPr>
        </p:nvSpPr>
        <p:spPr>
          <a:xfrm>
            <a:off x="1966913" y="404813"/>
            <a:ext cx="8243887" cy="1012825"/>
          </a:xfrm>
        </p:spPr>
        <p:txBody>
          <a:bodyPr/>
          <a:lstStyle/>
          <a:p>
            <a:pPr eaLnBrk="1" hangingPunct="1">
              <a:defRPr/>
            </a:pPr>
            <a:r>
              <a:rPr lang="en-US" sz="3600" b="1" u="sng"/>
              <a:t>Psychosocial Development:</a:t>
            </a:r>
            <a:br>
              <a:rPr lang="en-US" sz="3600" b="1" u="sng"/>
            </a:br>
            <a:endParaRPr lang="en-US" sz="3600" b="1" u="sng"/>
          </a:p>
        </p:txBody>
      </p:sp>
      <p:sp>
        <p:nvSpPr>
          <p:cNvPr id="58372" name="Rectangle 3">
            <a:extLst>
              <a:ext uri="{FF2B5EF4-FFF2-40B4-BE49-F238E27FC236}">
                <a16:creationId xmlns:a16="http://schemas.microsoft.com/office/drawing/2014/main" id="{4EF539E4-6852-A8D0-BCAE-B536CE960AE1}"/>
              </a:ext>
            </a:extLst>
          </p:cNvPr>
          <p:cNvSpPr>
            <a:spLocks noGrp="1" noChangeArrowheads="1"/>
          </p:cNvSpPr>
          <p:nvPr>
            <p:ph type="body" idx="1"/>
          </p:nvPr>
        </p:nvSpPr>
        <p:spPr>
          <a:xfrm>
            <a:off x="1981200" y="981075"/>
            <a:ext cx="8229600" cy="5145088"/>
          </a:xfrm>
        </p:spPr>
        <p:txBody>
          <a:bodyPr/>
          <a:lstStyle/>
          <a:p>
            <a:pPr eaLnBrk="1" hangingPunct="1">
              <a:lnSpc>
                <a:spcPct val="80000"/>
              </a:lnSpc>
            </a:pPr>
            <a:r>
              <a:rPr lang="en-US" altLang="ar-IQ" sz="2400" b="1" u="sng"/>
              <a:t>According to Erickson theory</a:t>
            </a:r>
            <a:r>
              <a:rPr lang="en-US" altLang="ar-IQ" sz="2400"/>
              <a:t>, </a:t>
            </a:r>
            <a:r>
              <a:rPr lang="en-US" altLang="ar-IQ" sz="2400" b="1">
                <a:solidFill>
                  <a:srgbClr val="FF0066"/>
                </a:solidFill>
              </a:rPr>
              <a:t>Identity/ Identity diffusion</a:t>
            </a:r>
            <a:r>
              <a:rPr lang="en-US" altLang="ar-IQ" sz="2400" b="1"/>
              <a:t> is correct during the adolescent stage.</a:t>
            </a:r>
          </a:p>
          <a:p>
            <a:pPr eaLnBrk="1" hangingPunct="1">
              <a:lnSpc>
                <a:spcPct val="80000"/>
              </a:lnSpc>
              <a:buFontTx/>
              <a:buNone/>
            </a:pPr>
            <a:endParaRPr lang="en-US" altLang="ar-IQ" sz="2400" b="1"/>
          </a:p>
          <a:p>
            <a:pPr eaLnBrk="1" hangingPunct="1">
              <a:lnSpc>
                <a:spcPct val="80000"/>
              </a:lnSpc>
            </a:pPr>
            <a:r>
              <a:rPr lang="en-US" altLang="ar-IQ" sz="2400" b="1"/>
              <a:t>A sense of identity means a sense of being at one with oneself as one grows and develops. Identity development is closely linked with the mastery of skills.</a:t>
            </a:r>
          </a:p>
          <a:p>
            <a:pPr eaLnBrk="1" hangingPunct="1">
              <a:lnSpc>
                <a:spcPct val="80000"/>
              </a:lnSpc>
              <a:buFontTx/>
              <a:buNone/>
            </a:pPr>
            <a:endParaRPr lang="en-US" altLang="ar-IQ" sz="2400" b="1"/>
          </a:p>
          <a:p>
            <a:pPr eaLnBrk="1" hangingPunct="1">
              <a:lnSpc>
                <a:spcPct val="80000"/>
              </a:lnSpc>
            </a:pPr>
            <a:r>
              <a:rPr lang="en-US" altLang="ar-IQ" sz="2400" b="1"/>
              <a:t>Identity as well as overcoming a sense of identity diffusion represents the polarity </a:t>
            </a:r>
            <a:r>
              <a:rPr lang="ar-SA" altLang="ar-IQ" sz="2400" b="1"/>
              <a:t>الاختلاف</a:t>
            </a:r>
            <a:r>
              <a:rPr lang="en-US" altLang="ar-IQ" sz="2400" b="1"/>
              <a:t>of this developmental phase. </a:t>
            </a:r>
          </a:p>
          <a:p>
            <a:pPr eaLnBrk="1" hangingPunct="1">
              <a:lnSpc>
                <a:spcPct val="80000"/>
              </a:lnSpc>
              <a:buFontTx/>
              <a:buNone/>
            </a:pPr>
            <a:endParaRPr lang="en-US" altLang="ar-IQ" sz="2400" b="1"/>
          </a:p>
          <a:p>
            <a:pPr eaLnBrk="1" hangingPunct="1">
              <a:lnSpc>
                <a:spcPct val="80000"/>
              </a:lnSpc>
            </a:pPr>
            <a:r>
              <a:rPr lang="en-US" altLang="ar-IQ" sz="2400" b="1"/>
              <a:t>Adolescents are usually concerned about their bodies, their appearances, and their physical abilities. Hair styling, skin care, and clothes become very important.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4" name="Slide Number Placeholder 5">
            <a:extLst>
              <a:ext uri="{FF2B5EF4-FFF2-40B4-BE49-F238E27FC236}">
                <a16:creationId xmlns:a16="http://schemas.microsoft.com/office/drawing/2014/main" id="{62EA5F80-1A7D-0899-4AA4-79316248A4AE}"/>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8531F18B-6947-4374-85D7-3EEFB6E3A590}" type="slidenum">
              <a:rPr lang="ar-SA" altLang="ar-IQ" sz="1400"/>
              <a:pPr>
                <a:spcBef>
                  <a:spcPct val="0"/>
                </a:spcBef>
                <a:buFontTx/>
                <a:buNone/>
              </a:pPr>
              <a:t>22</a:t>
            </a:fld>
            <a:endParaRPr lang="en-US" altLang="ar-IQ" sz="1400"/>
          </a:p>
        </p:txBody>
      </p:sp>
      <p:sp>
        <p:nvSpPr>
          <p:cNvPr id="59395" name="Rectangle 3">
            <a:extLst>
              <a:ext uri="{FF2B5EF4-FFF2-40B4-BE49-F238E27FC236}">
                <a16:creationId xmlns:a16="http://schemas.microsoft.com/office/drawing/2014/main" id="{551EE719-FB71-0D5D-E08C-A4E509F2B00D}"/>
              </a:ext>
            </a:extLst>
          </p:cNvPr>
          <p:cNvSpPr>
            <a:spLocks noGrp="1" noChangeArrowheads="1"/>
          </p:cNvSpPr>
          <p:nvPr>
            <p:ph type="body" idx="1"/>
          </p:nvPr>
        </p:nvSpPr>
        <p:spPr>
          <a:xfrm>
            <a:off x="1981200" y="404813"/>
            <a:ext cx="8686800" cy="5721350"/>
          </a:xfrm>
        </p:spPr>
        <p:txBody>
          <a:bodyPr/>
          <a:lstStyle/>
          <a:p>
            <a:pPr eaLnBrk="1" hangingPunct="1">
              <a:lnSpc>
                <a:spcPct val="90000"/>
              </a:lnSpc>
            </a:pPr>
            <a:r>
              <a:rPr lang="en-US" altLang="ar-IQ" sz="2800" b="1"/>
              <a:t>Young adolescents experience a close attachment to their parents while they reach for new and more satisfactory contacts in association outside the family. </a:t>
            </a:r>
          </a:p>
          <a:p>
            <a:pPr eaLnBrk="1" hangingPunct="1">
              <a:lnSpc>
                <a:spcPct val="90000"/>
              </a:lnSpc>
            </a:pPr>
            <a:endParaRPr lang="en-US" altLang="ar-IQ" sz="2800" b="1"/>
          </a:p>
          <a:p>
            <a:pPr eaLnBrk="1" hangingPunct="1">
              <a:lnSpc>
                <a:spcPct val="90000"/>
              </a:lnSpc>
            </a:pPr>
            <a:r>
              <a:rPr lang="en-US" altLang="ar-IQ" sz="2800" b="1"/>
              <a:t>They learn to interact with more and more people at a given times and they learn in which way they should relate to them. </a:t>
            </a:r>
          </a:p>
          <a:p>
            <a:pPr eaLnBrk="1" hangingPunct="1">
              <a:lnSpc>
                <a:spcPct val="90000"/>
              </a:lnSpc>
            </a:pPr>
            <a:endParaRPr lang="en-US" altLang="ar-IQ" sz="2800" b="1"/>
          </a:p>
          <a:p>
            <a:pPr eaLnBrk="1" hangingPunct="1">
              <a:lnSpc>
                <a:spcPct val="90000"/>
              </a:lnSpc>
            </a:pPr>
            <a:r>
              <a:rPr lang="en-US" altLang="ar-IQ" sz="2800" b="1"/>
              <a:t>In this process they become individuals and members of their community.</a:t>
            </a:r>
          </a:p>
          <a:p>
            <a:pPr eaLnBrk="1" hangingPunct="1">
              <a:lnSpc>
                <a:spcPct val="90000"/>
              </a:lnSpc>
            </a:pPr>
            <a:endParaRPr lang="en-US" altLang="ar-IQ" sz="2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18" name="Slide Number Placeholder 5">
            <a:extLst>
              <a:ext uri="{FF2B5EF4-FFF2-40B4-BE49-F238E27FC236}">
                <a16:creationId xmlns:a16="http://schemas.microsoft.com/office/drawing/2014/main" id="{A51A8989-3B7F-CA5E-1A47-EDD51D7BC6BB}"/>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A09F43B4-09CF-4CE2-9ACB-AA0EE4A5633E}" type="slidenum">
              <a:rPr lang="ar-SA" altLang="ar-IQ" sz="1400"/>
              <a:pPr>
                <a:spcBef>
                  <a:spcPct val="0"/>
                </a:spcBef>
                <a:buFontTx/>
                <a:buNone/>
              </a:pPr>
              <a:t>23</a:t>
            </a:fld>
            <a:endParaRPr lang="en-US" altLang="ar-IQ" sz="1400"/>
          </a:p>
        </p:txBody>
      </p:sp>
      <p:sp>
        <p:nvSpPr>
          <p:cNvPr id="60419" name="Rectangle 3">
            <a:extLst>
              <a:ext uri="{FF2B5EF4-FFF2-40B4-BE49-F238E27FC236}">
                <a16:creationId xmlns:a16="http://schemas.microsoft.com/office/drawing/2014/main" id="{A2B79C89-BEEA-A472-4989-850510D71A0F}"/>
              </a:ext>
            </a:extLst>
          </p:cNvPr>
          <p:cNvSpPr>
            <a:spLocks noGrp="1" noChangeArrowheads="1"/>
          </p:cNvSpPr>
          <p:nvPr>
            <p:ph type="body" idx="1"/>
          </p:nvPr>
        </p:nvSpPr>
        <p:spPr>
          <a:xfrm>
            <a:off x="2063750" y="549275"/>
            <a:ext cx="8604250" cy="5576888"/>
          </a:xfrm>
        </p:spPr>
        <p:txBody>
          <a:bodyPr/>
          <a:lstStyle/>
          <a:p>
            <a:pPr eaLnBrk="1" hangingPunct="1">
              <a:lnSpc>
                <a:spcPct val="80000"/>
              </a:lnSpc>
            </a:pPr>
            <a:r>
              <a:rPr lang="en-US" altLang="ar-IQ" sz="2400" b="1"/>
              <a:t>Adolescents develop their relationship with significant adult in his life.</a:t>
            </a:r>
          </a:p>
          <a:p>
            <a:pPr eaLnBrk="1" hangingPunct="1">
              <a:lnSpc>
                <a:spcPct val="80000"/>
              </a:lnSpc>
            </a:pPr>
            <a:endParaRPr lang="en-US" altLang="ar-IQ" sz="2400" b="1"/>
          </a:p>
          <a:p>
            <a:pPr eaLnBrk="1" hangingPunct="1">
              <a:lnSpc>
                <a:spcPct val="80000"/>
              </a:lnSpc>
            </a:pPr>
            <a:r>
              <a:rPr lang="en-US" altLang="ar-IQ" sz="2400" b="1"/>
              <a:t>Identity development moves from the reality of being to the reality of becoming. </a:t>
            </a:r>
          </a:p>
          <a:p>
            <a:pPr eaLnBrk="1" hangingPunct="1">
              <a:lnSpc>
                <a:spcPct val="80000"/>
              </a:lnSpc>
            </a:pPr>
            <a:endParaRPr lang="en-US" altLang="ar-IQ" sz="2400" b="1"/>
          </a:p>
          <a:p>
            <a:pPr eaLnBrk="1" hangingPunct="1">
              <a:lnSpc>
                <a:spcPct val="80000"/>
              </a:lnSpc>
            </a:pPr>
            <a:r>
              <a:rPr lang="en-US" altLang="ar-IQ" sz="2400" b="1"/>
              <a:t>Although sexual identification begins at about 3 or 4 years of age, it is a significant part of adolescence. </a:t>
            </a:r>
          </a:p>
          <a:p>
            <a:pPr eaLnBrk="1" hangingPunct="1">
              <a:lnSpc>
                <a:spcPct val="80000"/>
              </a:lnSpc>
            </a:pPr>
            <a:endParaRPr lang="en-US" altLang="ar-IQ" sz="2400" b="1"/>
          </a:p>
          <a:p>
            <a:pPr eaLnBrk="1" hangingPunct="1">
              <a:lnSpc>
                <a:spcPct val="80000"/>
              </a:lnSpc>
            </a:pPr>
            <a:r>
              <a:rPr lang="en-US" altLang="ar-IQ" sz="2400" b="1"/>
              <a:t>The adolescent male strive to achieve masculine sexual identity</a:t>
            </a:r>
          </a:p>
          <a:p>
            <a:pPr eaLnBrk="1" hangingPunct="1">
              <a:lnSpc>
                <a:spcPct val="80000"/>
              </a:lnSpc>
              <a:buClr>
                <a:schemeClr val="tx1"/>
              </a:buClr>
              <a:buFontTx/>
              <a:buNone/>
            </a:pPr>
            <a:endParaRPr lang="en-US" altLang="ar-IQ" sz="2400" b="1"/>
          </a:p>
          <a:p>
            <a:pPr eaLnBrk="1" hangingPunct="1">
              <a:lnSpc>
                <a:spcPct val="80000"/>
              </a:lnSpc>
            </a:pPr>
            <a:r>
              <a:rPr lang="en-US" altLang="ar-IQ" sz="2400" b="1"/>
              <a:t>The adolescent female strives to achieve a feminine sexual identity. </a:t>
            </a:r>
          </a:p>
          <a:p>
            <a:pPr eaLnBrk="1" hangingPunct="1">
              <a:lnSpc>
                <a:spcPct val="80000"/>
              </a:lnSpc>
            </a:pPr>
            <a:endParaRPr lang="en-US" altLang="ar-IQ" sz="2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2" name="Slide Number Placeholder 5">
            <a:extLst>
              <a:ext uri="{FF2B5EF4-FFF2-40B4-BE49-F238E27FC236}">
                <a16:creationId xmlns:a16="http://schemas.microsoft.com/office/drawing/2014/main" id="{924E1333-A8FE-D8FD-9CEA-D57828F7D35D}"/>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FACB4D48-3625-4696-8E49-83194B90C53D}" type="slidenum">
              <a:rPr lang="ar-SA" altLang="ar-IQ" sz="1400"/>
              <a:pPr>
                <a:spcBef>
                  <a:spcPct val="0"/>
                </a:spcBef>
                <a:buFontTx/>
                <a:buNone/>
              </a:pPr>
              <a:t>24</a:t>
            </a:fld>
            <a:endParaRPr lang="en-US" altLang="ar-IQ" sz="1400"/>
          </a:p>
        </p:txBody>
      </p:sp>
      <p:sp>
        <p:nvSpPr>
          <p:cNvPr id="61443" name="Rectangle 3">
            <a:extLst>
              <a:ext uri="{FF2B5EF4-FFF2-40B4-BE49-F238E27FC236}">
                <a16:creationId xmlns:a16="http://schemas.microsoft.com/office/drawing/2014/main" id="{C271838E-6AAB-B2C6-6CC2-AB3F2BD87EBE}"/>
              </a:ext>
            </a:extLst>
          </p:cNvPr>
          <p:cNvSpPr>
            <a:spLocks noGrp="1" noChangeArrowheads="1"/>
          </p:cNvSpPr>
          <p:nvPr>
            <p:ph type="body" idx="1"/>
          </p:nvPr>
        </p:nvSpPr>
        <p:spPr>
          <a:xfrm>
            <a:off x="1919288" y="333375"/>
            <a:ext cx="8291512" cy="6048375"/>
          </a:xfrm>
        </p:spPr>
        <p:txBody>
          <a:bodyPr/>
          <a:lstStyle/>
          <a:p>
            <a:pPr marL="609600" indent="-609600" eaLnBrk="1" hangingPunct="1">
              <a:lnSpc>
                <a:spcPct val="80000"/>
              </a:lnSpc>
              <a:buFontTx/>
              <a:buNone/>
            </a:pPr>
            <a:r>
              <a:rPr lang="en-US" altLang="ar-IQ" sz="2800" b="1" u="sng"/>
              <a:t>Peer groups during adolescence assume great importance.</a:t>
            </a:r>
          </a:p>
          <a:p>
            <a:pPr marL="609600" indent="-609600" eaLnBrk="1" hangingPunct="1">
              <a:lnSpc>
                <a:spcPct val="80000"/>
              </a:lnSpc>
            </a:pPr>
            <a:endParaRPr lang="en-US" altLang="ar-IQ" sz="2800" b="1" u="sng"/>
          </a:p>
          <a:p>
            <a:pPr marL="609600" indent="-609600" eaLnBrk="1" hangingPunct="1">
              <a:lnSpc>
                <a:spcPct val="80000"/>
              </a:lnSpc>
              <a:buFontTx/>
              <a:buNone/>
            </a:pPr>
            <a:r>
              <a:rPr lang="en-US" altLang="ar-IQ" sz="2400" b="1"/>
              <a:t>       </a:t>
            </a:r>
            <a:r>
              <a:rPr lang="en-US" altLang="ar-IQ" sz="2400" b="1" u="sng"/>
              <a:t>The peer group has a number of functions: </a:t>
            </a:r>
          </a:p>
          <a:p>
            <a:pPr marL="609600" indent="-609600" eaLnBrk="1" hangingPunct="1">
              <a:lnSpc>
                <a:spcPct val="80000"/>
              </a:lnSpc>
            </a:pPr>
            <a:endParaRPr lang="en-US" altLang="ar-IQ" sz="2400" b="1"/>
          </a:p>
          <a:p>
            <a:pPr marL="609600" indent="-609600" eaLnBrk="1" hangingPunct="1">
              <a:lnSpc>
                <a:spcPct val="80000"/>
              </a:lnSpc>
              <a:buClr>
                <a:schemeClr val="tx1"/>
              </a:buClr>
              <a:buFontTx/>
              <a:buAutoNum type="arabicPeriod"/>
            </a:pPr>
            <a:r>
              <a:rPr lang="en-US" altLang="ar-IQ" sz="2400" b="1"/>
              <a:t>It provides a sense of belonging, pride, social learning, and sexual roles. </a:t>
            </a:r>
          </a:p>
          <a:p>
            <a:pPr marL="609600" indent="-609600" eaLnBrk="1" hangingPunct="1">
              <a:lnSpc>
                <a:spcPct val="80000"/>
              </a:lnSpc>
              <a:buClr>
                <a:schemeClr val="tx1"/>
              </a:buClr>
              <a:buFontTx/>
              <a:buAutoNum type="arabicPeriod"/>
            </a:pPr>
            <a:endParaRPr lang="en-US" altLang="ar-IQ" sz="2400" b="1"/>
          </a:p>
          <a:p>
            <a:pPr marL="609600" indent="-609600" eaLnBrk="1" hangingPunct="1">
              <a:lnSpc>
                <a:spcPct val="80000"/>
              </a:lnSpc>
              <a:buClr>
                <a:schemeClr val="tx1"/>
              </a:buClr>
              <a:buFontTx/>
              <a:buAutoNum type="arabicPeriod"/>
            </a:pPr>
            <a:r>
              <a:rPr lang="en-US" altLang="ar-IQ" sz="2400" b="1"/>
              <a:t>Most peer groups have well defined, sex-specific modes of acceptable behavior. </a:t>
            </a:r>
          </a:p>
          <a:p>
            <a:pPr marL="609600" indent="-609600" eaLnBrk="1" hangingPunct="1">
              <a:lnSpc>
                <a:spcPct val="80000"/>
              </a:lnSpc>
              <a:buClr>
                <a:schemeClr val="tx1"/>
              </a:buClr>
              <a:buFontTx/>
              <a:buAutoNum type="arabicPeriod"/>
            </a:pPr>
            <a:endParaRPr lang="en-US" altLang="ar-IQ" sz="2400" b="1"/>
          </a:p>
          <a:p>
            <a:pPr marL="609600" indent="-609600" eaLnBrk="1" hangingPunct="1">
              <a:lnSpc>
                <a:spcPct val="80000"/>
              </a:lnSpc>
              <a:buClr>
                <a:schemeClr val="tx1"/>
              </a:buClr>
              <a:buFontTx/>
              <a:buAutoNum type="arabicPeriod"/>
            </a:pPr>
            <a:r>
              <a:rPr lang="en-US" altLang="ar-IQ" sz="2400" b="1"/>
              <a:t>In adolescence, the peer groups change with age. They start as single-sex groups, evolve to mixed groups, and finally narrow to couples who share activities.</a:t>
            </a:r>
          </a:p>
          <a:p>
            <a:pPr marL="609600" indent="-609600" eaLnBrk="1" hangingPunct="1">
              <a:lnSpc>
                <a:spcPct val="80000"/>
              </a:lnSpc>
              <a:buFontTx/>
              <a:buNone/>
            </a:pPr>
            <a:r>
              <a:rPr lang="en-US" altLang="ar-IQ" sz="2400"/>
              <a:t> </a:t>
            </a:r>
          </a:p>
          <a:p>
            <a:pPr marL="609600" indent="-609600" eaLnBrk="1" hangingPunct="1">
              <a:lnSpc>
                <a:spcPct val="80000"/>
              </a:lnSpc>
            </a:pPr>
            <a:endParaRPr lang="en-US" altLang="ar-IQ" sz="2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6" name="Slide Number Placeholder 5">
            <a:extLst>
              <a:ext uri="{FF2B5EF4-FFF2-40B4-BE49-F238E27FC236}">
                <a16:creationId xmlns:a16="http://schemas.microsoft.com/office/drawing/2014/main" id="{539D66BB-D42F-ACBC-E16F-6D20AB72FCF2}"/>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20832D17-137E-4339-9CBE-39EB0FB37178}" type="slidenum">
              <a:rPr lang="ar-SA" altLang="ar-IQ" sz="1400"/>
              <a:pPr>
                <a:spcBef>
                  <a:spcPct val="0"/>
                </a:spcBef>
                <a:buFontTx/>
                <a:buNone/>
              </a:pPr>
              <a:t>25</a:t>
            </a:fld>
            <a:endParaRPr lang="en-US" altLang="ar-IQ" sz="1400"/>
          </a:p>
        </p:txBody>
      </p:sp>
      <p:sp>
        <p:nvSpPr>
          <p:cNvPr id="122882" name="Rectangle 2">
            <a:extLst>
              <a:ext uri="{FF2B5EF4-FFF2-40B4-BE49-F238E27FC236}">
                <a16:creationId xmlns:a16="http://schemas.microsoft.com/office/drawing/2014/main" id="{6D260B3C-1CFB-152C-8082-DF2118C73C12}"/>
              </a:ext>
            </a:extLst>
          </p:cNvPr>
          <p:cNvSpPr>
            <a:spLocks noGrp="1" noChangeArrowheads="1"/>
          </p:cNvSpPr>
          <p:nvPr>
            <p:ph type="title"/>
          </p:nvPr>
        </p:nvSpPr>
        <p:spPr>
          <a:xfrm>
            <a:off x="2063750" y="404813"/>
            <a:ext cx="8147050" cy="676275"/>
          </a:xfrm>
        </p:spPr>
        <p:txBody>
          <a:bodyPr/>
          <a:lstStyle/>
          <a:p>
            <a:pPr algn="l" eaLnBrk="1" hangingPunct="1">
              <a:defRPr/>
            </a:pPr>
            <a:r>
              <a:rPr lang="en-US" sz="3200" b="1"/>
              <a:t>Health Promotion and Wellness:</a:t>
            </a:r>
          </a:p>
        </p:txBody>
      </p:sp>
      <p:sp>
        <p:nvSpPr>
          <p:cNvPr id="62468" name="Rectangle 3">
            <a:extLst>
              <a:ext uri="{FF2B5EF4-FFF2-40B4-BE49-F238E27FC236}">
                <a16:creationId xmlns:a16="http://schemas.microsoft.com/office/drawing/2014/main" id="{E3C4AA3B-249A-EFCD-CA4C-92EC02A73000}"/>
              </a:ext>
            </a:extLst>
          </p:cNvPr>
          <p:cNvSpPr>
            <a:spLocks noGrp="1" noChangeArrowheads="1"/>
          </p:cNvSpPr>
          <p:nvPr>
            <p:ph type="body" idx="1"/>
          </p:nvPr>
        </p:nvSpPr>
        <p:spPr>
          <a:xfrm>
            <a:off x="1981200" y="1268413"/>
            <a:ext cx="8686800" cy="4968875"/>
          </a:xfrm>
        </p:spPr>
        <p:txBody>
          <a:bodyPr/>
          <a:lstStyle/>
          <a:p>
            <a:pPr eaLnBrk="1" hangingPunct="1">
              <a:lnSpc>
                <a:spcPct val="90000"/>
              </a:lnSpc>
              <a:buFontTx/>
              <a:buNone/>
            </a:pPr>
            <a:r>
              <a:rPr lang="en-US" altLang="ar-IQ" sz="2400" b="1"/>
              <a:t>Health maintenance visits and immunization:</a:t>
            </a:r>
          </a:p>
          <a:p>
            <a:pPr eaLnBrk="1" hangingPunct="1">
              <a:lnSpc>
                <a:spcPct val="90000"/>
              </a:lnSpc>
              <a:buClr>
                <a:schemeClr val="tx1"/>
              </a:buClr>
            </a:pPr>
            <a:r>
              <a:rPr lang="en-US" altLang="ar-IQ" sz="2400" b="1"/>
              <a:t>The adolescent should receive routine health assessments, appropriate laboratory screening, and periodic dental care. </a:t>
            </a:r>
          </a:p>
          <a:p>
            <a:pPr eaLnBrk="1" hangingPunct="1">
              <a:lnSpc>
                <a:spcPct val="90000"/>
              </a:lnSpc>
            </a:pPr>
            <a:endParaRPr lang="en-US" altLang="ar-IQ" sz="2400" b="1"/>
          </a:p>
          <a:p>
            <a:pPr eaLnBrk="1" hangingPunct="1">
              <a:lnSpc>
                <a:spcPct val="90000"/>
              </a:lnSpc>
            </a:pPr>
            <a:r>
              <a:rPr lang="en-US" altLang="ar-IQ" sz="2400" b="1"/>
              <a:t>Immunization required for other age periods and were not received they should be given at this time.</a:t>
            </a:r>
          </a:p>
          <a:p>
            <a:pPr eaLnBrk="1" hangingPunct="1">
              <a:lnSpc>
                <a:spcPct val="90000"/>
              </a:lnSpc>
            </a:pPr>
            <a:endParaRPr lang="en-US" altLang="ar-IQ" sz="2400" b="1"/>
          </a:p>
          <a:p>
            <a:pPr eaLnBrk="1" hangingPunct="1">
              <a:lnSpc>
                <a:spcPct val="90000"/>
              </a:lnSpc>
            </a:pPr>
            <a:r>
              <a:rPr lang="en-US" altLang="ar-IQ" sz="2400" b="1"/>
              <a:t>Periodic vision and hearing screening.</a:t>
            </a:r>
          </a:p>
          <a:p>
            <a:pPr eaLnBrk="1" hangingPunct="1">
              <a:lnSpc>
                <a:spcPct val="90000"/>
              </a:lnSpc>
            </a:pPr>
            <a:endParaRPr lang="en-US" altLang="ar-IQ" sz="2400" b="1"/>
          </a:p>
          <a:p>
            <a:pPr eaLnBrk="1" hangingPunct="1">
              <a:lnSpc>
                <a:spcPct val="90000"/>
              </a:lnSpc>
            </a:pPr>
            <a:r>
              <a:rPr lang="en-US" altLang="ar-IQ" sz="2400" b="1"/>
              <a:t>Obtaining and providing accurate information about sexual issues.</a:t>
            </a:r>
            <a:endParaRPr lang="en-US" altLang="ar-IQ" sz="2400" b="1" u="sng"/>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90" name="Slide Number Placeholder 4">
            <a:extLst>
              <a:ext uri="{FF2B5EF4-FFF2-40B4-BE49-F238E27FC236}">
                <a16:creationId xmlns:a16="http://schemas.microsoft.com/office/drawing/2014/main" id="{A88209E3-935F-0EB7-1CF9-F8E4D8FC89D4}"/>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7AACF18C-EFDE-43F4-89CC-D61421796DD1}" type="slidenum">
              <a:rPr lang="ar-SA" altLang="ar-IQ" sz="1400"/>
              <a:pPr>
                <a:spcBef>
                  <a:spcPct val="0"/>
                </a:spcBef>
                <a:buFontTx/>
                <a:buNone/>
              </a:pPr>
              <a:t>26</a:t>
            </a:fld>
            <a:endParaRPr lang="en-US" altLang="ar-IQ" sz="1400"/>
          </a:p>
        </p:txBody>
      </p:sp>
      <p:sp>
        <p:nvSpPr>
          <p:cNvPr id="140292" name="Rectangle 4">
            <a:extLst>
              <a:ext uri="{FF2B5EF4-FFF2-40B4-BE49-F238E27FC236}">
                <a16:creationId xmlns:a16="http://schemas.microsoft.com/office/drawing/2014/main" id="{D4D40FE0-2AB8-E56A-76C0-AE92000564DE}"/>
              </a:ext>
            </a:extLst>
          </p:cNvPr>
          <p:cNvSpPr>
            <a:spLocks noGrp="1" noChangeArrowheads="1"/>
          </p:cNvSpPr>
          <p:nvPr>
            <p:ph type="title"/>
          </p:nvPr>
        </p:nvSpPr>
        <p:spPr>
          <a:xfrm>
            <a:off x="1966913" y="103188"/>
            <a:ext cx="8243887" cy="728662"/>
          </a:xfrm>
        </p:spPr>
        <p:txBody>
          <a:bodyPr/>
          <a:lstStyle/>
          <a:p>
            <a:pPr algn="l" eaLnBrk="1" hangingPunct="1">
              <a:defRPr/>
            </a:pPr>
            <a:r>
              <a:rPr lang="en-US" b="1"/>
              <a:t>Nutrition</a:t>
            </a:r>
            <a:r>
              <a:rPr lang="en-US"/>
              <a:t>:</a:t>
            </a:r>
          </a:p>
        </p:txBody>
      </p:sp>
      <p:sp>
        <p:nvSpPr>
          <p:cNvPr id="63492" name="Rectangle 3">
            <a:extLst>
              <a:ext uri="{FF2B5EF4-FFF2-40B4-BE49-F238E27FC236}">
                <a16:creationId xmlns:a16="http://schemas.microsoft.com/office/drawing/2014/main" id="{39801656-95D8-1899-4820-4E57C1144B00}"/>
              </a:ext>
            </a:extLst>
          </p:cNvPr>
          <p:cNvSpPr>
            <a:spLocks noGrp="1" noChangeArrowheads="1"/>
          </p:cNvSpPr>
          <p:nvPr>
            <p:ph type="body" idx="4294967295"/>
          </p:nvPr>
        </p:nvSpPr>
        <p:spPr>
          <a:xfrm>
            <a:off x="1919288" y="981075"/>
            <a:ext cx="8748712" cy="4968875"/>
          </a:xfrm>
        </p:spPr>
        <p:txBody>
          <a:bodyPr/>
          <a:lstStyle/>
          <a:p>
            <a:pPr eaLnBrk="1" hangingPunct="1">
              <a:lnSpc>
                <a:spcPct val="90000"/>
              </a:lnSpc>
              <a:buClr>
                <a:schemeClr val="tx1"/>
              </a:buClr>
            </a:pPr>
            <a:r>
              <a:rPr lang="en-US" altLang="ar-IQ" sz="2800" b="1"/>
              <a:t>The adolescent's need for nutrients and calories increases should be recognized, particularly during growth spurt.</a:t>
            </a:r>
          </a:p>
          <a:p>
            <a:pPr eaLnBrk="1" hangingPunct="1">
              <a:lnSpc>
                <a:spcPct val="90000"/>
              </a:lnSpc>
            </a:pPr>
            <a:r>
              <a:rPr lang="en-US" altLang="ar-IQ" sz="2800" b="1"/>
              <a:t>In particular, the need for protein, calcium, vitamin D, iron, and B vitamins increases during adolescence.</a:t>
            </a:r>
          </a:p>
          <a:p>
            <a:pPr eaLnBrk="1" hangingPunct="1">
              <a:lnSpc>
                <a:spcPct val="90000"/>
              </a:lnSpc>
            </a:pPr>
            <a:r>
              <a:rPr lang="en-US" altLang="ar-IQ" sz="2800" b="1"/>
              <a:t>Importance of healthy snacks and appropriate patterns of food intake and exercise should be discussed.</a:t>
            </a:r>
          </a:p>
          <a:p>
            <a:pPr eaLnBrk="1" hangingPunct="1">
              <a:lnSpc>
                <a:spcPct val="90000"/>
              </a:lnSpc>
            </a:pPr>
            <a:r>
              <a:rPr lang="en-US" altLang="ar-IQ" sz="2800" b="1"/>
              <a:t>Explain factors that may lead to nutritional problems (e.g. obesity, anorexia nervosa, and bulimia)</a:t>
            </a:r>
            <a:r>
              <a:rPr lang="en-US" altLang="ar-IQ" sz="2800" b="1" u="sng"/>
              <a:t> </a:t>
            </a:r>
          </a:p>
          <a:p>
            <a:pPr eaLnBrk="1" hangingPunct="1">
              <a:lnSpc>
                <a:spcPct val="90000"/>
              </a:lnSpc>
            </a:pPr>
            <a:endParaRPr lang="en-US" altLang="ar-IQ" sz="2800" b="1"/>
          </a:p>
          <a:p>
            <a:pPr eaLnBrk="1" hangingPunct="1">
              <a:lnSpc>
                <a:spcPct val="90000"/>
              </a:lnSpc>
            </a:pPr>
            <a:endParaRPr lang="en-US" altLang="ar-IQ" sz="2800" b="1"/>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4" name="Slide Number Placeholder 5">
            <a:extLst>
              <a:ext uri="{FF2B5EF4-FFF2-40B4-BE49-F238E27FC236}">
                <a16:creationId xmlns:a16="http://schemas.microsoft.com/office/drawing/2014/main" id="{C9776248-F1C0-834B-4A9E-89D858D00902}"/>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16061009-B5C0-4464-8251-4B9EB9CA3F30}" type="slidenum">
              <a:rPr lang="ar-SA" altLang="ar-IQ" sz="1400"/>
              <a:pPr>
                <a:spcBef>
                  <a:spcPct val="0"/>
                </a:spcBef>
                <a:buFontTx/>
                <a:buNone/>
              </a:pPr>
              <a:t>27</a:t>
            </a:fld>
            <a:endParaRPr lang="en-US" altLang="ar-IQ" sz="1400"/>
          </a:p>
        </p:txBody>
      </p:sp>
      <p:sp>
        <p:nvSpPr>
          <p:cNvPr id="64515" name="Rectangle 3">
            <a:extLst>
              <a:ext uri="{FF2B5EF4-FFF2-40B4-BE49-F238E27FC236}">
                <a16:creationId xmlns:a16="http://schemas.microsoft.com/office/drawing/2014/main" id="{0E3B95DE-4EAE-ED03-C133-B6FFEA1B2567}"/>
              </a:ext>
            </a:extLst>
          </p:cNvPr>
          <p:cNvSpPr>
            <a:spLocks noGrp="1" noChangeArrowheads="1"/>
          </p:cNvSpPr>
          <p:nvPr>
            <p:ph type="body" idx="1"/>
          </p:nvPr>
        </p:nvSpPr>
        <p:spPr>
          <a:xfrm>
            <a:off x="1981200" y="404813"/>
            <a:ext cx="8229600" cy="5721350"/>
          </a:xfrm>
        </p:spPr>
        <p:txBody>
          <a:bodyPr/>
          <a:lstStyle/>
          <a:p>
            <a:pPr eaLnBrk="1" hangingPunct="1">
              <a:buClr>
                <a:schemeClr val="tx1"/>
              </a:buClr>
              <a:buFontTx/>
              <a:buNone/>
            </a:pPr>
            <a:r>
              <a:rPr lang="en-US" altLang="ar-IQ" b="1"/>
              <a:t>   Skin care:</a:t>
            </a:r>
            <a:r>
              <a:rPr lang="en-US" altLang="ar-IQ"/>
              <a:t> </a:t>
            </a:r>
          </a:p>
          <a:p>
            <a:pPr eaLnBrk="1" hangingPunct="1">
              <a:buClr>
                <a:schemeClr val="tx1"/>
              </a:buClr>
            </a:pPr>
            <a:r>
              <a:rPr lang="en-US" altLang="ar-IQ"/>
              <a:t>Adolescents need teaching and guidance to help them deal with the changing needs of their bodies.</a:t>
            </a:r>
          </a:p>
          <a:p>
            <a:pPr eaLnBrk="1" hangingPunct="1">
              <a:buClr>
                <a:schemeClr val="tx1"/>
              </a:buClr>
            </a:pPr>
            <a:r>
              <a:rPr lang="en-US" altLang="ar-IQ"/>
              <a:t>Secretions from newly active sweat glands react with bacteria on the skin, causing </a:t>
            </a:r>
            <a:r>
              <a:rPr lang="en-US" altLang="ar-IQ" b="1" u="sng"/>
              <a:t>a pungent odor </a:t>
            </a:r>
            <a:r>
              <a:rPr lang="en-US" altLang="ar-IQ" sz="2400"/>
              <a:t>( strong smelling).</a:t>
            </a:r>
          </a:p>
          <a:p>
            <a:pPr eaLnBrk="1" hangingPunct="1">
              <a:buClr>
                <a:schemeClr val="tx1"/>
              </a:buClr>
            </a:pPr>
            <a:r>
              <a:rPr lang="en-US" altLang="ar-IQ"/>
              <a:t>Teenagers need to practice good hygiene to be sure that clothes smell fresh and clean. </a:t>
            </a:r>
            <a:endParaRPr lang="en-US" altLang="ar-IQ" b="1" u="sng"/>
          </a:p>
          <a:p>
            <a:pPr eaLnBrk="1" hangingPunct="1"/>
            <a:endParaRPr lang="en-US" altLang="ar-IQ"/>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38" name="Slide Number Placeholder 5">
            <a:extLst>
              <a:ext uri="{FF2B5EF4-FFF2-40B4-BE49-F238E27FC236}">
                <a16:creationId xmlns:a16="http://schemas.microsoft.com/office/drawing/2014/main" id="{26936B6F-E787-A2E8-DB86-BBE44D66C06C}"/>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61B9F252-2BEA-42B2-8BF1-325376662DF3}" type="slidenum">
              <a:rPr lang="ar-SA" altLang="ar-IQ" sz="1400"/>
              <a:pPr>
                <a:spcBef>
                  <a:spcPct val="0"/>
                </a:spcBef>
                <a:buFontTx/>
                <a:buNone/>
              </a:pPr>
              <a:t>28</a:t>
            </a:fld>
            <a:endParaRPr lang="en-US" altLang="ar-IQ" sz="1400"/>
          </a:p>
        </p:txBody>
      </p:sp>
      <p:sp>
        <p:nvSpPr>
          <p:cNvPr id="65539" name="Rectangle 3">
            <a:extLst>
              <a:ext uri="{FF2B5EF4-FFF2-40B4-BE49-F238E27FC236}">
                <a16:creationId xmlns:a16="http://schemas.microsoft.com/office/drawing/2014/main" id="{A400C411-73E9-E4D4-99BA-26FFE2427AC1}"/>
              </a:ext>
            </a:extLst>
          </p:cNvPr>
          <p:cNvSpPr>
            <a:spLocks noGrp="1" noChangeArrowheads="1"/>
          </p:cNvSpPr>
          <p:nvPr>
            <p:ph type="body" idx="1"/>
          </p:nvPr>
        </p:nvSpPr>
        <p:spPr>
          <a:xfrm>
            <a:off x="1981200" y="692150"/>
            <a:ext cx="8229600" cy="5434013"/>
          </a:xfrm>
        </p:spPr>
        <p:txBody>
          <a:bodyPr/>
          <a:lstStyle/>
          <a:p>
            <a:pPr eaLnBrk="1" hangingPunct="1">
              <a:buClr>
                <a:schemeClr val="tx1"/>
              </a:buClr>
              <a:buFontTx/>
              <a:buNone/>
            </a:pPr>
            <a:r>
              <a:rPr lang="en-US" altLang="ar-IQ" b="1"/>
              <a:t>Rest/Sleep :</a:t>
            </a:r>
            <a:r>
              <a:rPr lang="en-US" altLang="ar-IQ"/>
              <a:t> </a:t>
            </a:r>
          </a:p>
          <a:p>
            <a:pPr eaLnBrk="1" hangingPunct="1">
              <a:buClr>
                <a:schemeClr val="tx1"/>
              </a:buClr>
              <a:buFontTx/>
              <a:buNone/>
            </a:pPr>
            <a:endParaRPr lang="en-US" altLang="ar-IQ"/>
          </a:p>
          <a:p>
            <a:pPr eaLnBrk="1" hangingPunct="1"/>
            <a:r>
              <a:rPr lang="en-US" altLang="ar-IQ"/>
              <a:t>Most adolescents require </a:t>
            </a:r>
            <a:r>
              <a:rPr lang="en-US" altLang="ar-IQ">
                <a:solidFill>
                  <a:srgbClr val="FF0066"/>
                </a:solidFill>
              </a:rPr>
              <a:t>8 to 10 hours of sleep each night</a:t>
            </a:r>
            <a:r>
              <a:rPr lang="en-US" altLang="ar-IQ"/>
              <a:t> to prevent undue fatigue and susceptibility to infections.</a:t>
            </a:r>
          </a:p>
          <a:p>
            <a:pPr eaLnBrk="1" hangingPunct="1"/>
            <a:r>
              <a:rPr lang="en-US" altLang="ar-IQ"/>
              <a:t>A change in sleep pattern is common in adolescence.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562" name="Slide Number Placeholder 5">
            <a:extLst>
              <a:ext uri="{FF2B5EF4-FFF2-40B4-BE49-F238E27FC236}">
                <a16:creationId xmlns:a16="http://schemas.microsoft.com/office/drawing/2014/main" id="{05CAD585-49D8-AD0E-0D04-3C86AB2F77B2}"/>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100798E8-7809-49ED-8879-62AAEFC37D3D}" type="slidenum">
              <a:rPr lang="ar-SA" altLang="ar-IQ" sz="1400"/>
              <a:pPr>
                <a:spcBef>
                  <a:spcPct val="0"/>
                </a:spcBef>
                <a:buFontTx/>
                <a:buNone/>
              </a:pPr>
              <a:t>29</a:t>
            </a:fld>
            <a:endParaRPr lang="en-US" altLang="ar-IQ" sz="1400"/>
          </a:p>
        </p:txBody>
      </p:sp>
      <p:sp>
        <p:nvSpPr>
          <p:cNvPr id="66563" name="Rectangle 3">
            <a:extLst>
              <a:ext uri="{FF2B5EF4-FFF2-40B4-BE49-F238E27FC236}">
                <a16:creationId xmlns:a16="http://schemas.microsoft.com/office/drawing/2014/main" id="{98DC0170-1C8B-FCFA-B400-B286A1674A71}"/>
              </a:ext>
            </a:extLst>
          </p:cNvPr>
          <p:cNvSpPr>
            <a:spLocks noGrp="1" noChangeArrowheads="1"/>
          </p:cNvSpPr>
          <p:nvPr>
            <p:ph type="body" idx="1"/>
          </p:nvPr>
        </p:nvSpPr>
        <p:spPr/>
        <p:txBody>
          <a:bodyPr/>
          <a:lstStyle/>
          <a:p>
            <a:pPr eaLnBrk="1" hangingPunct="1">
              <a:buClr>
                <a:schemeClr val="tx1"/>
              </a:buClr>
              <a:buFontTx/>
              <a:buNone/>
            </a:pPr>
            <a:r>
              <a:rPr lang="en-US" altLang="ar-IQ" b="1"/>
              <a:t>Menstruation:</a:t>
            </a:r>
            <a:r>
              <a:rPr lang="en-US" altLang="ar-IQ"/>
              <a:t> </a:t>
            </a:r>
          </a:p>
          <a:p>
            <a:pPr eaLnBrk="1" hangingPunct="1">
              <a:buClr>
                <a:schemeClr val="tx1"/>
              </a:buClr>
              <a:buFontTx/>
              <a:buNone/>
            </a:pPr>
            <a:r>
              <a:rPr lang="en-US" altLang="ar-IQ"/>
              <a:t>    Girls need to be taught about the menstrual cycle and necessary self-care responsibilities. </a:t>
            </a:r>
            <a:endParaRPr lang="en-US" altLang="ar-IQ" b="1" u="sng"/>
          </a:p>
          <a:p>
            <a:pPr eaLnBrk="1" hangingPunct="1"/>
            <a:endParaRPr lang="en-US" altLang="ar-IQ"/>
          </a:p>
          <a:p>
            <a:pPr eaLnBrk="1" hangingPunct="1"/>
            <a:endParaRPr lang="en-US" altLang="ar-IQ"/>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6" name="Slide Number Placeholder 5">
            <a:extLst>
              <a:ext uri="{FF2B5EF4-FFF2-40B4-BE49-F238E27FC236}">
                <a16:creationId xmlns:a16="http://schemas.microsoft.com/office/drawing/2014/main" id="{00ED0A69-A292-FA4F-1F8F-1BC92F494AF5}"/>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344CA2E2-F209-4520-8006-B05A315D702F}" type="slidenum">
              <a:rPr lang="ar-SA" altLang="ar-IQ" sz="1400"/>
              <a:pPr>
                <a:spcBef>
                  <a:spcPct val="0"/>
                </a:spcBef>
                <a:buFontTx/>
                <a:buNone/>
              </a:pPr>
              <a:t>30</a:t>
            </a:fld>
            <a:endParaRPr lang="en-US" altLang="ar-IQ" sz="1400"/>
          </a:p>
        </p:txBody>
      </p:sp>
      <p:sp>
        <p:nvSpPr>
          <p:cNvPr id="67587" name="Rectangle 3">
            <a:extLst>
              <a:ext uri="{FF2B5EF4-FFF2-40B4-BE49-F238E27FC236}">
                <a16:creationId xmlns:a16="http://schemas.microsoft.com/office/drawing/2014/main" id="{7869EBE3-58DB-4703-97F4-0BAB5FEE8CB4}"/>
              </a:ext>
            </a:extLst>
          </p:cNvPr>
          <p:cNvSpPr>
            <a:spLocks noGrp="1" noChangeArrowheads="1"/>
          </p:cNvSpPr>
          <p:nvPr>
            <p:ph type="body" idx="1"/>
          </p:nvPr>
        </p:nvSpPr>
        <p:spPr>
          <a:xfrm>
            <a:off x="1847850" y="476250"/>
            <a:ext cx="8229600" cy="5545138"/>
          </a:xfrm>
        </p:spPr>
        <p:txBody>
          <a:bodyPr/>
          <a:lstStyle/>
          <a:p>
            <a:pPr eaLnBrk="1" hangingPunct="1">
              <a:lnSpc>
                <a:spcPct val="80000"/>
              </a:lnSpc>
              <a:buClr>
                <a:schemeClr val="tx1"/>
              </a:buClr>
              <a:buFontTx/>
              <a:buNone/>
            </a:pPr>
            <a:r>
              <a:rPr lang="en-US" altLang="ar-IQ" sz="2800" b="1"/>
              <a:t>Sexuality:</a:t>
            </a:r>
            <a:r>
              <a:rPr lang="en-US" altLang="ar-IQ" sz="2800"/>
              <a:t> </a:t>
            </a:r>
          </a:p>
          <a:p>
            <a:pPr eaLnBrk="1" hangingPunct="1">
              <a:lnSpc>
                <a:spcPct val="80000"/>
              </a:lnSpc>
              <a:buClr>
                <a:schemeClr val="tx1"/>
              </a:buClr>
            </a:pPr>
            <a:r>
              <a:rPr lang="en-US" altLang="ar-IQ" sz="2800"/>
              <a:t>Adolescents want to know about sex but are often uneasy about discussing these concerns with their parents.</a:t>
            </a:r>
          </a:p>
          <a:p>
            <a:pPr eaLnBrk="1" hangingPunct="1">
              <a:lnSpc>
                <a:spcPct val="80000"/>
              </a:lnSpc>
              <a:buClr>
                <a:schemeClr val="tx1"/>
              </a:buClr>
              <a:buFontTx/>
              <a:buNone/>
            </a:pPr>
            <a:endParaRPr lang="en-US" altLang="ar-IQ" sz="2800"/>
          </a:p>
          <a:p>
            <a:pPr eaLnBrk="1" hangingPunct="1">
              <a:lnSpc>
                <a:spcPct val="80000"/>
              </a:lnSpc>
              <a:buClr>
                <a:schemeClr val="tx1"/>
              </a:buClr>
            </a:pPr>
            <a:r>
              <a:rPr lang="en-US" altLang="ar-IQ" sz="2800"/>
              <a:t>Nurses, schools, and the family need to provide accurate information. </a:t>
            </a:r>
          </a:p>
          <a:p>
            <a:pPr eaLnBrk="1" hangingPunct="1">
              <a:lnSpc>
                <a:spcPct val="80000"/>
              </a:lnSpc>
              <a:buClr>
                <a:schemeClr val="tx1"/>
              </a:buClr>
              <a:buFontTx/>
              <a:buNone/>
            </a:pPr>
            <a:endParaRPr lang="en-US" altLang="ar-IQ" sz="2800"/>
          </a:p>
          <a:p>
            <a:pPr eaLnBrk="1" hangingPunct="1">
              <a:lnSpc>
                <a:spcPct val="80000"/>
              </a:lnSpc>
              <a:buClr>
                <a:schemeClr val="tx1"/>
              </a:buClr>
            </a:pPr>
            <a:r>
              <a:rPr lang="en-US" altLang="ar-IQ" sz="2800"/>
              <a:t>Parents who have established open communication regarding sexual changes and reproduction during the school age period are more likely to be asked questions and have discussions with their teenagers regarding sexual issues.</a:t>
            </a:r>
          </a:p>
          <a:p>
            <a:pPr eaLnBrk="1" hangingPunct="1">
              <a:lnSpc>
                <a:spcPct val="80000"/>
              </a:lnSpc>
            </a:pPr>
            <a:endParaRPr lang="en-US" altLang="ar-IQ" sz="28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10" name="Slide Number Placeholder 5">
            <a:extLst>
              <a:ext uri="{FF2B5EF4-FFF2-40B4-BE49-F238E27FC236}">
                <a16:creationId xmlns:a16="http://schemas.microsoft.com/office/drawing/2014/main" id="{DAE9B605-20C6-2643-1E37-4134CF550EB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D9CEAA80-099B-4CED-B728-968689E7826C}" type="slidenum">
              <a:rPr lang="ar-SA" altLang="ar-IQ" sz="1400"/>
              <a:pPr>
                <a:spcBef>
                  <a:spcPct val="0"/>
                </a:spcBef>
                <a:buFontTx/>
                <a:buNone/>
              </a:pPr>
              <a:t>31</a:t>
            </a:fld>
            <a:endParaRPr lang="en-US" altLang="ar-IQ" sz="1400"/>
          </a:p>
        </p:txBody>
      </p:sp>
      <p:sp>
        <p:nvSpPr>
          <p:cNvPr id="123906" name="Rectangle 2">
            <a:extLst>
              <a:ext uri="{FF2B5EF4-FFF2-40B4-BE49-F238E27FC236}">
                <a16:creationId xmlns:a16="http://schemas.microsoft.com/office/drawing/2014/main" id="{B5214A3B-FCFF-112F-3465-4996D4C4EEC3}"/>
              </a:ext>
            </a:extLst>
          </p:cNvPr>
          <p:cNvSpPr>
            <a:spLocks noGrp="1" noChangeArrowheads="1"/>
          </p:cNvSpPr>
          <p:nvPr>
            <p:ph type="title"/>
          </p:nvPr>
        </p:nvSpPr>
        <p:spPr>
          <a:xfrm>
            <a:off x="1966913" y="103188"/>
            <a:ext cx="8243887" cy="877887"/>
          </a:xfrm>
        </p:spPr>
        <p:txBody>
          <a:bodyPr/>
          <a:lstStyle/>
          <a:p>
            <a:pPr algn="l" eaLnBrk="1" hangingPunct="1">
              <a:defRPr/>
            </a:pPr>
            <a:r>
              <a:rPr lang="en-US" sz="4000" b="1" u="sng"/>
              <a:t>Common health hazards</a:t>
            </a:r>
            <a:endParaRPr lang="en-US" sz="4000" u="sng"/>
          </a:p>
        </p:txBody>
      </p:sp>
      <p:sp>
        <p:nvSpPr>
          <p:cNvPr id="68612" name="Rectangle 3">
            <a:extLst>
              <a:ext uri="{FF2B5EF4-FFF2-40B4-BE49-F238E27FC236}">
                <a16:creationId xmlns:a16="http://schemas.microsoft.com/office/drawing/2014/main" id="{B0F9ABE9-B959-ED89-E003-CD37F2757367}"/>
              </a:ext>
            </a:extLst>
          </p:cNvPr>
          <p:cNvSpPr>
            <a:spLocks noGrp="1" noChangeArrowheads="1"/>
          </p:cNvSpPr>
          <p:nvPr>
            <p:ph type="body" idx="1"/>
          </p:nvPr>
        </p:nvSpPr>
        <p:spPr>
          <a:xfrm>
            <a:off x="1981200" y="1196975"/>
            <a:ext cx="8229600" cy="4929188"/>
          </a:xfrm>
        </p:spPr>
        <p:txBody>
          <a:bodyPr/>
          <a:lstStyle/>
          <a:p>
            <a:pPr eaLnBrk="1" hangingPunct="1"/>
            <a:r>
              <a:rPr lang="en-US" altLang="ar-IQ" sz="2800" b="1"/>
              <a:t>Physical Fitness</a:t>
            </a:r>
            <a:r>
              <a:rPr lang="en-US" altLang="ar-IQ" sz="2800"/>
              <a:t>: </a:t>
            </a:r>
          </a:p>
          <a:p>
            <a:pPr eaLnBrk="1" hangingPunct="1">
              <a:buClr>
                <a:schemeClr val="tx1"/>
              </a:buClr>
            </a:pPr>
            <a:r>
              <a:rPr lang="en-US" altLang="ar-IQ" sz="2800"/>
              <a:t>Many boys and girls become less active during adolescence. Lack of exercise affects both mental and physical health.</a:t>
            </a:r>
          </a:p>
          <a:p>
            <a:pPr eaLnBrk="1" hangingPunct="1">
              <a:buClr>
                <a:schemeClr val="tx1"/>
              </a:buClr>
            </a:pPr>
            <a:r>
              <a:rPr lang="en-US" altLang="ar-IQ" sz="2800"/>
              <a:t>Even moderate physical activity, such as brisk walking, bicycling, swimming, or yard work, has health benefits if done regularly for at least 30 minutes at most, and preferably all days of the week.</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634" name="Slide Number Placeholder 5">
            <a:extLst>
              <a:ext uri="{FF2B5EF4-FFF2-40B4-BE49-F238E27FC236}">
                <a16:creationId xmlns:a16="http://schemas.microsoft.com/office/drawing/2014/main" id="{84219F6F-2920-31E1-1B0B-D500FA6E39D2}"/>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392535D9-DE8E-4534-B55C-52A29FC132F1}" type="slidenum">
              <a:rPr lang="ar-SA" altLang="ar-IQ" sz="1400"/>
              <a:pPr>
                <a:spcBef>
                  <a:spcPct val="0"/>
                </a:spcBef>
                <a:buFontTx/>
                <a:buNone/>
              </a:pPr>
              <a:t>32</a:t>
            </a:fld>
            <a:endParaRPr lang="en-US" altLang="ar-IQ" sz="1400"/>
          </a:p>
        </p:txBody>
      </p:sp>
      <p:sp>
        <p:nvSpPr>
          <p:cNvPr id="130050" name="Rectangle 2">
            <a:extLst>
              <a:ext uri="{FF2B5EF4-FFF2-40B4-BE49-F238E27FC236}">
                <a16:creationId xmlns:a16="http://schemas.microsoft.com/office/drawing/2014/main" id="{396D13D1-F166-9D90-46F5-8CE996C44991}"/>
              </a:ext>
            </a:extLst>
          </p:cNvPr>
          <p:cNvSpPr>
            <a:spLocks noGrp="1" noChangeArrowheads="1"/>
          </p:cNvSpPr>
          <p:nvPr>
            <p:ph type="title"/>
          </p:nvPr>
        </p:nvSpPr>
        <p:spPr>
          <a:xfrm>
            <a:off x="1966913" y="103188"/>
            <a:ext cx="8243887" cy="895350"/>
          </a:xfrm>
        </p:spPr>
        <p:txBody>
          <a:bodyPr/>
          <a:lstStyle/>
          <a:p>
            <a:pPr eaLnBrk="1" hangingPunct="1">
              <a:defRPr/>
            </a:pPr>
            <a:r>
              <a:rPr lang="en-US" sz="3600" b="1"/>
              <a:t>Nutrition and Eating Disorders</a:t>
            </a:r>
            <a:r>
              <a:rPr lang="en-US" sz="3600"/>
              <a:t>:</a:t>
            </a:r>
          </a:p>
        </p:txBody>
      </p:sp>
      <p:sp>
        <p:nvSpPr>
          <p:cNvPr id="69636" name="Rectangle 3">
            <a:extLst>
              <a:ext uri="{FF2B5EF4-FFF2-40B4-BE49-F238E27FC236}">
                <a16:creationId xmlns:a16="http://schemas.microsoft.com/office/drawing/2014/main" id="{3CF9340A-F661-F460-B1D2-F77993AF0DD5}"/>
              </a:ext>
            </a:extLst>
          </p:cNvPr>
          <p:cNvSpPr>
            <a:spLocks noGrp="1" noChangeArrowheads="1"/>
          </p:cNvSpPr>
          <p:nvPr>
            <p:ph type="body" idx="1"/>
          </p:nvPr>
        </p:nvSpPr>
        <p:spPr>
          <a:xfrm>
            <a:off x="1981200" y="981075"/>
            <a:ext cx="8229600" cy="4824413"/>
          </a:xfrm>
        </p:spPr>
        <p:txBody>
          <a:bodyPr/>
          <a:lstStyle/>
          <a:p>
            <a:pPr eaLnBrk="1" hangingPunct="1">
              <a:lnSpc>
                <a:spcPct val="80000"/>
              </a:lnSpc>
            </a:pPr>
            <a:endParaRPr lang="en-US" altLang="ar-IQ" sz="2400" b="1"/>
          </a:p>
          <a:p>
            <a:pPr lvl="1" eaLnBrk="1" hangingPunct="1">
              <a:lnSpc>
                <a:spcPct val="80000"/>
              </a:lnSpc>
              <a:buClr>
                <a:schemeClr val="tx1"/>
              </a:buClr>
              <a:buFontTx/>
              <a:buChar char="•"/>
            </a:pPr>
            <a:r>
              <a:rPr lang="en-US" altLang="ar-IQ" sz="3200" b="1"/>
              <a:t>Obesity: </a:t>
            </a:r>
          </a:p>
          <a:p>
            <a:pPr lvl="1" eaLnBrk="1" hangingPunct="1">
              <a:lnSpc>
                <a:spcPct val="80000"/>
              </a:lnSpc>
              <a:buClr>
                <a:schemeClr val="tx1"/>
              </a:buClr>
              <a:buFontTx/>
              <a:buNone/>
            </a:pPr>
            <a:r>
              <a:rPr lang="en-US" altLang="ar-IQ" sz="3200"/>
              <a:t>  Too little physical activity and poor eating habits are causes of obesity  within a person's control. </a:t>
            </a:r>
          </a:p>
          <a:p>
            <a:pPr lvl="1" eaLnBrk="1" hangingPunct="1">
              <a:lnSpc>
                <a:spcPct val="80000"/>
              </a:lnSpc>
              <a:buClr>
                <a:schemeClr val="tx1"/>
              </a:buClr>
              <a:buFontTx/>
              <a:buNone/>
            </a:pPr>
            <a:endParaRPr lang="en-US" altLang="ar-IQ" sz="3200"/>
          </a:p>
          <a:p>
            <a:pPr lvl="1" eaLnBrk="1" hangingPunct="1">
              <a:lnSpc>
                <a:spcPct val="80000"/>
              </a:lnSpc>
              <a:buClr>
                <a:schemeClr val="tx1"/>
              </a:buClr>
              <a:buFontTx/>
              <a:buNone/>
            </a:pPr>
            <a:r>
              <a:rPr lang="en-US" altLang="ar-IQ" sz="3200"/>
              <a:t>  It Is a common problem of the preadolescent period and continues to be a problem in the adolescent period.  </a:t>
            </a:r>
          </a:p>
          <a:p>
            <a:pPr lvl="1" eaLnBrk="1" hangingPunct="1">
              <a:lnSpc>
                <a:spcPct val="80000"/>
              </a:lnSpc>
              <a:buClr>
                <a:schemeClr val="tx1"/>
              </a:buClr>
              <a:buFontTx/>
              <a:buChar char="•"/>
            </a:pPr>
            <a:endParaRPr lang="en-US" altLang="ar-IQ" sz="3200" b="1"/>
          </a:p>
        </p:txBody>
      </p:sp>
      <p:sp>
        <p:nvSpPr>
          <p:cNvPr id="69637" name="Rectangle 4">
            <a:extLst>
              <a:ext uri="{FF2B5EF4-FFF2-40B4-BE49-F238E27FC236}">
                <a16:creationId xmlns:a16="http://schemas.microsoft.com/office/drawing/2014/main" id="{625964E5-DC9B-9367-ACAB-1D380F214D63}"/>
              </a:ext>
            </a:extLst>
          </p:cNvPr>
          <p:cNvSpPr>
            <a:spLocks noChangeArrowheads="1"/>
          </p:cNvSpPr>
          <p:nvPr/>
        </p:nvSpPr>
        <p:spPr bwMode="auto">
          <a:xfrm flipV="1">
            <a:off x="8435975" y="3359150"/>
            <a:ext cx="2092325"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spAutoFit/>
          </a:bodyPr>
          <a:lstStyle>
            <a:lvl1pPr marL="342900" indent="-342900">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a:spcBef>
                <a:spcPct val="20000"/>
              </a:spcBef>
              <a:buChar char="»"/>
              <a:defRPr sz="2000">
                <a:solidFill>
                  <a:schemeClr val="tx1"/>
                </a:solidFill>
                <a:latin typeface="Verdana" panose="020B0604030504040204" pitchFamily="34" charset="0"/>
                <a:cs typeface="Arial" panose="020B0604020202020204" pitchFamily="34" charset="0"/>
              </a:defRPr>
            </a:lvl5pPr>
            <a:lvl6pPr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lvl="4" algn="r" eaLnBrk="1" hangingPunct="1">
              <a:lnSpc>
                <a:spcPct val="80000"/>
              </a:lnSpc>
              <a:buFontTx/>
              <a:buChar char="•"/>
            </a:pPr>
            <a:endParaRPr lang="en-US" altLang="ar-IQ" sz="1800">
              <a:latin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Slide Number Placeholder 5">
            <a:extLst>
              <a:ext uri="{FF2B5EF4-FFF2-40B4-BE49-F238E27FC236}">
                <a16:creationId xmlns:a16="http://schemas.microsoft.com/office/drawing/2014/main" id="{97E2E884-964A-5DAE-FA1C-83685AA915A5}"/>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C1F2785B-BE9E-4D55-847A-31C5D7007C80}" type="slidenum">
              <a:rPr lang="ar-SA" altLang="ar-IQ" sz="1400"/>
              <a:pPr>
                <a:spcBef>
                  <a:spcPct val="0"/>
                </a:spcBef>
                <a:buFontTx/>
                <a:buNone/>
              </a:pPr>
              <a:t>33</a:t>
            </a:fld>
            <a:endParaRPr lang="en-US" altLang="ar-IQ" sz="1400"/>
          </a:p>
        </p:txBody>
      </p:sp>
      <p:sp>
        <p:nvSpPr>
          <p:cNvPr id="70659" name="Rectangle 3">
            <a:extLst>
              <a:ext uri="{FF2B5EF4-FFF2-40B4-BE49-F238E27FC236}">
                <a16:creationId xmlns:a16="http://schemas.microsoft.com/office/drawing/2014/main" id="{A0AD17AF-28EC-D8F6-01D3-BB92CDEE1DFC}"/>
              </a:ext>
            </a:extLst>
          </p:cNvPr>
          <p:cNvSpPr>
            <a:spLocks noGrp="1" noChangeArrowheads="1"/>
          </p:cNvSpPr>
          <p:nvPr>
            <p:ph type="body" idx="1"/>
          </p:nvPr>
        </p:nvSpPr>
        <p:spPr>
          <a:xfrm>
            <a:off x="1981200" y="333375"/>
            <a:ext cx="8362950" cy="5759450"/>
          </a:xfrm>
        </p:spPr>
        <p:txBody>
          <a:bodyPr/>
          <a:lstStyle/>
          <a:p>
            <a:pPr lvl="1" eaLnBrk="1" hangingPunct="1">
              <a:lnSpc>
                <a:spcPct val="80000"/>
              </a:lnSpc>
              <a:buClr>
                <a:schemeClr val="tx1"/>
              </a:buClr>
              <a:buFontTx/>
              <a:buChar char="•"/>
            </a:pPr>
            <a:r>
              <a:rPr lang="en-US" altLang="ar-IQ" sz="3200" b="1"/>
              <a:t>Anorexia Nervosa: </a:t>
            </a:r>
          </a:p>
          <a:p>
            <a:pPr lvl="1" eaLnBrk="1" hangingPunct="1">
              <a:lnSpc>
                <a:spcPct val="80000"/>
              </a:lnSpc>
              <a:buClr>
                <a:schemeClr val="tx1"/>
              </a:buClr>
              <a:buFontTx/>
              <a:buNone/>
            </a:pPr>
            <a:r>
              <a:rPr lang="en-US" altLang="ar-IQ" sz="3200" b="1"/>
              <a:t>It</a:t>
            </a:r>
            <a:r>
              <a:rPr lang="en-US" altLang="ar-IQ" sz="3200"/>
              <a:t> </a:t>
            </a:r>
            <a:r>
              <a:rPr lang="en-US" altLang="ar-IQ" sz="3200" b="1"/>
              <a:t>is characterized by:</a:t>
            </a:r>
          </a:p>
          <a:p>
            <a:pPr lvl="1" eaLnBrk="1" hangingPunct="1">
              <a:lnSpc>
                <a:spcPct val="80000"/>
              </a:lnSpc>
              <a:buClr>
                <a:schemeClr val="tx1"/>
              </a:buClr>
              <a:buFontTx/>
              <a:buNone/>
            </a:pPr>
            <a:r>
              <a:rPr lang="en-US" altLang="ar-IQ" sz="3200"/>
              <a:t>  Prolonged inability or refusal to eat </a:t>
            </a:r>
          </a:p>
          <a:p>
            <a:pPr lvl="1" eaLnBrk="1" hangingPunct="1">
              <a:lnSpc>
                <a:spcPct val="80000"/>
              </a:lnSpc>
              <a:buClr>
                <a:schemeClr val="tx1"/>
              </a:buClr>
              <a:buFontTx/>
              <a:buNone/>
            </a:pPr>
            <a:r>
              <a:rPr lang="en-US" altLang="ar-IQ" sz="3200"/>
              <a:t>  Rapid weight loss, and emaciation in persons who continue to believe they are fat.</a:t>
            </a:r>
          </a:p>
          <a:p>
            <a:pPr lvl="1" eaLnBrk="1" hangingPunct="1">
              <a:lnSpc>
                <a:spcPct val="80000"/>
              </a:lnSpc>
              <a:buClr>
                <a:schemeClr val="tx1"/>
              </a:buClr>
              <a:buFontTx/>
              <a:buNone/>
            </a:pPr>
            <a:r>
              <a:rPr lang="en-US" altLang="ar-IQ" sz="3200"/>
              <a:t>  Use of  laxatives and diuretics to remain thin.</a:t>
            </a:r>
          </a:p>
          <a:p>
            <a:pPr lvl="1" eaLnBrk="1" hangingPunct="1">
              <a:lnSpc>
                <a:spcPct val="80000"/>
              </a:lnSpc>
              <a:buClr>
                <a:schemeClr val="tx1"/>
              </a:buClr>
              <a:buFontTx/>
              <a:buNone/>
            </a:pPr>
            <a:r>
              <a:rPr lang="en-US" altLang="ar-IQ" sz="3200"/>
              <a:t>  Anorexics may also induce vomiting</a:t>
            </a:r>
          </a:p>
          <a:p>
            <a:pPr lvl="1" eaLnBrk="1" hangingPunct="1">
              <a:lnSpc>
                <a:spcPct val="80000"/>
              </a:lnSpc>
              <a:buClr>
                <a:schemeClr val="tx1"/>
              </a:buClr>
              <a:buFontTx/>
              <a:buChar char="•"/>
            </a:pPr>
            <a:r>
              <a:rPr lang="en-US" altLang="ar-IQ" sz="3200" b="1"/>
              <a:t>Bulimia Nervosa:</a:t>
            </a:r>
            <a:r>
              <a:rPr lang="en-US" altLang="ar-IQ" sz="3200"/>
              <a:t> is an uncontrollable compulsion to consume enormous amount of food and then expel it by self induced vomiting or by taking laxatives.</a:t>
            </a:r>
          </a:p>
          <a:p>
            <a:pPr lvl="1" eaLnBrk="1" hangingPunct="1">
              <a:lnSpc>
                <a:spcPct val="80000"/>
              </a:lnSpc>
              <a:buClr>
                <a:schemeClr val="tx1"/>
              </a:buClr>
              <a:buFontTx/>
              <a:buNone/>
            </a:pPr>
            <a:endParaRPr lang="en-US" altLang="ar-IQ" sz="3200"/>
          </a:p>
          <a:p>
            <a:pPr eaLnBrk="1" hangingPunct="1">
              <a:lnSpc>
                <a:spcPct val="80000"/>
              </a:lnSpc>
            </a:pPr>
            <a:endParaRPr lang="en-US" altLang="ar-IQ" sz="18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2" name="Slide Number Placeholder 5">
            <a:extLst>
              <a:ext uri="{FF2B5EF4-FFF2-40B4-BE49-F238E27FC236}">
                <a16:creationId xmlns:a16="http://schemas.microsoft.com/office/drawing/2014/main" id="{3CC3D505-64AC-852E-A6E2-F4F7214BA69C}"/>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6C1BD0D2-6BD4-400A-9D28-B3667E26E39E}" type="slidenum">
              <a:rPr lang="ar-SA" altLang="ar-IQ" sz="1400"/>
              <a:pPr>
                <a:spcBef>
                  <a:spcPct val="0"/>
                </a:spcBef>
                <a:buFontTx/>
                <a:buNone/>
              </a:pPr>
              <a:t>34</a:t>
            </a:fld>
            <a:endParaRPr lang="en-US" altLang="ar-IQ" sz="1400"/>
          </a:p>
        </p:txBody>
      </p:sp>
      <p:sp>
        <p:nvSpPr>
          <p:cNvPr id="124930" name="Rectangle 2">
            <a:extLst>
              <a:ext uri="{FF2B5EF4-FFF2-40B4-BE49-F238E27FC236}">
                <a16:creationId xmlns:a16="http://schemas.microsoft.com/office/drawing/2014/main" id="{64009BFA-7D70-E147-6292-697C3779BEF1}"/>
              </a:ext>
            </a:extLst>
          </p:cNvPr>
          <p:cNvSpPr>
            <a:spLocks noGrp="1" noChangeArrowheads="1"/>
          </p:cNvSpPr>
          <p:nvPr>
            <p:ph type="title"/>
          </p:nvPr>
        </p:nvSpPr>
        <p:spPr>
          <a:xfrm>
            <a:off x="1966913" y="103188"/>
            <a:ext cx="8243887" cy="646112"/>
          </a:xfrm>
        </p:spPr>
        <p:txBody>
          <a:bodyPr/>
          <a:lstStyle/>
          <a:p>
            <a:pPr algn="l" eaLnBrk="1" hangingPunct="1">
              <a:defRPr/>
            </a:pPr>
            <a:r>
              <a:rPr lang="en-US" sz="4000" b="1"/>
              <a:t>Use and Abuse of Drugs:</a:t>
            </a:r>
          </a:p>
        </p:txBody>
      </p:sp>
      <p:sp>
        <p:nvSpPr>
          <p:cNvPr id="71684" name="Rectangle 3">
            <a:extLst>
              <a:ext uri="{FF2B5EF4-FFF2-40B4-BE49-F238E27FC236}">
                <a16:creationId xmlns:a16="http://schemas.microsoft.com/office/drawing/2014/main" id="{C018D177-AEF9-7D32-D37F-07CDDB7E39A4}"/>
              </a:ext>
            </a:extLst>
          </p:cNvPr>
          <p:cNvSpPr>
            <a:spLocks noGrp="1" noChangeArrowheads="1"/>
          </p:cNvSpPr>
          <p:nvPr>
            <p:ph type="body" idx="1"/>
          </p:nvPr>
        </p:nvSpPr>
        <p:spPr>
          <a:xfrm>
            <a:off x="1981200" y="765175"/>
            <a:ext cx="8686800" cy="5400675"/>
          </a:xfrm>
        </p:spPr>
        <p:txBody>
          <a:bodyPr/>
          <a:lstStyle/>
          <a:p>
            <a:pPr eaLnBrk="1" hangingPunct="1">
              <a:lnSpc>
                <a:spcPct val="80000"/>
              </a:lnSpc>
            </a:pPr>
            <a:r>
              <a:rPr lang="en-US" altLang="ar-IQ" sz="2800" b="1"/>
              <a:t> Substance abuse </a:t>
            </a:r>
          </a:p>
          <a:p>
            <a:pPr eaLnBrk="1" hangingPunct="1">
              <a:lnSpc>
                <a:spcPct val="80000"/>
              </a:lnSpc>
              <a:buClr>
                <a:schemeClr val="tx1"/>
              </a:buClr>
              <a:buFontTx/>
              <a:buNone/>
            </a:pPr>
            <a:r>
              <a:rPr lang="en-US" altLang="ar-IQ" sz="2800"/>
              <a:t>   It is repeated, harmful use of a substance, usually alcohol or other drugs. </a:t>
            </a:r>
          </a:p>
          <a:p>
            <a:pPr eaLnBrk="1" hangingPunct="1">
              <a:lnSpc>
                <a:spcPct val="80000"/>
              </a:lnSpc>
              <a:buClr>
                <a:schemeClr val="tx1"/>
              </a:buClr>
              <a:buFontTx/>
              <a:buNone/>
            </a:pPr>
            <a:r>
              <a:rPr lang="en-US" altLang="ar-IQ" sz="2800"/>
              <a:t>   Abuse can lead to </a:t>
            </a:r>
            <a:r>
              <a:rPr lang="en-US" altLang="ar-IQ" sz="2800" b="1" u="sng"/>
              <a:t>substance dependence:</a:t>
            </a:r>
            <a:r>
              <a:rPr lang="en-US" altLang="ar-IQ" sz="2800" b="1"/>
              <a:t> </a:t>
            </a:r>
            <a:r>
              <a:rPr lang="en-US" altLang="ar-IQ" sz="2800"/>
              <a:t>Addiction, which may be physiological or psychological, or both, and is likely to continue to a harmful substance. </a:t>
            </a:r>
          </a:p>
          <a:p>
            <a:pPr eaLnBrk="1" hangingPunct="1">
              <a:lnSpc>
                <a:spcPct val="80000"/>
              </a:lnSpc>
              <a:buClr>
                <a:schemeClr val="tx1"/>
              </a:buClr>
            </a:pPr>
            <a:r>
              <a:rPr lang="en-US" altLang="ar-IQ" sz="2800"/>
              <a:t> </a:t>
            </a:r>
            <a:r>
              <a:rPr lang="en-US" altLang="ar-IQ" sz="2800" b="1"/>
              <a:t>Gateway Drugs:</a:t>
            </a:r>
          </a:p>
          <a:p>
            <a:pPr eaLnBrk="1" hangingPunct="1">
              <a:lnSpc>
                <a:spcPct val="80000"/>
              </a:lnSpc>
              <a:buClr>
                <a:schemeClr val="tx1"/>
              </a:buClr>
              <a:buFontTx/>
              <a:buNone/>
            </a:pPr>
            <a:r>
              <a:rPr lang="en-US" altLang="ar-IQ" sz="2800" b="1"/>
              <a:t>  </a:t>
            </a:r>
            <a:r>
              <a:rPr lang="en-US" altLang="ar-IQ" sz="2800"/>
              <a:t>(Alcohol, Marijuana, and Tobacco): The three drugs are sometimes called Gateway Drugs </a:t>
            </a:r>
            <a:r>
              <a:rPr lang="en-US" altLang="ar-IQ"/>
              <a:t>because </a:t>
            </a:r>
            <a:r>
              <a:rPr lang="en-US" altLang="ar-IQ" sz="2800"/>
              <a:t>their use often leads to more addictive substances, such as cocaine and heroin.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Slide Number Placeholder 5">
            <a:extLst>
              <a:ext uri="{FF2B5EF4-FFF2-40B4-BE49-F238E27FC236}">
                <a16:creationId xmlns:a16="http://schemas.microsoft.com/office/drawing/2014/main" id="{1CCB0087-2834-26DE-F4AE-C688D14FC244}"/>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BFDC0265-4443-42E0-936F-0F7233BC3C01}" type="slidenum">
              <a:rPr lang="ar-SA" altLang="ar-IQ" sz="1400"/>
              <a:pPr>
                <a:spcBef>
                  <a:spcPct val="0"/>
                </a:spcBef>
                <a:buFontTx/>
                <a:buNone/>
              </a:pPr>
              <a:t>35</a:t>
            </a:fld>
            <a:endParaRPr lang="en-US" altLang="ar-IQ" sz="1400"/>
          </a:p>
        </p:txBody>
      </p:sp>
      <p:sp>
        <p:nvSpPr>
          <p:cNvPr id="125954" name="Rectangle 2">
            <a:extLst>
              <a:ext uri="{FF2B5EF4-FFF2-40B4-BE49-F238E27FC236}">
                <a16:creationId xmlns:a16="http://schemas.microsoft.com/office/drawing/2014/main" id="{76D42DAD-7945-B890-8FCF-42D01F1ABAD7}"/>
              </a:ext>
            </a:extLst>
          </p:cNvPr>
          <p:cNvSpPr>
            <a:spLocks noGrp="1" noChangeArrowheads="1"/>
          </p:cNvSpPr>
          <p:nvPr>
            <p:ph type="title"/>
          </p:nvPr>
        </p:nvSpPr>
        <p:spPr>
          <a:xfrm>
            <a:off x="1981200" y="0"/>
            <a:ext cx="8229600" cy="620713"/>
          </a:xfrm>
        </p:spPr>
        <p:txBody>
          <a:bodyPr/>
          <a:lstStyle/>
          <a:p>
            <a:pPr algn="l" eaLnBrk="1" hangingPunct="1">
              <a:defRPr/>
            </a:pPr>
            <a:r>
              <a:rPr lang="en-US" sz="4000" b="1"/>
              <a:t>Adolescent Pregnancy:</a:t>
            </a:r>
          </a:p>
        </p:txBody>
      </p:sp>
      <p:sp>
        <p:nvSpPr>
          <p:cNvPr id="72708" name="Rectangle 3">
            <a:extLst>
              <a:ext uri="{FF2B5EF4-FFF2-40B4-BE49-F238E27FC236}">
                <a16:creationId xmlns:a16="http://schemas.microsoft.com/office/drawing/2014/main" id="{E2944BEA-E621-2AF7-9C54-2650F958F1DF}"/>
              </a:ext>
            </a:extLst>
          </p:cNvPr>
          <p:cNvSpPr>
            <a:spLocks noGrp="1" noChangeArrowheads="1"/>
          </p:cNvSpPr>
          <p:nvPr>
            <p:ph type="body" idx="1"/>
          </p:nvPr>
        </p:nvSpPr>
        <p:spPr>
          <a:xfrm>
            <a:off x="1524000" y="620713"/>
            <a:ext cx="8820150" cy="6237287"/>
          </a:xfrm>
        </p:spPr>
        <p:txBody>
          <a:bodyPr/>
          <a:lstStyle/>
          <a:p>
            <a:pPr eaLnBrk="1" hangingPunct="1">
              <a:lnSpc>
                <a:spcPct val="80000"/>
              </a:lnSpc>
            </a:pPr>
            <a:r>
              <a:rPr lang="en-US" altLang="ar-IQ" sz="1400" b="1"/>
              <a:t> </a:t>
            </a:r>
            <a:r>
              <a:rPr lang="en-US" altLang="ar-IQ" sz="2400" b="1"/>
              <a:t>Risks to infants: </a:t>
            </a:r>
          </a:p>
          <a:p>
            <a:pPr eaLnBrk="1" hangingPunct="1">
              <a:lnSpc>
                <a:spcPct val="80000"/>
              </a:lnSpc>
              <a:buFontTx/>
              <a:buNone/>
            </a:pPr>
            <a:r>
              <a:rPr lang="en-US" altLang="ar-IQ" sz="2400"/>
              <a:t>    Two major risks are associated with adolescent pregnancies:</a:t>
            </a:r>
          </a:p>
          <a:p>
            <a:pPr eaLnBrk="1" hangingPunct="1">
              <a:lnSpc>
                <a:spcPct val="80000"/>
              </a:lnSpc>
              <a:buClr>
                <a:schemeClr val="tx1"/>
              </a:buClr>
              <a:buFontTx/>
              <a:buAutoNum type="arabicPeriod"/>
            </a:pPr>
            <a:r>
              <a:rPr lang="en-US" altLang="ar-IQ" sz="2400"/>
              <a:t> Preterm birth</a:t>
            </a:r>
          </a:p>
          <a:p>
            <a:pPr eaLnBrk="1" hangingPunct="1">
              <a:lnSpc>
                <a:spcPct val="80000"/>
              </a:lnSpc>
              <a:buClr>
                <a:schemeClr val="tx1"/>
              </a:buClr>
              <a:buFontTx/>
              <a:buAutoNum type="arabicPeriod"/>
            </a:pPr>
            <a:r>
              <a:rPr lang="en-US" altLang="ar-IQ" sz="2400"/>
              <a:t> Low-birth weight infants, are associated</a:t>
            </a:r>
          </a:p>
          <a:p>
            <a:pPr eaLnBrk="1" hangingPunct="1">
              <a:lnSpc>
                <a:spcPct val="80000"/>
              </a:lnSpc>
              <a:buClr>
                <a:schemeClr val="tx1"/>
              </a:buClr>
            </a:pPr>
            <a:r>
              <a:rPr lang="en-US" altLang="ar-IQ" sz="2400" b="1"/>
              <a:t>Factors that contribute to having a low-birth weight infants are:</a:t>
            </a:r>
          </a:p>
          <a:p>
            <a:pPr eaLnBrk="1" hangingPunct="1">
              <a:lnSpc>
                <a:spcPct val="80000"/>
              </a:lnSpc>
              <a:buClr>
                <a:schemeClr val="tx1"/>
              </a:buClr>
              <a:buFontTx/>
              <a:buAutoNum type="arabicPeriod"/>
            </a:pPr>
            <a:r>
              <a:rPr lang="en-US" altLang="ar-IQ" sz="2400" b="1"/>
              <a:t>     </a:t>
            </a:r>
            <a:r>
              <a:rPr lang="en-US" altLang="ar-IQ" sz="2400"/>
              <a:t>Low socioeconomic status </a:t>
            </a:r>
          </a:p>
          <a:p>
            <a:pPr eaLnBrk="1" hangingPunct="1">
              <a:lnSpc>
                <a:spcPct val="80000"/>
              </a:lnSpc>
              <a:buClr>
                <a:schemeClr val="tx1"/>
              </a:buClr>
              <a:buFont typeface="Wingdings" panose="05000000000000000000" pitchFamily="2" charset="2"/>
              <a:buAutoNum type="arabicPeriod"/>
            </a:pPr>
            <a:r>
              <a:rPr lang="en-US" altLang="ar-IQ" sz="2400"/>
              <a:t>     Minimal education </a:t>
            </a:r>
          </a:p>
          <a:p>
            <a:pPr eaLnBrk="1" hangingPunct="1">
              <a:lnSpc>
                <a:spcPct val="80000"/>
              </a:lnSpc>
              <a:buClr>
                <a:schemeClr val="tx1"/>
              </a:buClr>
              <a:buFont typeface="Wingdings" panose="05000000000000000000" pitchFamily="2" charset="2"/>
              <a:buAutoNum type="arabicPeriod"/>
            </a:pPr>
            <a:r>
              <a:rPr lang="en-US" altLang="ar-IQ" sz="2400"/>
              <a:t>     Inadequate prenatal care</a:t>
            </a:r>
          </a:p>
          <a:p>
            <a:pPr eaLnBrk="1" hangingPunct="1">
              <a:lnSpc>
                <a:spcPct val="80000"/>
              </a:lnSpc>
              <a:buClr>
                <a:schemeClr val="tx1"/>
              </a:buClr>
              <a:buFont typeface="Wingdings" panose="05000000000000000000" pitchFamily="2" charset="2"/>
              <a:buAutoNum type="arabicPeriod"/>
            </a:pPr>
            <a:r>
              <a:rPr lang="en-US" altLang="ar-IQ" sz="2400"/>
              <a:t>     Poor weight gain </a:t>
            </a:r>
          </a:p>
          <a:p>
            <a:pPr eaLnBrk="1" hangingPunct="1">
              <a:lnSpc>
                <a:spcPct val="80000"/>
              </a:lnSpc>
              <a:buClr>
                <a:schemeClr val="tx1"/>
              </a:buClr>
              <a:buFont typeface="Wingdings" panose="05000000000000000000" pitchFamily="2" charset="2"/>
              <a:buAutoNum type="arabicPeriod"/>
            </a:pPr>
            <a:r>
              <a:rPr lang="en-US" altLang="ar-IQ" sz="2400"/>
              <a:t>     Poor nutrition, smoking </a:t>
            </a:r>
          </a:p>
          <a:p>
            <a:pPr eaLnBrk="1" hangingPunct="1">
              <a:lnSpc>
                <a:spcPct val="80000"/>
              </a:lnSpc>
              <a:buClr>
                <a:schemeClr val="tx1"/>
              </a:buClr>
              <a:buFont typeface="Wingdings" panose="05000000000000000000" pitchFamily="2" charset="2"/>
              <a:buAutoNum type="arabicPeriod"/>
            </a:pPr>
            <a:r>
              <a:rPr lang="en-US" altLang="ar-IQ" sz="2400"/>
              <a:t>     Use of recreational drugs. </a:t>
            </a:r>
          </a:p>
          <a:p>
            <a:pPr eaLnBrk="1" hangingPunct="1">
              <a:lnSpc>
                <a:spcPct val="80000"/>
              </a:lnSpc>
              <a:buClr>
                <a:schemeClr val="tx1"/>
              </a:buClr>
              <a:buFontTx/>
              <a:buAutoNum type="arabicPeriod"/>
            </a:pPr>
            <a:r>
              <a:rPr lang="en-US" altLang="ar-IQ" sz="2400"/>
              <a:t>     Adolescent parents are not prepared to anticipate </a:t>
            </a:r>
          </a:p>
          <a:p>
            <a:pPr eaLnBrk="1" hangingPunct="1">
              <a:lnSpc>
                <a:spcPct val="80000"/>
              </a:lnSpc>
              <a:buClr>
                <a:schemeClr val="tx1"/>
              </a:buClr>
              <a:buFontTx/>
              <a:buNone/>
            </a:pPr>
            <a:r>
              <a:rPr lang="en-US" altLang="ar-IQ" sz="2400"/>
              <a:t>        or recognize early signs of illness or household </a:t>
            </a:r>
          </a:p>
          <a:p>
            <a:pPr eaLnBrk="1" hangingPunct="1">
              <a:lnSpc>
                <a:spcPct val="80000"/>
              </a:lnSpc>
              <a:buClr>
                <a:schemeClr val="tx1"/>
              </a:buClr>
              <a:buFontTx/>
              <a:buNone/>
            </a:pPr>
            <a:r>
              <a:rPr lang="en-US" altLang="ar-IQ" sz="2400"/>
              <a:t>        dangers.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Slide Number Placeholder 5">
            <a:extLst>
              <a:ext uri="{FF2B5EF4-FFF2-40B4-BE49-F238E27FC236}">
                <a16:creationId xmlns:a16="http://schemas.microsoft.com/office/drawing/2014/main" id="{32EA0386-AF42-2E53-95DE-82D13C20DAF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93929E95-BDA8-4207-941D-556A3AA53814}" type="slidenum">
              <a:rPr lang="ar-SA" altLang="ar-IQ" sz="1400"/>
              <a:pPr>
                <a:spcBef>
                  <a:spcPct val="0"/>
                </a:spcBef>
                <a:buFontTx/>
                <a:buNone/>
              </a:pPr>
              <a:t>36</a:t>
            </a:fld>
            <a:endParaRPr lang="en-US" altLang="ar-IQ" sz="1400"/>
          </a:p>
        </p:txBody>
      </p:sp>
      <p:sp>
        <p:nvSpPr>
          <p:cNvPr id="142338" name="Rectangle 2">
            <a:extLst>
              <a:ext uri="{FF2B5EF4-FFF2-40B4-BE49-F238E27FC236}">
                <a16:creationId xmlns:a16="http://schemas.microsoft.com/office/drawing/2014/main" id="{99D8D0D4-2188-675E-8077-5589F46EDF36}"/>
              </a:ext>
            </a:extLst>
          </p:cNvPr>
          <p:cNvSpPr>
            <a:spLocks noGrp="1" noChangeArrowheads="1"/>
          </p:cNvSpPr>
          <p:nvPr>
            <p:ph type="title"/>
          </p:nvPr>
        </p:nvSpPr>
        <p:spPr>
          <a:xfrm>
            <a:off x="1966913" y="103188"/>
            <a:ext cx="8243887" cy="895350"/>
          </a:xfrm>
        </p:spPr>
        <p:txBody>
          <a:bodyPr/>
          <a:lstStyle/>
          <a:p>
            <a:pPr algn="l" eaLnBrk="1" hangingPunct="1">
              <a:defRPr/>
            </a:pPr>
            <a:r>
              <a:rPr lang="en-US" sz="3600" b="1"/>
              <a:t>Risks to adolescent mothers:</a:t>
            </a:r>
          </a:p>
        </p:txBody>
      </p:sp>
      <p:sp>
        <p:nvSpPr>
          <p:cNvPr id="73732" name="Rectangle 3">
            <a:extLst>
              <a:ext uri="{FF2B5EF4-FFF2-40B4-BE49-F238E27FC236}">
                <a16:creationId xmlns:a16="http://schemas.microsoft.com/office/drawing/2014/main" id="{33F04668-3E2F-4ED1-DBD9-2275C68A01DF}"/>
              </a:ext>
            </a:extLst>
          </p:cNvPr>
          <p:cNvSpPr>
            <a:spLocks noGrp="1" noChangeArrowheads="1"/>
          </p:cNvSpPr>
          <p:nvPr>
            <p:ph type="body" idx="1"/>
          </p:nvPr>
        </p:nvSpPr>
        <p:spPr>
          <a:xfrm>
            <a:off x="1981200" y="1196975"/>
            <a:ext cx="8229600" cy="4929188"/>
          </a:xfrm>
        </p:spPr>
        <p:txBody>
          <a:bodyPr/>
          <a:lstStyle/>
          <a:p>
            <a:pPr eaLnBrk="1" hangingPunct="1">
              <a:buClr>
                <a:schemeClr val="tx1"/>
              </a:buClr>
              <a:buFontTx/>
              <a:buNone/>
            </a:pPr>
            <a:r>
              <a:rPr lang="en-US" altLang="ar-IQ"/>
              <a:t>  Many adolescents engage </a:t>
            </a:r>
            <a:r>
              <a:rPr lang="en-US" altLang="ar-IQ">
                <a:solidFill>
                  <a:srgbClr val="FF0066"/>
                </a:solidFill>
              </a:rPr>
              <a:t>in risk-taking behaviors</a:t>
            </a:r>
            <a:r>
              <a:rPr lang="en-US" altLang="ar-IQ"/>
              <a:t> to establish their independence. These include:</a:t>
            </a:r>
          </a:p>
          <a:p>
            <a:pPr eaLnBrk="1" hangingPunct="1">
              <a:buClr>
                <a:schemeClr val="tx1"/>
              </a:buClr>
              <a:buFont typeface="Wingdings" panose="05000000000000000000" pitchFamily="2" charset="2"/>
              <a:buChar char="v"/>
            </a:pPr>
            <a:r>
              <a:rPr lang="en-US" altLang="ar-IQ"/>
              <a:t> Smoking</a:t>
            </a:r>
          </a:p>
          <a:p>
            <a:pPr eaLnBrk="1" hangingPunct="1">
              <a:buClr>
                <a:schemeClr val="tx1"/>
              </a:buClr>
              <a:buFont typeface="Wingdings" panose="05000000000000000000" pitchFamily="2" charset="2"/>
              <a:buChar char="v"/>
            </a:pPr>
            <a:r>
              <a:rPr lang="en-US" altLang="ar-IQ"/>
              <a:t> Taking drugs</a:t>
            </a:r>
          </a:p>
          <a:p>
            <a:pPr eaLnBrk="1" hangingPunct="1">
              <a:buClr>
                <a:schemeClr val="tx1"/>
              </a:buClr>
              <a:buFont typeface="Wingdings" panose="05000000000000000000" pitchFamily="2" charset="2"/>
              <a:buChar char="v"/>
            </a:pPr>
            <a:r>
              <a:rPr lang="en-US" altLang="ar-IQ"/>
              <a:t> Drinking alcohol</a:t>
            </a:r>
          </a:p>
          <a:p>
            <a:pPr eaLnBrk="1" hangingPunct="1">
              <a:buClr>
                <a:schemeClr val="tx1"/>
              </a:buClr>
              <a:buFont typeface="Wingdings" panose="05000000000000000000" pitchFamily="2" charset="2"/>
              <a:buChar char="v"/>
            </a:pPr>
            <a:r>
              <a:rPr lang="en-US" altLang="ar-IQ"/>
              <a:t> Becoming sexually active with the consequences of pregnancy and sexually transmitted diseases (STD)</a:t>
            </a:r>
          </a:p>
          <a:p>
            <a:pPr eaLnBrk="1" hangingPunct="1">
              <a:buFontTx/>
              <a:buNone/>
            </a:pPr>
            <a:endParaRPr lang="en-US" altLang="ar-IQ"/>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4" name="Slide Number Placeholder 5">
            <a:extLst>
              <a:ext uri="{FF2B5EF4-FFF2-40B4-BE49-F238E27FC236}">
                <a16:creationId xmlns:a16="http://schemas.microsoft.com/office/drawing/2014/main" id="{59D6100F-9225-A18C-DBAE-C33B6F667D9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B1E41756-2986-420D-A567-A0803A3A2FA1}" type="slidenum">
              <a:rPr lang="ar-SA" altLang="ar-IQ" sz="1400"/>
              <a:pPr>
                <a:spcBef>
                  <a:spcPct val="0"/>
                </a:spcBef>
                <a:buFontTx/>
                <a:buNone/>
              </a:pPr>
              <a:t>37</a:t>
            </a:fld>
            <a:endParaRPr lang="en-US" altLang="ar-IQ" sz="1400"/>
          </a:p>
        </p:txBody>
      </p:sp>
      <p:sp>
        <p:nvSpPr>
          <p:cNvPr id="126978" name="Rectangle 2">
            <a:extLst>
              <a:ext uri="{FF2B5EF4-FFF2-40B4-BE49-F238E27FC236}">
                <a16:creationId xmlns:a16="http://schemas.microsoft.com/office/drawing/2014/main" id="{1F6DD5DC-07C9-2785-DCFA-EF2B41AE4587}"/>
              </a:ext>
            </a:extLst>
          </p:cNvPr>
          <p:cNvSpPr>
            <a:spLocks noGrp="1" noChangeArrowheads="1"/>
          </p:cNvSpPr>
          <p:nvPr>
            <p:ph type="title"/>
          </p:nvPr>
        </p:nvSpPr>
        <p:spPr/>
        <p:txBody>
          <a:bodyPr/>
          <a:lstStyle/>
          <a:p>
            <a:pPr algn="l" eaLnBrk="1" hangingPunct="1">
              <a:defRPr/>
            </a:pPr>
            <a:r>
              <a:rPr lang="en-US" sz="3600" b="1"/>
              <a:t>Sexually Transmitted Diseases:</a:t>
            </a:r>
          </a:p>
        </p:txBody>
      </p:sp>
      <p:sp>
        <p:nvSpPr>
          <p:cNvPr id="74756" name="Rectangle 3">
            <a:extLst>
              <a:ext uri="{FF2B5EF4-FFF2-40B4-BE49-F238E27FC236}">
                <a16:creationId xmlns:a16="http://schemas.microsoft.com/office/drawing/2014/main" id="{D0819D6B-B740-9C43-4D49-BF8F21A95A6F}"/>
              </a:ext>
            </a:extLst>
          </p:cNvPr>
          <p:cNvSpPr>
            <a:spLocks noGrp="1" noChangeArrowheads="1"/>
          </p:cNvSpPr>
          <p:nvPr>
            <p:ph type="body" idx="1"/>
          </p:nvPr>
        </p:nvSpPr>
        <p:spPr>
          <a:xfrm>
            <a:off x="1992313" y="1628775"/>
            <a:ext cx="8229600" cy="4456113"/>
          </a:xfrm>
        </p:spPr>
        <p:txBody>
          <a:bodyPr/>
          <a:lstStyle/>
          <a:p>
            <a:pPr eaLnBrk="1" hangingPunct="1">
              <a:buClr>
                <a:schemeClr val="tx1"/>
              </a:buClr>
              <a:buFontTx/>
              <a:buNone/>
            </a:pPr>
            <a:r>
              <a:rPr lang="en-US" altLang="ar-IQ" sz="2800"/>
              <a:t>Specific STDs that are greatly increasing among adolescents are</a:t>
            </a:r>
          </a:p>
          <a:p>
            <a:pPr eaLnBrk="1" hangingPunct="1">
              <a:buClr>
                <a:schemeClr val="tx1"/>
              </a:buClr>
              <a:buFont typeface="Wingdings" panose="05000000000000000000" pitchFamily="2" charset="2"/>
              <a:buChar char="v"/>
            </a:pPr>
            <a:r>
              <a:rPr lang="en-US" altLang="ar-IQ" sz="2800"/>
              <a:t> </a:t>
            </a:r>
            <a:r>
              <a:rPr lang="en-US" altLang="ar-IQ" sz="2800" b="1"/>
              <a:t>Gonorrhea</a:t>
            </a:r>
          </a:p>
          <a:p>
            <a:pPr eaLnBrk="1" hangingPunct="1">
              <a:buClr>
                <a:schemeClr val="tx1"/>
              </a:buClr>
              <a:buFont typeface="Wingdings" panose="05000000000000000000" pitchFamily="2" charset="2"/>
              <a:buChar char="v"/>
            </a:pPr>
            <a:r>
              <a:rPr lang="en-US" altLang="ar-IQ" sz="2800" b="1"/>
              <a:t> Chlamydia</a:t>
            </a:r>
          </a:p>
          <a:p>
            <a:pPr eaLnBrk="1" hangingPunct="1">
              <a:buClr>
                <a:schemeClr val="tx1"/>
              </a:buClr>
              <a:buFont typeface="Wingdings" panose="05000000000000000000" pitchFamily="2" charset="2"/>
              <a:buChar char="v"/>
            </a:pPr>
            <a:r>
              <a:rPr lang="en-US" altLang="ar-IQ" sz="2800" b="1"/>
              <a:t> Genital herpes infections</a:t>
            </a:r>
          </a:p>
          <a:p>
            <a:pPr eaLnBrk="1" hangingPunct="1">
              <a:buClr>
                <a:schemeClr val="tx1"/>
              </a:buClr>
              <a:buFont typeface="Wingdings" panose="05000000000000000000" pitchFamily="2" charset="2"/>
              <a:buChar char="v"/>
            </a:pPr>
            <a:r>
              <a:rPr lang="en-US" altLang="ar-IQ" sz="2800" b="1"/>
              <a:t> Genital warts caused by the human </a:t>
            </a:r>
          </a:p>
          <a:p>
            <a:pPr eaLnBrk="1" hangingPunct="1">
              <a:buClr>
                <a:schemeClr val="tx1"/>
              </a:buClr>
              <a:buFont typeface="Wingdings" panose="05000000000000000000" pitchFamily="2" charset="2"/>
              <a:buChar char="v"/>
            </a:pPr>
            <a:r>
              <a:rPr lang="en-US" altLang="ar-IQ" sz="2800" b="1"/>
              <a:t> Papilloma virus (HPV) </a:t>
            </a:r>
          </a:p>
          <a:p>
            <a:pPr eaLnBrk="1" hangingPunct="1">
              <a:buClr>
                <a:schemeClr val="tx1"/>
              </a:buClr>
              <a:buFont typeface="Wingdings" panose="05000000000000000000" pitchFamily="2" charset="2"/>
              <a:buChar char="v"/>
            </a:pPr>
            <a:r>
              <a:rPr lang="en-US" altLang="ar-IQ" sz="2800" b="1"/>
              <a:t> HIV.</a:t>
            </a:r>
            <a:r>
              <a:rPr lang="en-US" altLang="ar-IQ" sz="2800"/>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2" name="Slide Number Placeholder 5">
            <a:extLst>
              <a:ext uri="{FF2B5EF4-FFF2-40B4-BE49-F238E27FC236}">
                <a16:creationId xmlns:a16="http://schemas.microsoft.com/office/drawing/2014/main" id="{328699AE-7875-55BB-ED89-3F7F65543AC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B2BC3701-0222-4C0D-B89E-8D9A2305C719}" type="slidenum">
              <a:rPr lang="ar-SA" altLang="ar-IQ" sz="1400"/>
              <a:pPr>
                <a:spcBef>
                  <a:spcPct val="0"/>
                </a:spcBef>
                <a:buFontTx/>
                <a:buNone/>
              </a:pPr>
              <a:t>38</a:t>
            </a:fld>
            <a:endParaRPr lang="en-US" altLang="ar-IQ" sz="1400"/>
          </a:p>
        </p:txBody>
      </p:sp>
      <p:sp>
        <p:nvSpPr>
          <p:cNvPr id="157698" name="Rectangle 2">
            <a:extLst>
              <a:ext uri="{FF2B5EF4-FFF2-40B4-BE49-F238E27FC236}">
                <a16:creationId xmlns:a16="http://schemas.microsoft.com/office/drawing/2014/main" id="{F1EC972E-EE84-A904-C128-97DBEB5DAA44}"/>
              </a:ext>
            </a:extLst>
          </p:cNvPr>
          <p:cNvSpPr>
            <a:spLocks noGrp="1" noChangeArrowheads="1"/>
          </p:cNvSpPr>
          <p:nvPr>
            <p:ph type="title"/>
          </p:nvPr>
        </p:nvSpPr>
        <p:spPr/>
        <p:txBody>
          <a:bodyPr/>
          <a:lstStyle/>
          <a:p>
            <a:pPr algn="l" eaLnBrk="1" hangingPunct="1">
              <a:defRPr/>
            </a:pPr>
            <a:r>
              <a:rPr lang="en-US" sz="3600"/>
              <a:t>Health Problems Affecting </a:t>
            </a:r>
            <a:r>
              <a:rPr lang="en-US" sz="3600">
                <a:solidFill>
                  <a:srgbClr val="FF0066"/>
                </a:solidFill>
              </a:rPr>
              <a:t>Body Image of the Adolescent</a:t>
            </a:r>
          </a:p>
        </p:txBody>
      </p:sp>
      <p:sp>
        <p:nvSpPr>
          <p:cNvPr id="76804" name="Rectangle 3">
            <a:extLst>
              <a:ext uri="{FF2B5EF4-FFF2-40B4-BE49-F238E27FC236}">
                <a16:creationId xmlns:a16="http://schemas.microsoft.com/office/drawing/2014/main" id="{214D1EEF-2683-D2E1-6762-358B53B6CE0F}"/>
              </a:ext>
            </a:extLst>
          </p:cNvPr>
          <p:cNvSpPr>
            <a:spLocks noGrp="1" noChangeArrowheads="1"/>
          </p:cNvSpPr>
          <p:nvPr>
            <p:ph type="body" idx="1"/>
          </p:nvPr>
        </p:nvSpPr>
        <p:spPr>
          <a:xfrm>
            <a:off x="2782888" y="1600200"/>
            <a:ext cx="7427912" cy="4456113"/>
          </a:xfrm>
        </p:spPr>
        <p:txBody>
          <a:bodyPr/>
          <a:lstStyle/>
          <a:p>
            <a:pPr eaLnBrk="1" hangingPunct="1"/>
            <a:r>
              <a:rPr lang="en-US" altLang="ar-IQ">
                <a:cs typeface="Times New Roman" panose="02020603050405020304" pitchFamily="18" charset="0"/>
              </a:rPr>
              <a:t>Acne</a:t>
            </a:r>
          </a:p>
          <a:p>
            <a:pPr eaLnBrk="1" hangingPunct="1"/>
            <a:r>
              <a:rPr lang="en-US" altLang="ar-IQ">
                <a:cs typeface="Times New Roman" panose="02020603050405020304" pitchFamily="18" charset="0"/>
              </a:rPr>
              <a:t>Obesity</a:t>
            </a:r>
          </a:p>
          <a:p>
            <a:pPr eaLnBrk="1" hangingPunct="1"/>
            <a:r>
              <a:rPr lang="en-US" altLang="ar-IQ">
                <a:cs typeface="Times New Roman" panose="02020603050405020304" pitchFamily="18" charset="0"/>
              </a:rPr>
              <a:t>Dental or vision problems</a:t>
            </a:r>
          </a:p>
          <a:p>
            <a:pPr eaLnBrk="1" hangingPunct="1"/>
            <a:r>
              <a:rPr lang="en-US" altLang="ar-IQ">
                <a:cs typeface="Times New Roman" panose="02020603050405020304" pitchFamily="18" charset="0"/>
              </a:rPr>
              <a:t>Trauma</a:t>
            </a:r>
            <a:endParaRPr lang="en-US" altLang="ar-IQ">
              <a:ea typeface="Arial Unicode MS" pitchFamily="34" charset="-128"/>
            </a:endParaRPr>
          </a:p>
          <a:p>
            <a:pPr eaLnBrk="1" hangingPunct="1"/>
            <a:endParaRPr lang="en-US" altLang="ar-IQ"/>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6" name="Slide Number Placeholder 5">
            <a:extLst>
              <a:ext uri="{FF2B5EF4-FFF2-40B4-BE49-F238E27FC236}">
                <a16:creationId xmlns:a16="http://schemas.microsoft.com/office/drawing/2014/main" id="{469975FD-FE54-8F7A-94E6-57E51C35F381}"/>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8A47E048-C34E-443C-934F-43FD561A2892}" type="slidenum">
              <a:rPr lang="ar-SA" altLang="ar-IQ" sz="1400"/>
              <a:pPr>
                <a:spcBef>
                  <a:spcPct val="0"/>
                </a:spcBef>
                <a:buFontTx/>
                <a:buNone/>
              </a:pPr>
              <a:t>39</a:t>
            </a:fld>
            <a:endParaRPr lang="en-US" altLang="ar-IQ" sz="1400"/>
          </a:p>
        </p:txBody>
      </p:sp>
      <p:sp>
        <p:nvSpPr>
          <p:cNvPr id="159746" name="Rectangle 2">
            <a:extLst>
              <a:ext uri="{FF2B5EF4-FFF2-40B4-BE49-F238E27FC236}">
                <a16:creationId xmlns:a16="http://schemas.microsoft.com/office/drawing/2014/main" id="{7EF01C3E-47A2-7066-13EE-1D121ACF637B}"/>
              </a:ext>
            </a:extLst>
          </p:cNvPr>
          <p:cNvSpPr>
            <a:spLocks noGrp="1" noChangeArrowheads="1"/>
          </p:cNvSpPr>
          <p:nvPr>
            <p:ph type="title"/>
          </p:nvPr>
        </p:nvSpPr>
        <p:spPr/>
        <p:txBody>
          <a:bodyPr/>
          <a:lstStyle/>
          <a:p>
            <a:pPr algn="l" eaLnBrk="1" hangingPunct="1">
              <a:defRPr/>
            </a:pPr>
            <a:r>
              <a:rPr lang="en-US" sz="3200" b="1"/>
              <a:t>Information Needed by Adolescents Regarding Their Changing Bodies</a:t>
            </a:r>
          </a:p>
        </p:txBody>
      </p:sp>
      <p:sp>
        <p:nvSpPr>
          <p:cNvPr id="77828" name="Rectangle 3">
            <a:extLst>
              <a:ext uri="{FF2B5EF4-FFF2-40B4-BE49-F238E27FC236}">
                <a16:creationId xmlns:a16="http://schemas.microsoft.com/office/drawing/2014/main" id="{6C398C63-5399-1C8A-558B-0B2C88438A7A}"/>
              </a:ext>
            </a:extLst>
          </p:cNvPr>
          <p:cNvSpPr>
            <a:spLocks noGrp="1" noChangeArrowheads="1"/>
          </p:cNvSpPr>
          <p:nvPr>
            <p:ph type="body" idx="1"/>
          </p:nvPr>
        </p:nvSpPr>
        <p:spPr>
          <a:xfrm>
            <a:off x="1981200" y="1268413"/>
            <a:ext cx="8229600" cy="4857750"/>
          </a:xfrm>
        </p:spPr>
        <p:txBody>
          <a:bodyPr/>
          <a:lstStyle/>
          <a:p>
            <a:pPr eaLnBrk="1" hangingPunct="1"/>
            <a:endParaRPr lang="en-US" altLang="ar-IQ" b="1">
              <a:cs typeface="Times New Roman" panose="02020603050405020304" pitchFamily="18" charset="0"/>
            </a:endParaRPr>
          </a:p>
          <a:p>
            <a:pPr eaLnBrk="1" hangingPunct="1"/>
            <a:r>
              <a:rPr lang="en-US" altLang="ar-IQ" b="1">
                <a:cs typeface="Times New Roman" panose="02020603050405020304" pitchFamily="18" charset="0"/>
              </a:rPr>
              <a:t>Girls: </a:t>
            </a:r>
            <a:r>
              <a:rPr lang="en-US" altLang="ar-IQ">
                <a:cs typeface="Times New Roman" panose="02020603050405020304" pitchFamily="18" charset="0"/>
              </a:rPr>
              <a:t>Handling their early menstrual periods with minimal apprehension</a:t>
            </a:r>
          </a:p>
          <a:p>
            <a:pPr eaLnBrk="1" hangingPunct="1"/>
            <a:r>
              <a:rPr lang="en-US" altLang="ar-IQ" b="1">
                <a:cs typeface="Times New Roman" panose="02020603050405020304" pitchFamily="18" charset="0"/>
              </a:rPr>
              <a:t>Boys: </a:t>
            </a:r>
            <a:r>
              <a:rPr lang="en-US" altLang="ar-IQ">
                <a:cs typeface="Times New Roman" panose="02020603050405020304" pitchFamily="18" charset="0"/>
              </a:rPr>
              <a:t>Bodily functions including erections and nocturnal emissions </a:t>
            </a:r>
          </a:p>
          <a:p>
            <a:pPr eaLnBrk="1" hangingPunct="1"/>
            <a:r>
              <a:rPr lang="en-US" altLang="ar-IQ" b="1">
                <a:cs typeface="Times New Roman" panose="02020603050405020304" pitchFamily="18" charset="0"/>
              </a:rPr>
              <a:t>Boys and girls: </a:t>
            </a:r>
            <a:r>
              <a:rPr lang="en-US" altLang="ar-IQ">
                <a:cs typeface="Times New Roman" panose="02020603050405020304" pitchFamily="18" charset="0"/>
              </a:rPr>
              <a:t>Changes in the opposite sex hormonal changes and changes in feelings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Slide Number Placeholder 5">
            <a:extLst>
              <a:ext uri="{FF2B5EF4-FFF2-40B4-BE49-F238E27FC236}">
                <a16:creationId xmlns:a16="http://schemas.microsoft.com/office/drawing/2014/main" id="{43CA87C0-92DA-553F-B88E-D85497E82734}"/>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DFC9A4A7-089B-4001-BB93-29658A345D36}" type="slidenum">
              <a:rPr lang="ar-SA" altLang="ar-IQ" sz="1400"/>
              <a:pPr>
                <a:spcBef>
                  <a:spcPct val="0"/>
                </a:spcBef>
                <a:buFontTx/>
                <a:buNone/>
              </a:pPr>
              <a:t>40</a:t>
            </a:fld>
            <a:endParaRPr lang="en-US" altLang="ar-IQ" sz="1400"/>
          </a:p>
        </p:txBody>
      </p:sp>
      <p:sp>
        <p:nvSpPr>
          <p:cNvPr id="162818" name="Rectangle 2">
            <a:extLst>
              <a:ext uri="{FF2B5EF4-FFF2-40B4-BE49-F238E27FC236}">
                <a16:creationId xmlns:a16="http://schemas.microsoft.com/office/drawing/2014/main" id="{0684A880-2B23-8C29-5A4F-BFB9A8D3621C}"/>
              </a:ext>
            </a:extLst>
          </p:cNvPr>
          <p:cNvSpPr>
            <a:spLocks noGrp="1" noChangeArrowheads="1"/>
          </p:cNvSpPr>
          <p:nvPr>
            <p:ph type="title"/>
          </p:nvPr>
        </p:nvSpPr>
        <p:spPr>
          <a:xfrm>
            <a:off x="2063750" y="0"/>
            <a:ext cx="8172450" cy="1700213"/>
          </a:xfrm>
        </p:spPr>
        <p:txBody>
          <a:bodyPr/>
          <a:lstStyle/>
          <a:p>
            <a:pPr algn="l" eaLnBrk="1" hangingPunct="1">
              <a:defRPr/>
            </a:pPr>
            <a:r>
              <a:rPr lang="en-US" sz="2800" b="1"/>
              <a:t>Important Psychosocial and cognitive  developmental achievements of the Adolescent include:</a:t>
            </a:r>
          </a:p>
        </p:txBody>
      </p:sp>
      <p:sp>
        <p:nvSpPr>
          <p:cNvPr id="78852" name="Rectangle 3">
            <a:extLst>
              <a:ext uri="{FF2B5EF4-FFF2-40B4-BE49-F238E27FC236}">
                <a16:creationId xmlns:a16="http://schemas.microsoft.com/office/drawing/2014/main" id="{E9266FD4-9576-1D00-932B-96FD1664596B}"/>
              </a:ext>
            </a:extLst>
          </p:cNvPr>
          <p:cNvSpPr>
            <a:spLocks noGrp="1" noChangeArrowheads="1"/>
          </p:cNvSpPr>
          <p:nvPr>
            <p:ph type="body" idx="1"/>
          </p:nvPr>
        </p:nvSpPr>
        <p:spPr>
          <a:xfrm>
            <a:off x="2279650" y="1989138"/>
            <a:ext cx="7931150" cy="4095750"/>
          </a:xfrm>
        </p:spPr>
        <p:txBody>
          <a:bodyPr/>
          <a:lstStyle/>
          <a:p>
            <a:pPr lvl="1" eaLnBrk="1" hangingPunct="1"/>
            <a:r>
              <a:rPr lang="en-US" altLang="ar-IQ" b="1">
                <a:cs typeface="Times New Roman" panose="02020603050405020304" pitchFamily="18" charset="0"/>
              </a:rPr>
              <a:t>From Freud’s latency stage </a:t>
            </a:r>
            <a:r>
              <a:rPr lang="en-US" altLang="ar-IQ" b="1">
                <a:solidFill>
                  <a:srgbClr val="FF0066"/>
                </a:solidFill>
                <a:cs typeface="Times New Roman" panose="02020603050405020304" pitchFamily="18" charset="0"/>
              </a:rPr>
              <a:t>to the genital stage</a:t>
            </a:r>
          </a:p>
          <a:p>
            <a:pPr lvl="1" eaLnBrk="1" hangingPunct="1"/>
            <a:r>
              <a:rPr lang="en-US" altLang="ar-IQ" b="1">
                <a:cs typeface="Times New Roman" panose="02020603050405020304" pitchFamily="18" charset="0"/>
              </a:rPr>
              <a:t>From Erikson’s industry versus inferiority to </a:t>
            </a:r>
            <a:r>
              <a:rPr lang="en-US" altLang="ar-IQ" b="1">
                <a:solidFill>
                  <a:srgbClr val="FF0066"/>
                </a:solidFill>
                <a:cs typeface="Times New Roman" panose="02020603050405020304" pitchFamily="18" charset="0"/>
              </a:rPr>
              <a:t>identity versus role confusion</a:t>
            </a:r>
          </a:p>
          <a:p>
            <a:pPr lvl="1" eaLnBrk="1" hangingPunct="1"/>
            <a:r>
              <a:rPr lang="en-US" altLang="ar-IQ" b="1">
                <a:cs typeface="Times New Roman" panose="02020603050405020304" pitchFamily="18" charset="0"/>
              </a:rPr>
              <a:t>From Piaget’s concrete operational thinking to </a:t>
            </a:r>
            <a:r>
              <a:rPr lang="en-US" altLang="ar-IQ" b="1">
                <a:solidFill>
                  <a:srgbClr val="FF0066"/>
                </a:solidFill>
                <a:cs typeface="Times New Roman" panose="02020603050405020304" pitchFamily="18" charset="0"/>
              </a:rPr>
              <a:t>formal operational thought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874" name="Slide Number Placeholder 5">
            <a:extLst>
              <a:ext uri="{FF2B5EF4-FFF2-40B4-BE49-F238E27FC236}">
                <a16:creationId xmlns:a16="http://schemas.microsoft.com/office/drawing/2014/main" id="{51D81649-60E6-D42A-49E9-04059E2255D7}"/>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Verdana" panose="020B0604030504040204" pitchFamily="34" charset="0"/>
                <a:cs typeface="Arial" panose="020B0604020202020204" pitchFamily="34" charset="0"/>
              </a:defRPr>
            </a:lvl1pPr>
            <a:lvl2pPr marL="742950" indent="-285750">
              <a:spcBef>
                <a:spcPct val="20000"/>
              </a:spcBef>
              <a:buChar char="–"/>
              <a:defRPr sz="2800">
                <a:solidFill>
                  <a:schemeClr val="tx1"/>
                </a:solidFill>
                <a:latin typeface="Verdana" panose="020B0604030504040204" pitchFamily="34" charset="0"/>
                <a:cs typeface="Arial" panose="020B0604020202020204" pitchFamily="34" charset="0"/>
              </a:defRPr>
            </a:lvl2pPr>
            <a:lvl3pPr marL="1143000" indent="-228600">
              <a:spcBef>
                <a:spcPct val="20000"/>
              </a:spcBef>
              <a:buChar char="•"/>
              <a:defRPr sz="2400">
                <a:solidFill>
                  <a:schemeClr val="tx1"/>
                </a:solidFill>
                <a:latin typeface="Verdan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Verdana" panose="020B0604030504040204" pitchFamily="34" charset="0"/>
                <a:cs typeface="Arial" panose="020B0604020202020204" pitchFamily="34" charset="0"/>
              </a:defRPr>
            </a:lvl4pPr>
            <a:lvl5pPr marL="2057400" indent="-228600">
              <a:spcBef>
                <a:spcPct val="20000"/>
              </a:spcBef>
              <a:buChar char="»"/>
              <a:defRPr sz="2000">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Verdana" panose="020B0604030504040204" pitchFamily="34" charset="0"/>
                <a:cs typeface="Arial" panose="020B0604020202020204" pitchFamily="34" charset="0"/>
              </a:defRPr>
            </a:lvl9pPr>
          </a:lstStyle>
          <a:p>
            <a:pPr>
              <a:spcBef>
                <a:spcPct val="0"/>
              </a:spcBef>
              <a:buFontTx/>
              <a:buNone/>
            </a:pPr>
            <a:fld id="{F64049A7-DECD-4E31-9B7D-7E2FAAB041FF}" type="slidenum">
              <a:rPr lang="ar-SA" altLang="ar-IQ" sz="1400"/>
              <a:pPr>
                <a:spcBef>
                  <a:spcPct val="0"/>
                </a:spcBef>
                <a:buFontTx/>
                <a:buNone/>
              </a:pPr>
              <a:t>41</a:t>
            </a:fld>
            <a:endParaRPr lang="en-US" altLang="ar-IQ" sz="1400"/>
          </a:p>
        </p:txBody>
      </p:sp>
      <p:sp>
        <p:nvSpPr>
          <p:cNvPr id="163842" name="Rectangle 2">
            <a:extLst>
              <a:ext uri="{FF2B5EF4-FFF2-40B4-BE49-F238E27FC236}">
                <a16:creationId xmlns:a16="http://schemas.microsoft.com/office/drawing/2014/main" id="{4FADA076-627B-5B23-75C2-92ADEB9722C9}"/>
              </a:ext>
            </a:extLst>
          </p:cNvPr>
          <p:cNvSpPr>
            <a:spLocks noGrp="1" noChangeArrowheads="1"/>
          </p:cNvSpPr>
          <p:nvPr>
            <p:ph type="title"/>
          </p:nvPr>
        </p:nvSpPr>
        <p:spPr>
          <a:xfrm>
            <a:off x="1992313" y="333375"/>
            <a:ext cx="8229600" cy="1295400"/>
          </a:xfrm>
        </p:spPr>
        <p:txBody>
          <a:bodyPr/>
          <a:lstStyle/>
          <a:p>
            <a:pPr algn="l" eaLnBrk="1" hangingPunct="1">
              <a:defRPr/>
            </a:pPr>
            <a:r>
              <a:rPr lang="en-US" sz="3600" b="1"/>
              <a:t>Nursing Care of the Adolescent in a Health Care Facility</a:t>
            </a:r>
            <a:r>
              <a:rPr lang="en-US" sz="4800"/>
              <a:t> </a:t>
            </a:r>
          </a:p>
        </p:txBody>
      </p:sp>
      <p:sp>
        <p:nvSpPr>
          <p:cNvPr id="79876" name="Rectangle 3">
            <a:extLst>
              <a:ext uri="{FF2B5EF4-FFF2-40B4-BE49-F238E27FC236}">
                <a16:creationId xmlns:a16="http://schemas.microsoft.com/office/drawing/2014/main" id="{9511090D-7C19-BA66-4F7E-53E20F6FC182}"/>
              </a:ext>
            </a:extLst>
          </p:cNvPr>
          <p:cNvSpPr>
            <a:spLocks noGrp="1" noChangeArrowheads="1"/>
          </p:cNvSpPr>
          <p:nvPr>
            <p:ph type="body" idx="1"/>
          </p:nvPr>
        </p:nvSpPr>
        <p:spPr>
          <a:xfrm>
            <a:off x="1981200" y="1557338"/>
            <a:ext cx="8229600" cy="4967287"/>
          </a:xfrm>
        </p:spPr>
        <p:txBody>
          <a:bodyPr/>
          <a:lstStyle/>
          <a:p>
            <a:pPr eaLnBrk="1" hangingPunct="1"/>
            <a:r>
              <a:rPr lang="en-US" altLang="ar-IQ" sz="2800">
                <a:solidFill>
                  <a:srgbClr val="000000"/>
                </a:solidFill>
                <a:cs typeface="Times New Roman" panose="02020603050405020304" pitchFamily="18" charset="0"/>
              </a:rPr>
              <a:t>Provide supportive nursing care sensitive to the adolescent’s needs</a:t>
            </a:r>
          </a:p>
          <a:p>
            <a:pPr eaLnBrk="1" hangingPunct="1"/>
            <a:r>
              <a:rPr lang="en-US" altLang="ar-IQ" sz="2800">
                <a:solidFill>
                  <a:srgbClr val="000000"/>
                </a:solidFill>
                <a:cs typeface="Times New Roman" panose="02020603050405020304" pitchFamily="18" charset="0"/>
              </a:rPr>
              <a:t>Encourage as much participation as possible</a:t>
            </a:r>
          </a:p>
          <a:p>
            <a:pPr eaLnBrk="1" hangingPunct="1"/>
            <a:r>
              <a:rPr lang="en-US" altLang="ar-IQ" sz="2800">
                <a:solidFill>
                  <a:srgbClr val="000000"/>
                </a:solidFill>
                <a:cs typeface="Times New Roman" panose="02020603050405020304" pitchFamily="18" charset="0"/>
              </a:rPr>
              <a:t>Clearly and honestly explain all procedures and treatments</a:t>
            </a:r>
          </a:p>
          <a:p>
            <a:pPr eaLnBrk="1" hangingPunct="1"/>
            <a:r>
              <a:rPr lang="en-US" altLang="ar-IQ" sz="2800">
                <a:solidFill>
                  <a:srgbClr val="000000"/>
                </a:solidFill>
                <a:cs typeface="Times New Roman" panose="02020603050405020304" pitchFamily="18" charset="0"/>
              </a:rPr>
              <a:t>Protect privacy by providing screening and covering</a:t>
            </a:r>
          </a:p>
          <a:p>
            <a:pPr eaLnBrk="1" hangingPunct="1"/>
            <a:r>
              <a:rPr lang="en-US" altLang="ar-IQ" sz="2800">
                <a:solidFill>
                  <a:srgbClr val="000000"/>
                </a:solidFill>
                <a:cs typeface="Times New Roman" panose="02020603050405020304" pitchFamily="18" charset="0"/>
              </a:rPr>
              <a:t>Provide a telephone and recreational areas to keep up social contacts with peers</a:t>
            </a:r>
            <a:endParaRPr lang="en-US" altLang="ar-IQ" sz="2800"/>
          </a:p>
          <a:p>
            <a:pPr eaLnBrk="1" hangingPunct="1"/>
            <a:endParaRPr lang="en-US" altLang="ar-IQ" sz="28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67B624-9CB3-771A-3B2D-0CCDBC5181C3}"/>
              </a:ext>
            </a:extLst>
          </p:cNvPr>
          <p:cNvSpPr txBox="1"/>
          <p:nvPr/>
        </p:nvSpPr>
        <p:spPr>
          <a:xfrm>
            <a:off x="244475" y="261938"/>
            <a:ext cx="11691938" cy="2125662"/>
          </a:xfrm>
          <a:prstGeom prst="rect">
            <a:avLst/>
          </a:prstGeom>
          <a:solidFill>
            <a:schemeClr val="accent6">
              <a:lumMod val="75000"/>
            </a:schemeClr>
          </a:solidFill>
          <a:ln>
            <a:solidFill>
              <a:schemeClr val="accent6">
                <a:lumMod val="75000"/>
              </a:schemeClr>
            </a:solidFill>
          </a:ln>
        </p:spPr>
        <p:txBody>
          <a:bodyPr/>
          <a:lstStyle/>
          <a:p>
            <a:pPr eaLnBrk="1" fontAlgn="auto" hangingPunct="1">
              <a:lnSpc>
                <a:spcPts val="1800"/>
              </a:lnSpc>
              <a:spcBef>
                <a:spcPts val="0"/>
              </a:spcBef>
              <a:spcAft>
                <a:spcPts val="600"/>
              </a:spcAft>
              <a:defRPr/>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80899" name="Text Placeholder 1">
            <a:extLst>
              <a:ext uri="{FF2B5EF4-FFF2-40B4-BE49-F238E27FC236}">
                <a16:creationId xmlns:a16="http://schemas.microsoft.com/office/drawing/2014/main" id="{DEB4CDB8-ED39-F6F9-75D6-B37DC08890B3}"/>
              </a:ext>
            </a:extLst>
          </p:cNvPr>
          <p:cNvSpPr txBox="1">
            <a:spLocks noChangeArrowheads="1"/>
          </p:cNvSpPr>
          <p:nvPr/>
        </p:nvSpPr>
        <p:spPr bwMode="auto">
          <a:xfrm>
            <a:off x="3959225" y="1087438"/>
            <a:ext cx="441483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Segoe UI" panose="020B05020402040202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algn="ctr" eaLnBrk="1" hangingPunct="1">
              <a:buFont typeface="Arial" panose="020B0604020202020204" pitchFamily="34" charset="0"/>
              <a:buNone/>
            </a:pPr>
            <a:r>
              <a:rPr lang="en-US" altLang="ko-KR" sz="4800">
                <a:solidFill>
                  <a:srgbClr val="FFFFFF"/>
                </a:solidFill>
                <a:latin typeface="Segoe UI Light" panose="020B0502040204020203" pitchFamily="34" charset="0"/>
                <a:ea typeface="굴림" panose="020B0600000101010101" pitchFamily="34" charset="-127"/>
              </a:rPr>
              <a:t>Thank</a:t>
            </a:r>
            <a:r>
              <a:rPr lang="en-US" altLang="ko-KR" sz="4800">
                <a:solidFill>
                  <a:srgbClr val="FFFFFF"/>
                </a:solidFill>
                <a:ea typeface="굴림" panose="020B0600000101010101" pitchFamily="34" charset="-127"/>
              </a:rPr>
              <a:t> </a:t>
            </a:r>
            <a:r>
              <a:rPr lang="en-US" altLang="ko-KR" sz="4800">
                <a:solidFill>
                  <a:srgbClr val="FFFFFF"/>
                </a:solidFill>
                <a:latin typeface="Segoe UI Light" panose="020B0502040204020203" pitchFamily="34" charset="0"/>
                <a:ea typeface="굴림" panose="020B0600000101010101" pitchFamily="34" charset="-127"/>
              </a:rPr>
              <a:t>you</a:t>
            </a:r>
            <a:endParaRPr lang="ko-KR" altLang="en-US" sz="4800">
              <a:solidFill>
                <a:srgbClr val="FFFFFF"/>
              </a:solidFill>
              <a:latin typeface="Segoe UI Light" panose="020B0502040204020203" pitchFamily="34" charset="0"/>
              <a:ea typeface="굴림" panose="020B0600000101010101" pitchFamily="34" charset="-127"/>
            </a:endParaRPr>
          </a:p>
        </p:txBody>
      </p:sp>
      <p:sp>
        <p:nvSpPr>
          <p:cNvPr id="80900" name="مربع نص 2">
            <a:extLst>
              <a:ext uri="{FF2B5EF4-FFF2-40B4-BE49-F238E27FC236}">
                <a16:creationId xmlns:a16="http://schemas.microsoft.com/office/drawing/2014/main" id="{2843016B-2E4D-AB1E-07AD-6F3B1C2F6421}"/>
              </a:ext>
            </a:extLst>
          </p:cNvPr>
          <p:cNvSpPr txBox="1">
            <a:spLocks noChangeArrowheads="1"/>
          </p:cNvSpPr>
          <p:nvPr/>
        </p:nvSpPr>
        <p:spPr bwMode="auto">
          <a:xfrm>
            <a:off x="2927350" y="3429000"/>
            <a:ext cx="5649913"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Segoe UI" panose="020B05020402040202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a:lnSpc>
                <a:spcPct val="100000"/>
              </a:lnSpc>
              <a:spcBef>
                <a:spcPct val="0"/>
              </a:spcBef>
              <a:buFontTx/>
              <a:buNone/>
            </a:pPr>
            <a:r>
              <a:rPr lang="en-US" altLang="ar-IQ" sz="11500">
                <a:solidFill>
                  <a:srgbClr val="137333"/>
                </a:solidFill>
                <a:latin typeface="Google Sans Display"/>
              </a:rPr>
              <a:t>cs5jm5o</a:t>
            </a:r>
            <a:endParaRPr lang="ar-IQ" altLang="ar-IQ" sz="11500">
              <a:solidFill>
                <a:srgbClr val="000000"/>
              </a:solidFill>
              <a:latin typeface="Verdana" panose="020B0604030504040204" pitchFamily="34" charset="0"/>
            </a:endParaRPr>
          </a:p>
        </p:txBody>
      </p:sp>
      <p:sp>
        <p:nvSpPr>
          <p:cNvPr id="80901" name="مربع نص 4">
            <a:extLst>
              <a:ext uri="{FF2B5EF4-FFF2-40B4-BE49-F238E27FC236}">
                <a16:creationId xmlns:a16="http://schemas.microsoft.com/office/drawing/2014/main" id="{AB13270F-C143-3E45-31DA-24BD96D4366C}"/>
              </a:ext>
            </a:extLst>
          </p:cNvPr>
          <p:cNvSpPr txBox="1">
            <a:spLocks noChangeArrowheads="1"/>
          </p:cNvSpPr>
          <p:nvPr/>
        </p:nvSpPr>
        <p:spPr bwMode="auto">
          <a:xfrm>
            <a:off x="5303838" y="2787650"/>
            <a:ext cx="16192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Segoe UI" panose="020B05020402040202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a:lnSpc>
                <a:spcPts val="1800"/>
              </a:lnSpc>
              <a:spcBef>
                <a:spcPct val="0"/>
              </a:spcBef>
              <a:spcAft>
                <a:spcPts val="600"/>
              </a:spcAft>
              <a:buFontTx/>
              <a:buNone/>
            </a:pPr>
            <a:r>
              <a:rPr lang="ar-IQ" altLang="ar-IQ" sz="2400">
                <a:solidFill>
                  <a:srgbClr val="404040"/>
                </a:solidFill>
                <a:cs typeface="Segoe UI" panose="020B0502040204020203" pitchFamily="34" charset="0"/>
              </a:rPr>
              <a:t>رمز الصف</a:t>
            </a:r>
          </a:p>
        </p:txBody>
      </p:sp>
    </p:spTree>
  </p:cSld>
  <p:clrMapOvr>
    <a:masterClrMapping/>
  </p:clrMapOvr>
  <p:transition spd="slow">
    <p:fade/>
  </p:transition>
</p:sld>
</file>

<file path=ppt/theme/theme1.xml><?xml version="1.0" encoding="utf-8"?>
<a:theme xmlns:a="http://schemas.openxmlformats.org/drawingml/2006/main" name="Balloons">
  <a:themeElements>
    <a:clrScheme name="Balloons 8">
      <a:dk1>
        <a:srgbClr val="006699"/>
      </a:dk1>
      <a:lt1>
        <a:srgbClr val="FFFFFF"/>
      </a:lt1>
      <a:dk2>
        <a:srgbClr val="006666"/>
      </a:dk2>
      <a:lt2>
        <a:srgbClr val="FFFFCC"/>
      </a:lt2>
      <a:accent1>
        <a:srgbClr val="EDFAD2"/>
      </a:accent1>
      <a:accent2>
        <a:srgbClr val="EBF7FF"/>
      </a:accent2>
      <a:accent3>
        <a:srgbClr val="FFFFFF"/>
      </a:accent3>
      <a:accent4>
        <a:srgbClr val="005682"/>
      </a:accent4>
      <a:accent5>
        <a:srgbClr val="F4FCE5"/>
      </a:accent5>
      <a:accent6>
        <a:srgbClr val="D5E0E7"/>
      </a:accent6>
      <a:hlink>
        <a:srgbClr val="CC99FF"/>
      </a:hlink>
      <a:folHlink>
        <a:srgbClr val="F2DFFD"/>
      </a:folHlink>
    </a:clrScheme>
    <a:fontScheme name="Balloons">
      <a:majorFont>
        <a:latin typeface="Verdana"/>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ar-SA" sz="1800" b="0" i="0" u="none" strike="noStrike" cap="none" normalizeH="0" baseline="0" smtClean="0">
            <a:ln>
              <a:noFill/>
            </a:ln>
            <a:solidFill>
              <a:schemeClr val="tx1"/>
            </a:solidFill>
            <a:effectLst/>
            <a:latin typeface="Verdana" pitchFamily="34" charset="0"/>
            <a:cs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ar-SA" sz="1800" b="0" i="0" u="none" strike="noStrike" cap="none" normalizeH="0" baseline="0" smtClean="0">
            <a:ln>
              <a:noFill/>
            </a:ln>
            <a:solidFill>
              <a:schemeClr val="tx1"/>
            </a:solidFill>
            <a:effectLst/>
            <a:latin typeface="Verdana" pitchFamily="34" charset="0"/>
            <a:cs typeface="Arial" pitchFamily="34" charset="0"/>
          </a:defRPr>
        </a:defPPr>
      </a:lstStyle>
    </a:lnDef>
  </a:objectDefaults>
  <a:extraClrSchemeLst>
    <a:extraClrScheme>
      <a:clrScheme name="Balloons 1">
        <a:dk1>
          <a:srgbClr val="9900CC"/>
        </a:dk1>
        <a:lt1>
          <a:srgbClr val="FFFFCC"/>
        </a:lt1>
        <a:dk2>
          <a:srgbClr val="000000"/>
        </a:dk2>
        <a:lt2>
          <a:srgbClr val="FFFFFF"/>
        </a:lt2>
        <a:accent1>
          <a:srgbClr val="666699"/>
        </a:accent1>
        <a:accent2>
          <a:srgbClr val="660066"/>
        </a:accent2>
        <a:accent3>
          <a:srgbClr val="AAAAAA"/>
        </a:accent3>
        <a:accent4>
          <a:srgbClr val="DADAAE"/>
        </a:accent4>
        <a:accent5>
          <a:srgbClr val="B8B8CA"/>
        </a:accent5>
        <a:accent6>
          <a:srgbClr val="5C005C"/>
        </a:accent6>
        <a:hlink>
          <a:srgbClr val="CC0000"/>
        </a:hlink>
        <a:folHlink>
          <a:srgbClr val="A50021"/>
        </a:folHlink>
      </a:clrScheme>
      <a:clrMap bg1="dk2" tx1="lt1" bg2="dk1" tx2="lt2" accent1="accent1" accent2="accent2" accent3="accent3" accent4="accent4" accent5="accent5" accent6="accent6" hlink="hlink" folHlink="folHlink"/>
    </a:extraClrScheme>
    <a:extraClrScheme>
      <a:clrScheme name="Balloons 2">
        <a:dk1>
          <a:srgbClr val="990033"/>
        </a:dk1>
        <a:lt1>
          <a:srgbClr val="FFFFFF"/>
        </a:lt1>
        <a:dk2>
          <a:srgbClr val="000000"/>
        </a:dk2>
        <a:lt2>
          <a:srgbClr val="FFFFFF"/>
        </a:lt2>
        <a:accent1>
          <a:srgbClr val="FF3300"/>
        </a:accent1>
        <a:accent2>
          <a:srgbClr val="FF9900"/>
        </a:accent2>
        <a:accent3>
          <a:srgbClr val="AAAAAA"/>
        </a:accent3>
        <a:accent4>
          <a:srgbClr val="DADADA"/>
        </a:accent4>
        <a:accent5>
          <a:srgbClr val="FFADAA"/>
        </a:accent5>
        <a:accent6>
          <a:srgbClr val="E78A00"/>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Balloons 3">
        <a:dk1>
          <a:srgbClr val="CCCCFF"/>
        </a:dk1>
        <a:lt1>
          <a:srgbClr val="FFFFCC"/>
        </a:lt1>
        <a:dk2>
          <a:srgbClr val="000000"/>
        </a:dk2>
        <a:lt2>
          <a:srgbClr val="FFFFFF"/>
        </a:lt2>
        <a:accent1>
          <a:srgbClr val="9999FF"/>
        </a:accent1>
        <a:accent2>
          <a:srgbClr val="33CCCC"/>
        </a:accent2>
        <a:accent3>
          <a:srgbClr val="AAAAAA"/>
        </a:accent3>
        <a:accent4>
          <a:srgbClr val="DADAAE"/>
        </a:accent4>
        <a:accent5>
          <a:srgbClr val="CACAFF"/>
        </a:accent5>
        <a:accent6>
          <a:srgbClr val="2DB9B9"/>
        </a:accent6>
        <a:hlink>
          <a:srgbClr val="66FFFF"/>
        </a:hlink>
        <a:folHlink>
          <a:srgbClr val="660066"/>
        </a:folHlink>
      </a:clrScheme>
      <a:clrMap bg1="dk2" tx1="lt1" bg2="dk1" tx2="lt2" accent1="accent1" accent2="accent2" accent3="accent3" accent4="accent4" accent5="accent5" accent6="accent6" hlink="hlink" folHlink="folHlink"/>
    </a:extraClrScheme>
    <a:extraClrScheme>
      <a:clrScheme name="Balloons 4">
        <a:dk1>
          <a:srgbClr val="000000"/>
        </a:dk1>
        <a:lt1>
          <a:srgbClr val="F8F8F8"/>
        </a:lt1>
        <a:dk2>
          <a:srgbClr val="800000"/>
        </a:dk2>
        <a:lt2>
          <a:srgbClr val="FFFFFF"/>
        </a:lt2>
        <a:accent1>
          <a:srgbClr val="FF3300"/>
        </a:accent1>
        <a:accent2>
          <a:srgbClr val="FF5050"/>
        </a:accent2>
        <a:accent3>
          <a:srgbClr val="C0AAAA"/>
        </a:accent3>
        <a:accent4>
          <a:srgbClr val="D4D4D4"/>
        </a:accent4>
        <a:accent5>
          <a:srgbClr val="FFADAA"/>
        </a:accent5>
        <a:accent6>
          <a:srgbClr val="E74848"/>
        </a:accent6>
        <a:hlink>
          <a:srgbClr val="FF9999"/>
        </a:hlink>
        <a:folHlink>
          <a:srgbClr val="FF9966"/>
        </a:folHlink>
      </a:clrScheme>
      <a:clrMap bg1="dk2" tx1="lt1" bg2="dk1" tx2="lt2" accent1="accent1" accent2="accent2" accent3="accent3" accent4="accent4" accent5="accent5" accent6="accent6" hlink="hlink" folHlink="folHlink"/>
    </a:extraClrScheme>
    <a:extraClrScheme>
      <a:clrScheme name="Balloons 5">
        <a:dk1>
          <a:srgbClr val="666699"/>
        </a:dk1>
        <a:lt1>
          <a:srgbClr val="FFFFFF"/>
        </a:lt1>
        <a:dk2>
          <a:srgbClr val="000066"/>
        </a:dk2>
        <a:lt2>
          <a:srgbClr val="CCECFF"/>
        </a:lt2>
        <a:accent1>
          <a:srgbClr val="009999"/>
        </a:accent1>
        <a:accent2>
          <a:srgbClr val="0099CC"/>
        </a:accent2>
        <a:accent3>
          <a:srgbClr val="AAAAB8"/>
        </a:accent3>
        <a:accent4>
          <a:srgbClr val="DADADA"/>
        </a:accent4>
        <a:accent5>
          <a:srgbClr val="AACACA"/>
        </a:accent5>
        <a:accent6>
          <a:srgbClr val="008AB9"/>
        </a:accent6>
        <a:hlink>
          <a:srgbClr val="CC99FF"/>
        </a:hlink>
        <a:folHlink>
          <a:srgbClr val="3366CC"/>
        </a:folHlink>
      </a:clrScheme>
      <a:clrMap bg1="dk2" tx1="lt1" bg2="dk1" tx2="lt2" accent1="accent1" accent2="accent2" accent3="accent3" accent4="accent4" accent5="accent5" accent6="accent6" hlink="hlink" folHlink="folHlink"/>
    </a:extraClrScheme>
    <a:extraClrScheme>
      <a:clrScheme name="Balloons 6">
        <a:dk1>
          <a:srgbClr val="99CC00"/>
        </a:dk1>
        <a:lt1>
          <a:srgbClr val="FFFFFF"/>
        </a:lt1>
        <a:dk2>
          <a:srgbClr val="009900"/>
        </a:dk2>
        <a:lt2>
          <a:srgbClr val="FFFF99"/>
        </a:lt2>
        <a:accent1>
          <a:srgbClr val="336600"/>
        </a:accent1>
        <a:accent2>
          <a:srgbClr val="008000"/>
        </a:accent2>
        <a:accent3>
          <a:srgbClr val="AACAAA"/>
        </a:accent3>
        <a:accent4>
          <a:srgbClr val="DADADA"/>
        </a:accent4>
        <a:accent5>
          <a:srgbClr val="ADB8AA"/>
        </a:accent5>
        <a:accent6>
          <a:srgbClr val="007300"/>
        </a:accent6>
        <a:hlink>
          <a:srgbClr val="CCCC00"/>
        </a:hlink>
        <a:folHlink>
          <a:srgbClr val="33CC33"/>
        </a:folHlink>
      </a:clrScheme>
      <a:clrMap bg1="dk2" tx1="lt1" bg2="dk1" tx2="lt2" accent1="accent1" accent2="accent2" accent3="accent3" accent4="accent4" accent5="accent5" accent6="accent6" hlink="hlink" folHlink="folHlink"/>
    </a:extraClrScheme>
    <a:extraClrScheme>
      <a:clrScheme name="Balloons 7">
        <a:dk1>
          <a:srgbClr val="000066"/>
        </a:dk1>
        <a:lt1>
          <a:srgbClr val="E1F4FF"/>
        </a:lt1>
        <a:dk2>
          <a:srgbClr val="000066"/>
        </a:dk2>
        <a:lt2>
          <a:srgbClr val="CCCCFF"/>
        </a:lt2>
        <a:accent1>
          <a:srgbClr val="9999FF"/>
        </a:accent1>
        <a:accent2>
          <a:srgbClr val="33CCCC"/>
        </a:accent2>
        <a:accent3>
          <a:srgbClr val="EEF8FF"/>
        </a:accent3>
        <a:accent4>
          <a:srgbClr val="000056"/>
        </a:accent4>
        <a:accent5>
          <a:srgbClr val="CACAFF"/>
        </a:accent5>
        <a:accent6>
          <a:srgbClr val="2DB9B9"/>
        </a:accent6>
        <a:hlink>
          <a:srgbClr val="66FFFF"/>
        </a:hlink>
        <a:folHlink>
          <a:srgbClr val="660066"/>
        </a:folHlink>
      </a:clrScheme>
      <a:clrMap bg1="lt1" tx1="dk1" bg2="lt2" tx2="dk2" accent1="accent1" accent2="accent2" accent3="accent3" accent4="accent4" accent5="accent5" accent6="accent6" hlink="hlink" folHlink="folHlink"/>
    </a:extraClrScheme>
    <a:extraClrScheme>
      <a:clrScheme name="Balloons 8">
        <a:dk1>
          <a:srgbClr val="006699"/>
        </a:dk1>
        <a:lt1>
          <a:srgbClr val="FFFFFF"/>
        </a:lt1>
        <a:dk2>
          <a:srgbClr val="006666"/>
        </a:dk2>
        <a:lt2>
          <a:srgbClr val="FFFFCC"/>
        </a:lt2>
        <a:accent1>
          <a:srgbClr val="EDFAD2"/>
        </a:accent1>
        <a:accent2>
          <a:srgbClr val="EBF7FF"/>
        </a:accent2>
        <a:accent3>
          <a:srgbClr val="FFFFFF"/>
        </a:accent3>
        <a:accent4>
          <a:srgbClr val="005682"/>
        </a:accent4>
        <a:accent5>
          <a:srgbClr val="F4FCE5"/>
        </a:accent5>
        <a:accent6>
          <a:srgbClr val="D5E0E7"/>
        </a:accent6>
        <a:hlink>
          <a:srgbClr val="CC99FF"/>
        </a:hlink>
        <a:folHlink>
          <a:srgbClr val="F2DFFD"/>
        </a:folHlink>
      </a:clrScheme>
      <a:clrMap bg1="lt1" tx1="dk1" bg2="lt2" tx2="dk2" accent1="accent1" accent2="accent2" accent3="accent3" accent4="accent4" accent5="accent5" accent6="accent6" hlink="hlink" folHlink="folHlink"/>
    </a:extraClrScheme>
    <a:extraClrScheme>
      <a:clrScheme name="Balloons 9">
        <a:dk1>
          <a:srgbClr val="000000"/>
        </a:dk1>
        <a:lt1>
          <a:srgbClr val="FFFFFF"/>
        </a:lt1>
        <a:dk2>
          <a:srgbClr val="000000"/>
        </a:dk2>
        <a:lt2>
          <a:srgbClr val="FFCC99"/>
        </a:lt2>
        <a:accent1>
          <a:srgbClr val="FF9900"/>
        </a:accent1>
        <a:accent2>
          <a:srgbClr val="FF99CC"/>
        </a:accent2>
        <a:accent3>
          <a:srgbClr val="FFFFFF"/>
        </a:accent3>
        <a:accent4>
          <a:srgbClr val="000000"/>
        </a:accent4>
        <a:accent5>
          <a:srgbClr val="FFCAAA"/>
        </a:accent5>
        <a:accent6>
          <a:srgbClr val="E78AB9"/>
        </a:accent6>
        <a:hlink>
          <a:srgbClr val="FF9999"/>
        </a:hlink>
        <a:folHlink>
          <a:srgbClr val="FFFF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Get Started with 3D">
  <a:themeElements>
    <a:clrScheme name="أحمر">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Bring your presentations to life with 3DTF16411177.potx" id="{2F811B51-3652-4B66-97AB-C34107939F72}" vid="{5A6FB77C-9CC0-4BAB-9431-7888FC98FA25}"/>
    </a:ext>
  </a:extLst>
</a:theme>
</file>

<file path=ppt/theme/theme3.xml><?xml version="1.0" encoding="utf-8"?>
<a:theme xmlns:a="http://schemas.openxmlformats.org/drawingml/2006/main" name="2_Get Started with 3D">
  <a:themeElements>
    <a:clrScheme name="أصفر برتقالي">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Bring your presentations to life with 3DTF16411177.potx" id="{2F811B51-3652-4B66-97AB-C34107939F72}" vid="{5A6FB77C-9CC0-4BAB-9431-7888FC98FA25}"/>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Balloons</Template>
  <TotalTime>1538</TotalTime>
  <Words>2385</Words>
  <Application>Microsoft Office PowerPoint</Application>
  <PresentationFormat>شاشة عريضة</PresentationFormat>
  <Paragraphs>294</Paragraphs>
  <Slides>42</Slides>
  <Notes>3</Notes>
  <HiddenSlides>0</HiddenSlides>
  <MMClips>0</MMClips>
  <ScaleCrop>false</ScaleCrop>
  <HeadingPairs>
    <vt:vector size="6" baseType="variant">
      <vt:variant>
        <vt:lpstr>الخطوط المستخدمة</vt:lpstr>
      </vt:variant>
      <vt:variant>
        <vt:i4>12</vt:i4>
      </vt:variant>
      <vt:variant>
        <vt:lpstr>نسق</vt:lpstr>
      </vt:variant>
      <vt:variant>
        <vt:i4>3</vt:i4>
      </vt:variant>
      <vt:variant>
        <vt:lpstr>عناوين الشرائح</vt:lpstr>
      </vt:variant>
      <vt:variant>
        <vt:i4>42</vt:i4>
      </vt:variant>
    </vt:vector>
  </HeadingPairs>
  <TitlesOfParts>
    <vt:vector size="57" baseType="lpstr">
      <vt:lpstr>Verdana</vt:lpstr>
      <vt:lpstr>Arial</vt:lpstr>
      <vt:lpstr>Segoe UI Light</vt:lpstr>
      <vt:lpstr>Segoe UI</vt:lpstr>
      <vt:lpstr>Segoe UI Semibold</vt:lpstr>
      <vt:lpstr>Segoe UI Variable Small Semibol</vt:lpstr>
      <vt:lpstr>Times New Roman</vt:lpstr>
      <vt:lpstr>Wingdings</vt:lpstr>
      <vt:lpstr>Arial Unicode MS</vt:lpstr>
      <vt:lpstr>굴림</vt:lpstr>
      <vt:lpstr>Google Sans Display</vt:lpstr>
      <vt:lpstr>Calibri</vt:lpstr>
      <vt:lpstr>Balloons</vt:lpstr>
      <vt:lpstr>1_Get Started with 3D</vt:lpstr>
      <vt:lpstr>2_Get Started with 3D</vt:lpstr>
      <vt:lpstr>Growth and development Overview</vt:lpstr>
      <vt:lpstr> Adolescent Period Objectives:  </vt:lpstr>
      <vt:lpstr>Cont. Adolescent Period Objectives</vt:lpstr>
      <vt:lpstr>Adolescent Period</vt:lpstr>
      <vt:lpstr>عرض تقديمي في PowerPoint</vt:lpstr>
      <vt:lpstr>Puberty سن البلوغ   </vt:lpstr>
      <vt:lpstr>     Phases of adolescent:  </vt:lpstr>
      <vt:lpstr>Physical Development:</vt:lpstr>
      <vt:lpstr>Physical Growth</vt:lpstr>
      <vt:lpstr>عرض تقديمي في PowerPoint</vt:lpstr>
      <vt:lpstr>عرض تقديمي في PowerPoint</vt:lpstr>
      <vt:lpstr>Glandular Changes</vt:lpstr>
      <vt:lpstr>عرض تقديمي في PowerPoint</vt:lpstr>
      <vt:lpstr>Acne</vt:lpstr>
      <vt:lpstr>Sexual Characteristics</vt:lpstr>
      <vt:lpstr>Male puberty</vt:lpstr>
      <vt:lpstr>Females puberty</vt:lpstr>
      <vt:lpstr>Cognitive Development</vt:lpstr>
      <vt:lpstr>عرض تقديمي في PowerPoint</vt:lpstr>
      <vt:lpstr>عرض تقديمي في PowerPoint</vt:lpstr>
      <vt:lpstr>Psychosocial Development: </vt:lpstr>
      <vt:lpstr>عرض تقديمي في PowerPoint</vt:lpstr>
      <vt:lpstr>عرض تقديمي في PowerPoint</vt:lpstr>
      <vt:lpstr>عرض تقديمي في PowerPoint</vt:lpstr>
      <vt:lpstr>Health Promotion and Wellness:</vt:lpstr>
      <vt:lpstr>Nutrition:</vt:lpstr>
      <vt:lpstr>عرض تقديمي في PowerPoint</vt:lpstr>
      <vt:lpstr>عرض تقديمي في PowerPoint</vt:lpstr>
      <vt:lpstr>عرض تقديمي في PowerPoint</vt:lpstr>
      <vt:lpstr>عرض تقديمي في PowerPoint</vt:lpstr>
      <vt:lpstr>Common health hazards</vt:lpstr>
      <vt:lpstr>Nutrition and Eating Disorders:</vt:lpstr>
      <vt:lpstr>عرض تقديمي في PowerPoint</vt:lpstr>
      <vt:lpstr>Use and Abuse of Drugs:</vt:lpstr>
      <vt:lpstr>Adolescent Pregnancy:</vt:lpstr>
      <vt:lpstr>Risks to adolescent mothers:</vt:lpstr>
      <vt:lpstr>Sexually Transmitted Diseases:</vt:lpstr>
      <vt:lpstr>Health Problems Affecting Body Image of the Adolescent</vt:lpstr>
      <vt:lpstr>Information Needed by Adolescents Regarding Their Changing Bodies</vt:lpstr>
      <vt:lpstr>Important Psychosocial and cognitive  developmental achievements of the Adolescent include:</vt:lpstr>
      <vt:lpstr>Nursing Care of the Adolescent in a Health Care Facility </vt:lpstr>
      <vt:lpstr>عرض تقديمي في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green lanter</cp:lastModifiedBy>
  <cp:revision>57</cp:revision>
  <dcterms:created xsi:type="dcterms:W3CDTF">2007-08-21T14:26:33Z</dcterms:created>
  <dcterms:modified xsi:type="dcterms:W3CDTF">2026-10-21T19:49:23Z</dcterms:modified>
</cp:coreProperties>
</file>