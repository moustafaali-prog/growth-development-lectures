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36"/>
  </p:notesMasterIdLst>
  <p:sldIdLst>
    <p:sldId id="33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0" r:id="rId35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518160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B5CF330-5D70-4D1E-B2BE-797D1E5BFDF8}" type="datetimeFigureOut">
              <a:rPr lang="ar-IQ" smtClean="0"/>
              <a:t>23/05/1445</a:t>
            </a:fld>
            <a:endParaRPr lang="ar-IQ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518160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1C35BB9-7514-4D26-8407-9312C691FD28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28839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>
            <a:extLst>
              <a:ext uri="{FF2B5EF4-FFF2-40B4-BE49-F238E27FC236}">
                <a16:creationId xmlns:a16="http://schemas.microsoft.com/office/drawing/2014/main" id="{A973774F-7D33-165D-AC76-B1B5FDD46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173059" name="Notes Placeholder 2">
            <a:extLst>
              <a:ext uri="{FF2B5EF4-FFF2-40B4-BE49-F238E27FC236}">
                <a16:creationId xmlns:a16="http://schemas.microsoft.com/office/drawing/2014/main" id="{DE167C5B-1858-5ACF-15D6-4A98C6DD0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B41A-4DF5-2B8D-78D0-B97A7D2AF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2E486-EC48-426A-A2D9-99B37CBE1C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Image Placeholder 1">
            <a:extLst>
              <a:ext uri="{FF2B5EF4-FFF2-40B4-BE49-F238E27FC236}">
                <a16:creationId xmlns:a16="http://schemas.microsoft.com/office/drawing/2014/main" id="{91D2B997-3B4D-AF77-080D-31FAD0FC2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16067" name="Notes Placeholder 2">
            <a:extLst>
              <a:ext uri="{FF2B5EF4-FFF2-40B4-BE49-F238E27FC236}">
                <a16:creationId xmlns:a16="http://schemas.microsoft.com/office/drawing/2014/main" id="{53D4B4A4-488D-69D2-9A5B-C9B083FFB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2E49-F005-C36C-207D-F001BA84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0E922-9527-4EBC-AF00-C6EAA99F03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4588" y="714578"/>
            <a:ext cx="1076282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-40"/>
              <a:t>1</a:t>
            </a:r>
            <a:fld id="{81D60167-4931-47E6-BA6A-407CBD079E47}" type="slidenum">
              <a:rPr spc="-40" smtClean="0"/>
              <a:pPr marL="12700">
                <a:lnSpc>
                  <a:spcPts val="1650"/>
                </a:lnSpc>
              </a:pPr>
              <a:t>‹#›</a:t>
            </a:fld>
            <a:endParaRPr spc="-4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-40"/>
              <a:t>1</a:t>
            </a:r>
            <a:fld id="{81D60167-4931-47E6-BA6A-407CBD079E47}" type="slidenum">
              <a:rPr spc="-40" smtClean="0"/>
              <a:pPr marL="12700">
                <a:lnSpc>
                  <a:spcPts val="1650"/>
                </a:lnSpc>
              </a:pPr>
              <a:t>‹#›</a:t>
            </a:fld>
            <a:endParaRPr spc="-4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-40"/>
              <a:t>1</a:t>
            </a:r>
            <a:fld id="{81D60167-4931-47E6-BA6A-407CBD079E47}" type="slidenum">
              <a:rPr spc="-40" smtClean="0"/>
              <a:pPr marL="12700">
                <a:lnSpc>
                  <a:spcPts val="1650"/>
                </a:lnSpc>
              </a:pPr>
              <a:t>‹#›</a:t>
            </a:fld>
            <a:endParaRPr spc="-4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-40"/>
              <a:t>1</a:t>
            </a:r>
            <a:fld id="{81D60167-4931-47E6-BA6A-407CBD079E47}" type="slidenum">
              <a:rPr spc="-40" smtClean="0"/>
              <a:pPr marL="12700">
                <a:lnSpc>
                  <a:spcPts val="1650"/>
                </a:lnSpc>
              </a:pPr>
              <a:t>‹#›</a:t>
            </a:fld>
            <a:endParaRPr spc="-4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-40"/>
              <a:t>1</a:t>
            </a:r>
            <a:fld id="{81D60167-4931-47E6-BA6A-407CBD079E47}" type="slidenum">
              <a:rPr spc="-40" smtClean="0"/>
              <a:pPr marL="12700">
                <a:lnSpc>
                  <a:spcPts val="1650"/>
                </a:lnSpc>
              </a:pPr>
              <a:t>‹#›</a:t>
            </a:fld>
            <a:endParaRPr spc="-4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1" y="262786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1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0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7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98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8" y="1507068"/>
            <a:ext cx="7143905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912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3" y="26278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1" y="262786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8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6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6613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39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4" y="1508790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086" indent="0">
              <a:buNone/>
              <a:defRPr sz="2799"/>
            </a:lvl2pPr>
            <a:lvl3pPr marL="914171" indent="0">
              <a:buNone/>
              <a:defRPr sz="2399"/>
            </a:lvl3pPr>
            <a:lvl4pPr marL="1371257" indent="0">
              <a:buNone/>
              <a:defRPr sz="2000"/>
            </a:lvl4pPr>
            <a:lvl5pPr marL="1828343" indent="0">
              <a:buNone/>
              <a:defRPr sz="2000"/>
            </a:lvl5pPr>
            <a:lvl6pPr marL="2285429" indent="0">
              <a:buNone/>
              <a:defRPr sz="2000"/>
            </a:lvl6pPr>
            <a:lvl7pPr marL="2742515" indent="0">
              <a:buNone/>
              <a:defRPr sz="2000"/>
            </a:lvl7pPr>
            <a:lvl8pPr marL="3199600" indent="0">
              <a:buNone/>
              <a:defRPr sz="2000"/>
            </a:lvl8pPr>
            <a:lvl9pPr marL="3656686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2588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7BD0D-AF44-4EF4-B0BC-3F954D96C8A3}" type="datetime1">
              <a:rPr lang="en-US"/>
              <a:pPr>
                <a:defRPr/>
              </a:pPr>
              <a:t>12/5/2023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912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5199648"/>
            <a:ext cx="928793" cy="1252220"/>
          </a:xfrm>
          <a:custGeom>
            <a:avLst/>
            <a:gdLst/>
            <a:ahLst/>
            <a:cxnLst/>
            <a:rect l="l" t="t" r="r" b="b"/>
            <a:pathLst>
              <a:path w="696595" h="1252220">
                <a:moveTo>
                  <a:pt x="97313" y="0"/>
                </a:moveTo>
                <a:lnTo>
                  <a:pt x="87382" y="649"/>
                </a:lnTo>
                <a:lnTo>
                  <a:pt x="75741" y="3524"/>
                </a:lnTo>
                <a:lnTo>
                  <a:pt x="59335" y="9033"/>
                </a:lnTo>
                <a:lnTo>
                  <a:pt x="35106" y="17581"/>
                </a:lnTo>
                <a:lnTo>
                  <a:pt x="0" y="29576"/>
                </a:lnTo>
                <a:lnTo>
                  <a:pt x="0" y="1042401"/>
                </a:lnTo>
                <a:lnTo>
                  <a:pt x="16867" y="1056416"/>
                </a:lnTo>
                <a:lnTo>
                  <a:pt x="28971" y="1068794"/>
                </a:lnTo>
                <a:lnTo>
                  <a:pt x="39290" y="1088613"/>
                </a:lnTo>
                <a:lnTo>
                  <a:pt x="50800" y="1124951"/>
                </a:lnTo>
                <a:lnTo>
                  <a:pt x="43978" y="1138396"/>
                </a:lnTo>
                <a:lnTo>
                  <a:pt x="28376" y="1149161"/>
                </a:lnTo>
                <a:lnTo>
                  <a:pt x="11285" y="1159331"/>
                </a:lnTo>
                <a:lnTo>
                  <a:pt x="0" y="1170989"/>
                </a:lnTo>
                <a:lnTo>
                  <a:pt x="15" y="1221814"/>
                </a:lnTo>
                <a:lnTo>
                  <a:pt x="52387" y="1241434"/>
                </a:lnTo>
                <a:lnTo>
                  <a:pt x="101600" y="1251951"/>
                </a:lnTo>
                <a:lnTo>
                  <a:pt x="101792" y="1221724"/>
                </a:lnTo>
                <a:lnTo>
                  <a:pt x="99615" y="1190634"/>
                </a:lnTo>
                <a:lnTo>
                  <a:pt x="101600" y="1161538"/>
                </a:lnTo>
                <a:lnTo>
                  <a:pt x="114300" y="1137651"/>
                </a:lnTo>
                <a:lnTo>
                  <a:pt x="146595" y="1120511"/>
                </a:lnTo>
                <a:lnTo>
                  <a:pt x="185737" y="1117212"/>
                </a:lnTo>
                <a:lnTo>
                  <a:pt x="231328" y="1117212"/>
                </a:lnTo>
                <a:lnTo>
                  <a:pt x="266700" y="1112251"/>
                </a:lnTo>
                <a:lnTo>
                  <a:pt x="309631" y="1107299"/>
                </a:lnTo>
                <a:lnTo>
                  <a:pt x="355118" y="1100820"/>
                </a:lnTo>
                <a:lnTo>
                  <a:pt x="400660" y="1091091"/>
                </a:lnTo>
                <a:lnTo>
                  <a:pt x="443759" y="1076391"/>
                </a:lnTo>
                <a:lnTo>
                  <a:pt x="481915" y="1055000"/>
                </a:lnTo>
                <a:lnTo>
                  <a:pt x="512628" y="1025193"/>
                </a:lnTo>
                <a:lnTo>
                  <a:pt x="533400" y="985251"/>
                </a:lnTo>
                <a:lnTo>
                  <a:pt x="562694" y="949632"/>
                </a:lnTo>
                <a:lnTo>
                  <a:pt x="586779" y="908655"/>
                </a:lnTo>
                <a:lnTo>
                  <a:pt x="606400" y="864701"/>
                </a:lnTo>
                <a:lnTo>
                  <a:pt x="622300" y="820151"/>
                </a:lnTo>
                <a:lnTo>
                  <a:pt x="652838" y="783917"/>
                </a:lnTo>
                <a:lnTo>
                  <a:pt x="674014" y="746491"/>
                </a:lnTo>
                <a:lnTo>
                  <a:pt x="687322" y="707637"/>
                </a:lnTo>
                <a:lnTo>
                  <a:pt x="694258" y="667116"/>
                </a:lnTo>
                <a:lnTo>
                  <a:pt x="696317" y="624690"/>
                </a:lnTo>
                <a:lnTo>
                  <a:pt x="694994" y="580121"/>
                </a:lnTo>
                <a:lnTo>
                  <a:pt x="691786" y="533171"/>
                </a:lnTo>
                <a:lnTo>
                  <a:pt x="688187" y="483601"/>
                </a:lnTo>
                <a:lnTo>
                  <a:pt x="685693" y="431174"/>
                </a:lnTo>
                <a:lnTo>
                  <a:pt x="685800" y="375651"/>
                </a:lnTo>
                <a:lnTo>
                  <a:pt x="678180" y="335702"/>
                </a:lnTo>
                <a:lnTo>
                  <a:pt x="662178" y="279009"/>
                </a:lnTo>
                <a:lnTo>
                  <a:pt x="647700" y="235951"/>
                </a:lnTo>
                <a:lnTo>
                  <a:pt x="615280" y="214522"/>
                </a:lnTo>
                <a:lnTo>
                  <a:pt x="601464" y="202439"/>
                </a:lnTo>
                <a:lnTo>
                  <a:pt x="588540" y="181712"/>
                </a:lnTo>
                <a:lnTo>
                  <a:pt x="558800" y="134351"/>
                </a:lnTo>
                <a:lnTo>
                  <a:pt x="505221" y="98883"/>
                </a:lnTo>
                <a:lnTo>
                  <a:pt x="482600" y="83551"/>
                </a:lnTo>
                <a:lnTo>
                  <a:pt x="440556" y="63396"/>
                </a:lnTo>
                <a:lnTo>
                  <a:pt x="389135" y="47087"/>
                </a:lnTo>
                <a:lnTo>
                  <a:pt x="336822" y="33134"/>
                </a:lnTo>
                <a:lnTo>
                  <a:pt x="292100" y="20051"/>
                </a:lnTo>
                <a:lnTo>
                  <a:pt x="228261" y="15894"/>
                </a:lnTo>
                <a:lnTo>
                  <a:pt x="181046" y="11519"/>
                </a:lnTo>
                <a:lnTo>
                  <a:pt x="147400" y="7336"/>
                </a:lnTo>
                <a:lnTo>
                  <a:pt x="108589" y="1169"/>
                </a:lnTo>
                <a:lnTo>
                  <a:pt x="97313" y="0"/>
                </a:lnTo>
                <a:close/>
              </a:path>
              <a:path w="696595" h="1252220">
                <a:moveTo>
                  <a:pt x="231328" y="1117212"/>
                </a:moveTo>
                <a:lnTo>
                  <a:pt x="185737" y="1117212"/>
                </a:lnTo>
                <a:lnTo>
                  <a:pt x="227260" y="1117783"/>
                </a:lnTo>
                <a:lnTo>
                  <a:pt x="231328" y="1117212"/>
                </a:lnTo>
                <a:close/>
              </a:path>
            </a:pathLst>
          </a:custGeom>
          <a:solidFill>
            <a:srgbClr val="F1DFFC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2748" y="6303772"/>
            <a:ext cx="222673" cy="345440"/>
          </a:xfrm>
          <a:custGeom>
            <a:avLst/>
            <a:gdLst/>
            <a:ahLst/>
            <a:cxnLst/>
            <a:rect l="l" t="t" r="r" b="b"/>
            <a:pathLst>
              <a:path w="167004" h="345440">
                <a:moveTo>
                  <a:pt x="166827" y="0"/>
                </a:moveTo>
                <a:lnTo>
                  <a:pt x="0" y="286067"/>
                </a:lnTo>
                <a:lnTo>
                  <a:pt x="95618" y="345224"/>
                </a:lnTo>
                <a:lnTo>
                  <a:pt x="166827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58460" y="5382642"/>
            <a:ext cx="208280" cy="307975"/>
          </a:xfrm>
          <a:custGeom>
            <a:avLst/>
            <a:gdLst/>
            <a:ahLst/>
            <a:cxnLst/>
            <a:rect l="l" t="t" r="r" b="b"/>
            <a:pathLst>
              <a:path w="156209" h="307975">
                <a:moveTo>
                  <a:pt x="0" y="0"/>
                </a:moveTo>
                <a:lnTo>
                  <a:pt x="48539" y="52197"/>
                </a:lnTo>
                <a:lnTo>
                  <a:pt x="72174" y="92964"/>
                </a:lnTo>
                <a:lnTo>
                  <a:pt x="79400" y="128016"/>
                </a:lnTo>
                <a:lnTo>
                  <a:pt x="77698" y="159131"/>
                </a:lnTo>
                <a:lnTo>
                  <a:pt x="65595" y="184150"/>
                </a:lnTo>
                <a:lnTo>
                  <a:pt x="53911" y="207543"/>
                </a:lnTo>
                <a:lnTo>
                  <a:pt x="47828" y="232295"/>
                </a:lnTo>
                <a:lnTo>
                  <a:pt x="64389" y="269608"/>
                </a:lnTo>
                <a:lnTo>
                  <a:pt x="99949" y="294106"/>
                </a:lnTo>
                <a:lnTo>
                  <a:pt x="110337" y="300164"/>
                </a:lnTo>
                <a:lnTo>
                  <a:pt x="140208" y="307505"/>
                </a:lnTo>
                <a:lnTo>
                  <a:pt x="155943" y="227368"/>
                </a:lnTo>
                <a:lnTo>
                  <a:pt x="150418" y="161290"/>
                </a:lnTo>
                <a:lnTo>
                  <a:pt x="127774" y="108458"/>
                </a:lnTo>
                <a:lnTo>
                  <a:pt x="98539" y="66294"/>
                </a:lnTo>
                <a:lnTo>
                  <a:pt x="64211" y="36830"/>
                </a:lnTo>
                <a:lnTo>
                  <a:pt x="31572" y="16510"/>
                </a:lnTo>
                <a:lnTo>
                  <a:pt x="8928" y="3937"/>
                </a:lnTo>
                <a:lnTo>
                  <a:pt x="0" y="0"/>
                </a:lnTo>
                <a:close/>
              </a:path>
            </a:pathLst>
          </a:custGeom>
          <a:solidFill>
            <a:srgbClr val="F1DFF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5919" y="5690781"/>
            <a:ext cx="126965" cy="8342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3283" y="6524626"/>
            <a:ext cx="249767" cy="332105"/>
          </a:xfrm>
          <a:custGeom>
            <a:avLst/>
            <a:gdLst/>
            <a:ahLst/>
            <a:cxnLst/>
            <a:rect l="l" t="t" r="r" b="b"/>
            <a:pathLst>
              <a:path w="187325" h="332104">
                <a:moveTo>
                  <a:pt x="0" y="0"/>
                </a:moveTo>
                <a:lnTo>
                  <a:pt x="9525" y="12700"/>
                </a:lnTo>
                <a:lnTo>
                  <a:pt x="23812" y="30162"/>
                </a:lnTo>
                <a:lnTo>
                  <a:pt x="41275" y="52387"/>
                </a:lnTo>
                <a:lnTo>
                  <a:pt x="60325" y="80962"/>
                </a:lnTo>
                <a:lnTo>
                  <a:pt x="85725" y="114300"/>
                </a:lnTo>
                <a:lnTo>
                  <a:pt x="106362" y="149225"/>
                </a:lnTo>
                <a:lnTo>
                  <a:pt x="125412" y="188912"/>
                </a:lnTo>
                <a:lnTo>
                  <a:pt x="138112" y="231773"/>
                </a:lnTo>
                <a:lnTo>
                  <a:pt x="149225" y="277812"/>
                </a:lnTo>
                <a:lnTo>
                  <a:pt x="144462" y="331787"/>
                </a:lnTo>
                <a:lnTo>
                  <a:pt x="187325" y="331787"/>
                </a:lnTo>
                <a:lnTo>
                  <a:pt x="185737" y="280987"/>
                </a:lnTo>
                <a:lnTo>
                  <a:pt x="165100" y="188912"/>
                </a:lnTo>
                <a:lnTo>
                  <a:pt x="130175" y="109537"/>
                </a:lnTo>
                <a:lnTo>
                  <a:pt x="74612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F1DFF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" y="6269037"/>
            <a:ext cx="275167" cy="23336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" y="5141976"/>
            <a:ext cx="1052407" cy="1174750"/>
          </a:xfrm>
          <a:custGeom>
            <a:avLst/>
            <a:gdLst/>
            <a:ahLst/>
            <a:cxnLst/>
            <a:rect l="l" t="t" r="r" b="b"/>
            <a:pathLst>
              <a:path w="789305" h="1174750">
                <a:moveTo>
                  <a:pt x="160337" y="0"/>
                </a:moveTo>
                <a:lnTo>
                  <a:pt x="65087" y="6350"/>
                </a:lnTo>
                <a:lnTo>
                  <a:pt x="0" y="20574"/>
                </a:lnTo>
                <a:lnTo>
                  <a:pt x="0" y="111125"/>
                </a:lnTo>
                <a:lnTo>
                  <a:pt x="50800" y="96774"/>
                </a:lnTo>
                <a:lnTo>
                  <a:pt x="107950" y="87249"/>
                </a:lnTo>
                <a:lnTo>
                  <a:pt x="171450" y="88900"/>
                </a:lnTo>
                <a:lnTo>
                  <a:pt x="244475" y="103124"/>
                </a:lnTo>
                <a:lnTo>
                  <a:pt x="322262" y="130175"/>
                </a:lnTo>
                <a:lnTo>
                  <a:pt x="412750" y="169799"/>
                </a:lnTo>
                <a:lnTo>
                  <a:pt x="508000" y="225425"/>
                </a:lnTo>
                <a:lnTo>
                  <a:pt x="566737" y="273050"/>
                </a:lnTo>
                <a:lnTo>
                  <a:pt x="609600" y="330200"/>
                </a:lnTo>
                <a:lnTo>
                  <a:pt x="638175" y="398399"/>
                </a:lnTo>
                <a:lnTo>
                  <a:pt x="654050" y="469836"/>
                </a:lnTo>
                <a:lnTo>
                  <a:pt x="657225" y="549211"/>
                </a:lnTo>
                <a:lnTo>
                  <a:pt x="647700" y="630174"/>
                </a:lnTo>
                <a:lnTo>
                  <a:pt x="628650" y="712724"/>
                </a:lnTo>
                <a:lnTo>
                  <a:pt x="604837" y="793686"/>
                </a:lnTo>
                <a:lnTo>
                  <a:pt x="568325" y="871474"/>
                </a:lnTo>
                <a:lnTo>
                  <a:pt x="528637" y="942911"/>
                </a:lnTo>
                <a:lnTo>
                  <a:pt x="482600" y="1007999"/>
                </a:lnTo>
                <a:lnTo>
                  <a:pt x="431800" y="1063561"/>
                </a:lnTo>
                <a:lnTo>
                  <a:pt x="377825" y="1111186"/>
                </a:lnTo>
                <a:lnTo>
                  <a:pt x="323850" y="1139761"/>
                </a:lnTo>
                <a:lnTo>
                  <a:pt x="265112" y="1155636"/>
                </a:lnTo>
                <a:lnTo>
                  <a:pt x="207962" y="1154049"/>
                </a:lnTo>
                <a:lnTo>
                  <a:pt x="314325" y="1174686"/>
                </a:lnTo>
                <a:lnTo>
                  <a:pt x="411162" y="1168336"/>
                </a:lnTo>
                <a:lnTo>
                  <a:pt x="500062" y="1134999"/>
                </a:lnTo>
                <a:lnTo>
                  <a:pt x="577850" y="1084199"/>
                </a:lnTo>
                <a:lnTo>
                  <a:pt x="644525" y="1014349"/>
                </a:lnTo>
                <a:lnTo>
                  <a:pt x="703262" y="930211"/>
                </a:lnTo>
                <a:lnTo>
                  <a:pt x="746125" y="836549"/>
                </a:lnTo>
                <a:lnTo>
                  <a:pt x="773112" y="733361"/>
                </a:lnTo>
                <a:lnTo>
                  <a:pt x="788987" y="628586"/>
                </a:lnTo>
                <a:lnTo>
                  <a:pt x="787400" y="519049"/>
                </a:lnTo>
                <a:lnTo>
                  <a:pt x="769937" y="415925"/>
                </a:lnTo>
                <a:lnTo>
                  <a:pt x="735012" y="315849"/>
                </a:lnTo>
                <a:lnTo>
                  <a:pt x="679450" y="223774"/>
                </a:lnTo>
                <a:lnTo>
                  <a:pt x="606425" y="142875"/>
                </a:lnTo>
                <a:lnTo>
                  <a:pt x="512762" y="79375"/>
                </a:lnTo>
                <a:lnTo>
                  <a:pt x="393700" y="33274"/>
                </a:lnTo>
                <a:lnTo>
                  <a:pt x="269875" y="6350"/>
                </a:lnTo>
                <a:lnTo>
                  <a:pt x="160337" y="0"/>
                </a:lnTo>
                <a:close/>
              </a:path>
            </a:pathLst>
          </a:custGeom>
          <a:solidFill>
            <a:srgbClr val="F1DF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5190" y="3922394"/>
            <a:ext cx="296333" cy="284480"/>
          </a:xfrm>
          <a:custGeom>
            <a:avLst/>
            <a:gdLst/>
            <a:ahLst/>
            <a:cxnLst/>
            <a:rect l="l" t="t" r="r" b="b"/>
            <a:pathLst>
              <a:path w="222250" h="284479">
                <a:moveTo>
                  <a:pt x="221880" y="0"/>
                </a:moveTo>
                <a:lnTo>
                  <a:pt x="0" y="162559"/>
                </a:lnTo>
                <a:lnTo>
                  <a:pt x="113447" y="284352"/>
                </a:lnTo>
                <a:lnTo>
                  <a:pt x="22188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02455" y="2755899"/>
            <a:ext cx="1490980" cy="1219200"/>
          </a:xfrm>
          <a:custGeom>
            <a:avLst/>
            <a:gdLst/>
            <a:ahLst/>
            <a:cxnLst/>
            <a:rect l="l" t="t" r="r" b="b"/>
            <a:pathLst>
              <a:path w="1118235" h="1219200">
                <a:moveTo>
                  <a:pt x="546658" y="0"/>
                </a:moveTo>
                <a:lnTo>
                  <a:pt x="501554" y="5850"/>
                </a:lnTo>
                <a:lnTo>
                  <a:pt x="456230" y="13612"/>
                </a:lnTo>
                <a:lnTo>
                  <a:pt x="412316" y="25177"/>
                </a:lnTo>
                <a:lnTo>
                  <a:pt x="371445" y="42436"/>
                </a:lnTo>
                <a:lnTo>
                  <a:pt x="335249" y="67280"/>
                </a:lnTo>
                <a:lnTo>
                  <a:pt x="305358" y="101600"/>
                </a:lnTo>
                <a:lnTo>
                  <a:pt x="296577" y="106412"/>
                </a:lnTo>
                <a:lnTo>
                  <a:pt x="250441" y="135086"/>
                </a:lnTo>
                <a:lnTo>
                  <a:pt x="190463" y="189880"/>
                </a:lnTo>
                <a:lnTo>
                  <a:pt x="152958" y="228600"/>
                </a:lnTo>
                <a:lnTo>
                  <a:pt x="121666" y="263595"/>
                </a:lnTo>
                <a:lnTo>
                  <a:pt x="87782" y="302851"/>
                </a:lnTo>
                <a:lnTo>
                  <a:pt x="55575" y="344929"/>
                </a:lnTo>
                <a:lnTo>
                  <a:pt x="29311" y="388392"/>
                </a:lnTo>
                <a:lnTo>
                  <a:pt x="13258" y="431800"/>
                </a:lnTo>
                <a:lnTo>
                  <a:pt x="3505" y="486785"/>
                </a:lnTo>
                <a:lnTo>
                  <a:pt x="0" y="529366"/>
                </a:lnTo>
                <a:lnTo>
                  <a:pt x="1371" y="567314"/>
                </a:lnTo>
                <a:lnTo>
                  <a:pt x="6248" y="608401"/>
                </a:lnTo>
                <a:lnTo>
                  <a:pt x="13258" y="660400"/>
                </a:lnTo>
                <a:lnTo>
                  <a:pt x="15019" y="646176"/>
                </a:lnTo>
                <a:lnTo>
                  <a:pt x="15441" y="631380"/>
                </a:lnTo>
                <a:lnTo>
                  <a:pt x="17946" y="618394"/>
                </a:lnTo>
                <a:lnTo>
                  <a:pt x="25958" y="609600"/>
                </a:lnTo>
                <a:lnTo>
                  <a:pt x="32408" y="611088"/>
                </a:lnTo>
                <a:lnTo>
                  <a:pt x="34690" y="621506"/>
                </a:lnTo>
                <a:lnTo>
                  <a:pt x="35781" y="635496"/>
                </a:lnTo>
                <a:lnTo>
                  <a:pt x="38658" y="647700"/>
                </a:lnTo>
                <a:lnTo>
                  <a:pt x="55040" y="677189"/>
                </a:lnTo>
                <a:lnTo>
                  <a:pt x="62294" y="685875"/>
                </a:lnTo>
                <a:lnTo>
                  <a:pt x="64257" y="684958"/>
                </a:lnTo>
                <a:lnTo>
                  <a:pt x="64764" y="685640"/>
                </a:lnTo>
                <a:lnTo>
                  <a:pt x="67652" y="699120"/>
                </a:lnTo>
                <a:lnTo>
                  <a:pt x="76758" y="736600"/>
                </a:lnTo>
                <a:lnTo>
                  <a:pt x="96514" y="814446"/>
                </a:lnTo>
                <a:lnTo>
                  <a:pt x="100571" y="831453"/>
                </a:lnTo>
                <a:lnTo>
                  <a:pt x="103569" y="847137"/>
                </a:lnTo>
                <a:lnTo>
                  <a:pt x="114858" y="914400"/>
                </a:lnTo>
                <a:lnTo>
                  <a:pt x="133115" y="943546"/>
                </a:lnTo>
                <a:lnTo>
                  <a:pt x="165658" y="990600"/>
                </a:lnTo>
                <a:lnTo>
                  <a:pt x="193340" y="1020032"/>
                </a:lnTo>
                <a:lnTo>
                  <a:pt x="244264" y="1054248"/>
                </a:lnTo>
                <a:lnTo>
                  <a:pt x="288491" y="1071165"/>
                </a:lnTo>
                <a:lnTo>
                  <a:pt x="334801" y="1082724"/>
                </a:lnTo>
                <a:lnTo>
                  <a:pt x="381558" y="1092200"/>
                </a:lnTo>
                <a:lnTo>
                  <a:pt x="456700" y="1093216"/>
                </a:lnTo>
                <a:lnTo>
                  <a:pt x="521457" y="1095724"/>
                </a:lnTo>
                <a:lnTo>
                  <a:pt x="588992" y="1101682"/>
                </a:lnTo>
                <a:lnTo>
                  <a:pt x="647795" y="1112678"/>
                </a:lnTo>
                <a:lnTo>
                  <a:pt x="686358" y="1130300"/>
                </a:lnTo>
                <a:lnTo>
                  <a:pt x="704416" y="1171749"/>
                </a:lnTo>
                <a:lnTo>
                  <a:pt x="707120" y="1196147"/>
                </a:lnTo>
                <a:lnTo>
                  <a:pt x="711758" y="1219200"/>
                </a:lnTo>
                <a:lnTo>
                  <a:pt x="766006" y="1202430"/>
                </a:lnTo>
                <a:lnTo>
                  <a:pt x="816087" y="1173458"/>
                </a:lnTo>
                <a:lnTo>
                  <a:pt x="826058" y="1168400"/>
                </a:lnTo>
                <a:lnTo>
                  <a:pt x="846001" y="1163734"/>
                </a:lnTo>
                <a:lnTo>
                  <a:pt x="866540" y="1159843"/>
                </a:lnTo>
                <a:lnTo>
                  <a:pt x="885887" y="1153880"/>
                </a:lnTo>
                <a:lnTo>
                  <a:pt x="902258" y="1143000"/>
                </a:lnTo>
                <a:lnTo>
                  <a:pt x="904962" y="1134814"/>
                </a:lnTo>
                <a:lnTo>
                  <a:pt x="901266" y="1125140"/>
                </a:lnTo>
                <a:lnTo>
                  <a:pt x="894891" y="1114871"/>
                </a:lnTo>
                <a:lnTo>
                  <a:pt x="889558" y="1104900"/>
                </a:lnTo>
                <a:lnTo>
                  <a:pt x="835980" y="1086790"/>
                </a:lnTo>
                <a:lnTo>
                  <a:pt x="813358" y="1079500"/>
                </a:lnTo>
                <a:lnTo>
                  <a:pt x="790736" y="1075942"/>
                </a:lnTo>
                <a:lnTo>
                  <a:pt x="765733" y="1073896"/>
                </a:lnTo>
                <a:lnTo>
                  <a:pt x="745493" y="1068302"/>
                </a:lnTo>
                <a:lnTo>
                  <a:pt x="737158" y="1054100"/>
                </a:lnTo>
                <a:lnTo>
                  <a:pt x="745716" y="1042739"/>
                </a:lnTo>
                <a:lnTo>
                  <a:pt x="766329" y="1041796"/>
                </a:lnTo>
                <a:lnTo>
                  <a:pt x="791406" y="1043830"/>
                </a:lnTo>
                <a:lnTo>
                  <a:pt x="813358" y="1041400"/>
                </a:lnTo>
                <a:lnTo>
                  <a:pt x="826877" y="1033857"/>
                </a:lnTo>
                <a:lnTo>
                  <a:pt x="839354" y="1024112"/>
                </a:lnTo>
                <a:lnTo>
                  <a:pt x="851533" y="1013485"/>
                </a:lnTo>
                <a:lnTo>
                  <a:pt x="864158" y="1003300"/>
                </a:lnTo>
                <a:lnTo>
                  <a:pt x="905446" y="983503"/>
                </a:lnTo>
                <a:lnTo>
                  <a:pt x="939664" y="955176"/>
                </a:lnTo>
                <a:lnTo>
                  <a:pt x="968078" y="920198"/>
                </a:lnTo>
                <a:lnTo>
                  <a:pt x="991952" y="880443"/>
                </a:lnTo>
                <a:lnTo>
                  <a:pt x="1012552" y="837789"/>
                </a:lnTo>
                <a:lnTo>
                  <a:pt x="1031143" y="794113"/>
                </a:lnTo>
                <a:lnTo>
                  <a:pt x="1048990" y="751291"/>
                </a:lnTo>
                <a:lnTo>
                  <a:pt x="1067358" y="711200"/>
                </a:lnTo>
                <a:lnTo>
                  <a:pt x="1079562" y="691024"/>
                </a:lnTo>
                <a:lnTo>
                  <a:pt x="1091171" y="674862"/>
                </a:lnTo>
                <a:lnTo>
                  <a:pt x="1100398" y="657818"/>
                </a:lnTo>
                <a:lnTo>
                  <a:pt x="1108824" y="581909"/>
                </a:lnTo>
                <a:lnTo>
                  <a:pt x="1111220" y="529006"/>
                </a:lnTo>
                <a:lnTo>
                  <a:pt x="1112999" y="476202"/>
                </a:lnTo>
                <a:lnTo>
                  <a:pt x="1116115" y="370537"/>
                </a:lnTo>
                <a:lnTo>
                  <a:pt x="1118158" y="317500"/>
                </a:lnTo>
                <a:lnTo>
                  <a:pt x="1104689" y="268682"/>
                </a:lnTo>
                <a:lnTo>
                  <a:pt x="1090179" y="231949"/>
                </a:lnTo>
                <a:lnTo>
                  <a:pt x="1070608" y="196717"/>
                </a:lnTo>
                <a:lnTo>
                  <a:pt x="1041958" y="152400"/>
                </a:lnTo>
                <a:lnTo>
                  <a:pt x="1004976" y="123362"/>
                </a:lnTo>
                <a:lnTo>
                  <a:pt x="966317" y="88320"/>
                </a:lnTo>
                <a:lnTo>
                  <a:pt x="925829" y="53827"/>
                </a:lnTo>
                <a:lnTo>
                  <a:pt x="883361" y="26436"/>
                </a:lnTo>
                <a:lnTo>
                  <a:pt x="838758" y="12700"/>
                </a:lnTo>
                <a:lnTo>
                  <a:pt x="790222" y="8205"/>
                </a:lnTo>
                <a:lnTo>
                  <a:pt x="741509" y="5484"/>
                </a:lnTo>
                <a:lnTo>
                  <a:pt x="692708" y="3921"/>
                </a:lnTo>
                <a:lnTo>
                  <a:pt x="595195" y="1796"/>
                </a:lnTo>
                <a:lnTo>
                  <a:pt x="546658" y="0"/>
                </a:lnTo>
                <a:close/>
              </a:path>
            </a:pathLst>
          </a:custGeom>
          <a:solidFill>
            <a:srgbClr val="EBF7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33757" y="2709037"/>
            <a:ext cx="1694180" cy="1171575"/>
          </a:xfrm>
          <a:custGeom>
            <a:avLst/>
            <a:gdLst/>
            <a:ahLst/>
            <a:cxnLst/>
            <a:rect l="l" t="t" r="r" b="b"/>
            <a:pathLst>
              <a:path w="1270635" h="1171575">
                <a:moveTo>
                  <a:pt x="504418" y="796671"/>
                </a:moveTo>
                <a:lnTo>
                  <a:pt x="451904" y="742823"/>
                </a:lnTo>
                <a:lnTo>
                  <a:pt x="420382" y="708533"/>
                </a:lnTo>
                <a:lnTo>
                  <a:pt x="391591" y="662559"/>
                </a:lnTo>
                <a:lnTo>
                  <a:pt x="368249" y="603250"/>
                </a:lnTo>
                <a:lnTo>
                  <a:pt x="357543" y="529717"/>
                </a:lnTo>
                <a:lnTo>
                  <a:pt x="364401" y="440690"/>
                </a:lnTo>
                <a:lnTo>
                  <a:pt x="395998" y="335407"/>
                </a:lnTo>
                <a:lnTo>
                  <a:pt x="366852" y="350647"/>
                </a:lnTo>
                <a:lnTo>
                  <a:pt x="335026" y="387223"/>
                </a:lnTo>
                <a:lnTo>
                  <a:pt x="304888" y="436499"/>
                </a:lnTo>
                <a:lnTo>
                  <a:pt x="278663" y="498983"/>
                </a:lnTo>
                <a:lnTo>
                  <a:pt x="262953" y="576199"/>
                </a:lnTo>
                <a:lnTo>
                  <a:pt x="268744" y="660781"/>
                </a:lnTo>
                <a:lnTo>
                  <a:pt x="297700" y="755777"/>
                </a:lnTo>
                <a:lnTo>
                  <a:pt x="353136" y="856869"/>
                </a:lnTo>
                <a:lnTo>
                  <a:pt x="379564" y="853313"/>
                </a:lnTo>
                <a:lnTo>
                  <a:pt x="405447" y="851916"/>
                </a:lnTo>
                <a:lnTo>
                  <a:pt x="434619" y="846594"/>
                </a:lnTo>
                <a:lnTo>
                  <a:pt x="458851" y="842391"/>
                </a:lnTo>
                <a:lnTo>
                  <a:pt x="479209" y="834898"/>
                </a:lnTo>
                <a:lnTo>
                  <a:pt x="495693" y="824103"/>
                </a:lnTo>
                <a:lnTo>
                  <a:pt x="503910" y="808863"/>
                </a:lnTo>
                <a:lnTo>
                  <a:pt x="504418" y="796671"/>
                </a:lnTo>
                <a:close/>
              </a:path>
              <a:path w="1270635" h="1171575">
                <a:moveTo>
                  <a:pt x="720915" y="1117727"/>
                </a:moveTo>
                <a:lnTo>
                  <a:pt x="663028" y="1128903"/>
                </a:lnTo>
                <a:lnTo>
                  <a:pt x="601853" y="1134237"/>
                </a:lnTo>
                <a:lnTo>
                  <a:pt x="546150" y="1136015"/>
                </a:lnTo>
                <a:lnTo>
                  <a:pt x="492633" y="1128395"/>
                </a:lnTo>
                <a:lnTo>
                  <a:pt x="440194" y="1116203"/>
                </a:lnTo>
                <a:lnTo>
                  <a:pt x="393230" y="1100328"/>
                </a:lnTo>
                <a:lnTo>
                  <a:pt x="352818" y="1076071"/>
                </a:lnTo>
                <a:lnTo>
                  <a:pt x="311302" y="1056513"/>
                </a:lnTo>
                <a:lnTo>
                  <a:pt x="271983" y="1027557"/>
                </a:lnTo>
                <a:lnTo>
                  <a:pt x="243586" y="991362"/>
                </a:lnTo>
                <a:lnTo>
                  <a:pt x="218465" y="960882"/>
                </a:lnTo>
                <a:lnTo>
                  <a:pt x="191160" y="919988"/>
                </a:lnTo>
                <a:lnTo>
                  <a:pt x="173685" y="876427"/>
                </a:lnTo>
                <a:lnTo>
                  <a:pt x="160566" y="834021"/>
                </a:lnTo>
                <a:lnTo>
                  <a:pt x="151828" y="792480"/>
                </a:lnTo>
                <a:lnTo>
                  <a:pt x="145275" y="741680"/>
                </a:lnTo>
                <a:lnTo>
                  <a:pt x="156197" y="576707"/>
                </a:lnTo>
                <a:lnTo>
                  <a:pt x="187883" y="441325"/>
                </a:lnTo>
                <a:lnTo>
                  <a:pt x="235940" y="334264"/>
                </a:lnTo>
                <a:lnTo>
                  <a:pt x="291642" y="253619"/>
                </a:lnTo>
                <a:lnTo>
                  <a:pt x="351726" y="193802"/>
                </a:lnTo>
                <a:lnTo>
                  <a:pt x="401967" y="156337"/>
                </a:lnTo>
                <a:lnTo>
                  <a:pt x="434733" y="134366"/>
                </a:lnTo>
                <a:lnTo>
                  <a:pt x="450024" y="128143"/>
                </a:lnTo>
                <a:lnTo>
                  <a:pt x="403059" y="131953"/>
                </a:lnTo>
                <a:lnTo>
                  <a:pt x="369201" y="138811"/>
                </a:lnTo>
                <a:lnTo>
                  <a:pt x="339699" y="146685"/>
                </a:lnTo>
                <a:lnTo>
                  <a:pt x="311302" y="149860"/>
                </a:lnTo>
                <a:lnTo>
                  <a:pt x="291642" y="155194"/>
                </a:lnTo>
                <a:lnTo>
                  <a:pt x="267614" y="159385"/>
                </a:lnTo>
                <a:lnTo>
                  <a:pt x="246862" y="169291"/>
                </a:lnTo>
                <a:lnTo>
                  <a:pt x="221742" y="178181"/>
                </a:lnTo>
                <a:lnTo>
                  <a:pt x="120154" y="277622"/>
                </a:lnTo>
                <a:lnTo>
                  <a:pt x="44792" y="422656"/>
                </a:lnTo>
                <a:lnTo>
                  <a:pt x="31686" y="498348"/>
                </a:lnTo>
                <a:lnTo>
                  <a:pt x="14198" y="573151"/>
                </a:lnTo>
                <a:lnTo>
                  <a:pt x="4368" y="654558"/>
                </a:lnTo>
                <a:lnTo>
                  <a:pt x="0" y="732409"/>
                </a:lnTo>
                <a:lnTo>
                  <a:pt x="12014" y="819023"/>
                </a:lnTo>
                <a:lnTo>
                  <a:pt x="43700" y="900303"/>
                </a:lnTo>
                <a:lnTo>
                  <a:pt x="97218" y="986663"/>
                </a:lnTo>
                <a:lnTo>
                  <a:pt x="140906" y="1036320"/>
                </a:lnTo>
                <a:lnTo>
                  <a:pt x="194437" y="1083310"/>
                </a:lnTo>
                <a:lnTo>
                  <a:pt x="259969" y="1118362"/>
                </a:lnTo>
                <a:lnTo>
                  <a:pt x="297103" y="1136904"/>
                </a:lnTo>
                <a:lnTo>
                  <a:pt x="374662" y="1160018"/>
                </a:lnTo>
                <a:lnTo>
                  <a:pt x="464223" y="1171067"/>
                </a:lnTo>
                <a:lnTo>
                  <a:pt x="558165" y="1163447"/>
                </a:lnTo>
                <a:lnTo>
                  <a:pt x="665213" y="1139190"/>
                </a:lnTo>
                <a:lnTo>
                  <a:pt x="720915" y="1117727"/>
                </a:lnTo>
                <a:close/>
              </a:path>
              <a:path w="1270635" h="1171575">
                <a:moveTo>
                  <a:pt x="1270266" y="495427"/>
                </a:moveTo>
                <a:lnTo>
                  <a:pt x="1262519" y="370713"/>
                </a:lnTo>
                <a:lnTo>
                  <a:pt x="1207655" y="249682"/>
                </a:lnTo>
                <a:lnTo>
                  <a:pt x="1143038" y="170688"/>
                </a:lnTo>
                <a:lnTo>
                  <a:pt x="1088275" y="108712"/>
                </a:lnTo>
                <a:lnTo>
                  <a:pt x="1041196" y="73152"/>
                </a:lnTo>
                <a:lnTo>
                  <a:pt x="1003973" y="54610"/>
                </a:lnTo>
                <a:lnTo>
                  <a:pt x="973328" y="47371"/>
                </a:lnTo>
                <a:lnTo>
                  <a:pt x="908735" y="7747"/>
                </a:lnTo>
                <a:lnTo>
                  <a:pt x="707390" y="0"/>
                </a:lnTo>
                <a:lnTo>
                  <a:pt x="650494" y="6350"/>
                </a:lnTo>
                <a:lnTo>
                  <a:pt x="594690" y="8001"/>
                </a:lnTo>
                <a:lnTo>
                  <a:pt x="546557" y="16510"/>
                </a:lnTo>
                <a:lnTo>
                  <a:pt x="467791" y="37338"/>
                </a:lnTo>
                <a:lnTo>
                  <a:pt x="431698" y="53467"/>
                </a:lnTo>
                <a:lnTo>
                  <a:pt x="398894" y="75311"/>
                </a:lnTo>
                <a:lnTo>
                  <a:pt x="364998" y="101854"/>
                </a:lnTo>
                <a:lnTo>
                  <a:pt x="422986" y="90805"/>
                </a:lnTo>
                <a:lnTo>
                  <a:pt x="475500" y="83439"/>
                </a:lnTo>
                <a:lnTo>
                  <a:pt x="578345" y="77978"/>
                </a:lnTo>
                <a:lnTo>
                  <a:pt x="621017" y="73152"/>
                </a:lnTo>
                <a:lnTo>
                  <a:pt x="665886" y="78740"/>
                </a:lnTo>
                <a:lnTo>
                  <a:pt x="711835" y="79756"/>
                </a:lnTo>
                <a:lnTo>
                  <a:pt x="790638" y="98171"/>
                </a:lnTo>
                <a:lnTo>
                  <a:pt x="828954" y="112014"/>
                </a:lnTo>
                <a:lnTo>
                  <a:pt x="866165" y="130556"/>
                </a:lnTo>
                <a:lnTo>
                  <a:pt x="929678" y="174879"/>
                </a:lnTo>
                <a:lnTo>
                  <a:pt x="965809" y="198120"/>
                </a:lnTo>
                <a:lnTo>
                  <a:pt x="1024953" y="261112"/>
                </a:lnTo>
                <a:lnTo>
                  <a:pt x="1069886" y="345313"/>
                </a:lnTo>
                <a:lnTo>
                  <a:pt x="1092962" y="444119"/>
                </a:lnTo>
                <a:lnTo>
                  <a:pt x="1089787" y="556514"/>
                </a:lnTo>
                <a:lnTo>
                  <a:pt x="1073467" y="665734"/>
                </a:lnTo>
                <a:lnTo>
                  <a:pt x="1046226" y="782320"/>
                </a:lnTo>
                <a:lnTo>
                  <a:pt x="1008024" y="886460"/>
                </a:lnTo>
                <a:lnTo>
                  <a:pt x="973086" y="976503"/>
                </a:lnTo>
                <a:lnTo>
                  <a:pt x="933767" y="1045972"/>
                </a:lnTo>
                <a:lnTo>
                  <a:pt x="986243" y="999363"/>
                </a:lnTo>
                <a:lnTo>
                  <a:pt x="1052931" y="931291"/>
                </a:lnTo>
                <a:lnTo>
                  <a:pt x="1125054" y="839978"/>
                </a:lnTo>
                <a:lnTo>
                  <a:pt x="1194955" y="738378"/>
                </a:lnTo>
                <a:lnTo>
                  <a:pt x="1245247" y="622300"/>
                </a:lnTo>
                <a:lnTo>
                  <a:pt x="1270266" y="495427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67469" y="4035933"/>
            <a:ext cx="292100" cy="386080"/>
          </a:xfrm>
          <a:custGeom>
            <a:avLst/>
            <a:gdLst/>
            <a:ahLst/>
            <a:cxnLst/>
            <a:rect l="l" t="t" r="r" b="b"/>
            <a:pathLst>
              <a:path w="219075" h="386079">
                <a:moveTo>
                  <a:pt x="0" y="0"/>
                </a:moveTo>
                <a:lnTo>
                  <a:pt x="127749" y="385699"/>
                </a:lnTo>
                <a:lnTo>
                  <a:pt x="219036" y="309499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03663" y="3788791"/>
            <a:ext cx="1530773" cy="1190625"/>
          </a:xfrm>
          <a:custGeom>
            <a:avLst/>
            <a:gdLst/>
            <a:ahLst/>
            <a:cxnLst/>
            <a:rect l="l" t="t" r="r" b="b"/>
            <a:pathLst>
              <a:path w="1148080" h="1190625">
                <a:moveTo>
                  <a:pt x="47345" y="144653"/>
                </a:moveTo>
                <a:lnTo>
                  <a:pt x="41097" y="92202"/>
                </a:lnTo>
                <a:lnTo>
                  <a:pt x="15176" y="64135"/>
                </a:lnTo>
                <a:lnTo>
                  <a:pt x="1993" y="61087"/>
                </a:lnTo>
                <a:lnTo>
                  <a:pt x="4000" y="151638"/>
                </a:lnTo>
                <a:lnTo>
                  <a:pt x="4152" y="190627"/>
                </a:lnTo>
                <a:lnTo>
                  <a:pt x="0" y="248031"/>
                </a:lnTo>
                <a:lnTo>
                  <a:pt x="26758" y="212979"/>
                </a:lnTo>
                <a:lnTo>
                  <a:pt x="41986" y="177546"/>
                </a:lnTo>
                <a:lnTo>
                  <a:pt x="47345" y="144653"/>
                </a:lnTo>
                <a:close/>
              </a:path>
              <a:path w="1148080" h="1190625">
                <a:moveTo>
                  <a:pt x="339572" y="95504"/>
                </a:moveTo>
                <a:lnTo>
                  <a:pt x="187502" y="0"/>
                </a:lnTo>
                <a:lnTo>
                  <a:pt x="90335" y="27686"/>
                </a:lnTo>
                <a:lnTo>
                  <a:pt x="92544" y="28194"/>
                </a:lnTo>
                <a:lnTo>
                  <a:pt x="100825" y="32512"/>
                </a:lnTo>
                <a:lnTo>
                  <a:pt x="108585" y="39116"/>
                </a:lnTo>
                <a:lnTo>
                  <a:pt x="123482" y="45085"/>
                </a:lnTo>
                <a:lnTo>
                  <a:pt x="142798" y="51943"/>
                </a:lnTo>
                <a:lnTo>
                  <a:pt x="163779" y="61595"/>
                </a:lnTo>
                <a:lnTo>
                  <a:pt x="185305" y="69088"/>
                </a:lnTo>
                <a:lnTo>
                  <a:pt x="207962" y="81534"/>
                </a:lnTo>
                <a:lnTo>
                  <a:pt x="185978" y="86106"/>
                </a:lnTo>
                <a:lnTo>
                  <a:pt x="156946" y="100838"/>
                </a:lnTo>
                <a:lnTo>
                  <a:pt x="125768" y="124841"/>
                </a:lnTo>
                <a:lnTo>
                  <a:pt x="95199" y="156083"/>
                </a:lnTo>
                <a:lnTo>
                  <a:pt x="66840" y="187833"/>
                </a:lnTo>
                <a:lnTo>
                  <a:pt x="42354" y="222885"/>
                </a:lnTo>
                <a:lnTo>
                  <a:pt x="26847" y="279273"/>
                </a:lnTo>
                <a:lnTo>
                  <a:pt x="73152" y="220472"/>
                </a:lnTo>
                <a:lnTo>
                  <a:pt x="125082" y="177419"/>
                </a:lnTo>
                <a:lnTo>
                  <a:pt x="174358" y="145796"/>
                </a:lnTo>
                <a:lnTo>
                  <a:pt x="226441" y="121920"/>
                </a:lnTo>
                <a:lnTo>
                  <a:pt x="269773" y="105664"/>
                </a:lnTo>
                <a:lnTo>
                  <a:pt x="332422" y="96266"/>
                </a:lnTo>
                <a:lnTo>
                  <a:pt x="339572" y="95504"/>
                </a:lnTo>
                <a:close/>
              </a:path>
              <a:path w="1148080" h="1190625">
                <a:moveTo>
                  <a:pt x="1147864" y="1158875"/>
                </a:moveTo>
                <a:lnTo>
                  <a:pt x="1011212" y="1103249"/>
                </a:lnTo>
                <a:lnTo>
                  <a:pt x="872528" y="1033526"/>
                </a:lnTo>
                <a:lnTo>
                  <a:pt x="752513" y="960882"/>
                </a:lnTo>
                <a:lnTo>
                  <a:pt x="659422" y="879348"/>
                </a:lnTo>
                <a:lnTo>
                  <a:pt x="621576" y="840613"/>
                </a:lnTo>
                <a:lnTo>
                  <a:pt x="581444" y="806069"/>
                </a:lnTo>
                <a:lnTo>
                  <a:pt x="535978" y="763270"/>
                </a:lnTo>
                <a:lnTo>
                  <a:pt x="490258" y="707263"/>
                </a:lnTo>
                <a:lnTo>
                  <a:pt x="437540" y="637032"/>
                </a:lnTo>
                <a:lnTo>
                  <a:pt x="382143" y="544576"/>
                </a:lnTo>
                <a:lnTo>
                  <a:pt x="317588" y="423799"/>
                </a:lnTo>
                <a:lnTo>
                  <a:pt x="249313" y="264541"/>
                </a:lnTo>
                <a:lnTo>
                  <a:pt x="260007" y="335407"/>
                </a:lnTo>
                <a:lnTo>
                  <a:pt x="285877" y="414528"/>
                </a:lnTo>
                <a:lnTo>
                  <a:pt x="321221" y="498729"/>
                </a:lnTo>
                <a:lnTo>
                  <a:pt x="363067" y="589026"/>
                </a:lnTo>
                <a:lnTo>
                  <a:pt x="413854" y="676402"/>
                </a:lnTo>
                <a:lnTo>
                  <a:pt x="469557" y="763778"/>
                </a:lnTo>
                <a:lnTo>
                  <a:pt x="523913" y="839978"/>
                </a:lnTo>
                <a:lnTo>
                  <a:pt x="580682" y="907161"/>
                </a:lnTo>
                <a:lnTo>
                  <a:pt x="642404" y="974344"/>
                </a:lnTo>
                <a:lnTo>
                  <a:pt x="700824" y="1029462"/>
                </a:lnTo>
                <a:lnTo>
                  <a:pt x="755307" y="1069213"/>
                </a:lnTo>
                <a:lnTo>
                  <a:pt x="806996" y="1105027"/>
                </a:lnTo>
                <a:lnTo>
                  <a:pt x="856272" y="1131570"/>
                </a:lnTo>
                <a:lnTo>
                  <a:pt x="908850" y="1152144"/>
                </a:lnTo>
                <a:lnTo>
                  <a:pt x="963333" y="1173861"/>
                </a:lnTo>
                <a:lnTo>
                  <a:pt x="1023023" y="1190371"/>
                </a:lnTo>
                <a:lnTo>
                  <a:pt x="1147864" y="1158875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55008" y="4201287"/>
            <a:ext cx="166793" cy="403225"/>
          </a:xfrm>
          <a:custGeom>
            <a:avLst/>
            <a:gdLst/>
            <a:ahLst/>
            <a:cxnLst/>
            <a:rect l="l" t="t" r="r" b="b"/>
            <a:pathLst>
              <a:path w="125095" h="403225">
                <a:moveTo>
                  <a:pt x="90563" y="0"/>
                </a:moveTo>
                <a:lnTo>
                  <a:pt x="0" y="384556"/>
                </a:lnTo>
                <a:lnTo>
                  <a:pt x="124485" y="403098"/>
                </a:lnTo>
                <a:lnTo>
                  <a:pt x="90563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878667" y="5073777"/>
            <a:ext cx="576579" cy="294640"/>
          </a:xfrm>
          <a:custGeom>
            <a:avLst/>
            <a:gdLst/>
            <a:ahLst/>
            <a:cxnLst/>
            <a:rect l="l" t="t" r="r" b="b"/>
            <a:pathLst>
              <a:path w="432435" h="294639">
                <a:moveTo>
                  <a:pt x="57150" y="0"/>
                </a:moveTo>
                <a:lnTo>
                  <a:pt x="0" y="37973"/>
                </a:lnTo>
                <a:lnTo>
                  <a:pt x="143637" y="102362"/>
                </a:lnTo>
                <a:lnTo>
                  <a:pt x="251079" y="165608"/>
                </a:lnTo>
                <a:lnTo>
                  <a:pt x="329183" y="229108"/>
                </a:lnTo>
                <a:lnTo>
                  <a:pt x="381762" y="294513"/>
                </a:lnTo>
                <a:lnTo>
                  <a:pt x="432181" y="287274"/>
                </a:lnTo>
                <a:lnTo>
                  <a:pt x="409956" y="251460"/>
                </a:lnTo>
                <a:lnTo>
                  <a:pt x="385572" y="219710"/>
                </a:lnTo>
                <a:lnTo>
                  <a:pt x="359282" y="187071"/>
                </a:lnTo>
                <a:lnTo>
                  <a:pt x="328802" y="157353"/>
                </a:lnTo>
                <a:lnTo>
                  <a:pt x="272795" y="116459"/>
                </a:lnTo>
                <a:lnTo>
                  <a:pt x="204977" y="74549"/>
                </a:lnTo>
                <a:lnTo>
                  <a:pt x="133095" y="35814"/>
                </a:lnTo>
                <a:lnTo>
                  <a:pt x="57150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452537" y="5524500"/>
            <a:ext cx="78740" cy="195580"/>
          </a:xfrm>
          <a:custGeom>
            <a:avLst/>
            <a:gdLst/>
            <a:ahLst/>
            <a:cxnLst/>
            <a:rect l="l" t="t" r="r" b="b"/>
            <a:pathLst>
              <a:path w="59055" h="195579">
                <a:moveTo>
                  <a:pt x="58547" y="0"/>
                </a:moveTo>
                <a:lnTo>
                  <a:pt x="11049" y="8255"/>
                </a:lnTo>
                <a:lnTo>
                  <a:pt x="13081" y="35306"/>
                </a:lnTo>
                <a:lnTo>
                  <a:pt x="9525" y="90627"/>
                </a:lnTo>
                <a:lnTo>
                  <a:pt x="7112" y="112750"/>
                </a:lnTo>
                <a:lnTo>
                  <a:pt x="2667" y="138899"/>
                </a:lnTo>
                <a:lnTo>
                  <a:pt x="0" y="179108"/>
                </a:lnTo>
                <a:lnTo>
                  <a:pt x="889" y="195186"/>
                </a:lnTo>
                <a:lnTo>
                  <a:pt x="18796" y="171018"/>
                </a:lnTo>
                <a:lnTo>
                  <a:pt x="29210" y="142836"/>
                </a:lnTo>
                <a:lnTo>
                  <a:pt x="39243" y="119697"/>
                </a:lnTo>
                <a:lnTo>
                  <a:pt x="46482" y="97561"/>
                </a:lnTo>
                <a:lnTo>
                  <a:pt x="54737" y="73418"/>
                </a:lnTo>
                <a:lnTo>
                  <a:pt x="56388" y="48259"/>
                </a:lnTo>
                <a:lnTo>
                  <a:pt x="56896" y="25146"/>
                </a:lnTo>
                <a:lnTo>
                  <a:pt x="58547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7834" y="6173482"/>
            <a:ext cx="498687" cy="610870"/>
          </a:xfrm>
          <a:custGeom>
            <a:avLst/>
            <a:gdLst/>
            <a:ahLst/>
            <a:cxnLst/>
            <a:rect l="l" t="t" r="r" b="b"/>
            <a:pathLst>
              <a:path w="374015" h="610870">
                <a:moveTo>
                  <a:pt x="134175" y="584466"/>
                </a:moveTo>
                <a:lnTo>
                  <a:pt x="0" y="257136"/>
                </a:lnTo>
                <a:lnTo>
                  <a:pt x="19354" y="610247"/>
                </a:lnTo>
                <a:lnTo>
                  <a:pt x="134175" y="584466"/>
                </a:lnTo>
                <a:close/>
              </a:path>
              <a:path w="374015" h="610870">
                <a:moveTo>
                  <a:pt x="373938" y="124193"/>
                </a:moveTo>
                <a:lnTo>
                  <a:pt x="144373" y="0"/>
                </a:lnTo>
                <a:lnTo>
                  <a:pt x="282638" y="238798"/>
                </a:lnTo>
                <a:lnTo>
                  <a:pt x="373938" y="124193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043432" y="1810130"/>
            <a:ext cx="405553" cy="180340"/>
          </a:xfrm>
          <a:custGeom>
            <a:avLst/>
            <a:gdLst/>
            <a:ahLst/>
            <a:cxnLst/>
            <a:rect l="l" t="t" r="r" b="b"/>
            <a:pathLst>
              <a:path w="304165" h="180339">
                <a:moveTo>
                  <a:pt x="0" y="0"/>
                </a:moveTo>
                <a:lnTo>
                  <a:pt x="249339" y="180340"/>
                </a:lnTo>
                <a:lnTo>
                  <a:pt x="304088" y="32766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968840" y="2117726"/>
            <a:ext cx="374227" cy="338455"/>
          </a:xfrm>
          <a:custGeom>
            <a:avLst/>
            <a:gdLst/>
            <a:ahLst/>
            <a:cxnLst/>
            <a:rect l="l" t="t" r="r" b="b"/>
            <a:pathLst>
              <a:path w="280669" h="338455">
                <a:moveTo>
                  <a:pt x="0" y="0"/>
                </a:moveTo>
                <a:lnTo>
                  <a:pt x="163918" y="338327"/>
                </a:lnTo>
                <a:lnTo>
                  <a:pt x="280543" y="268604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473609" y="2081276"/>
            <a:ext cx="173567" cy="365760"/>
          </a:xfrm>
          <a:custGeom>
            <a:avLst/>
            <a:gdLst/>
            <a:ahLst/>
            <a:cxnLst/>
            <a:rect l="l" t="t" r="r" b="b"/>
            <a:pathLst>
              <a:path w="130175" h="365760">
                <a:moveTo>
                  <a:pt x="69100" y="0"/>
                </a:moveTo>
                <a:lnTo>
                  <a:pt x="0" y="344677"/>
                </a:lnTo>
                <a:lnTo>
                  <a:pt x="129667" y="365633"/>
                </a:lnTo>
                <a:lnTo>
                  <a:pt x="691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84150" y="149225"/>
            <a:ext cx="1472353" cy="1200150"/>
          </a:xfrm>
          <a:custGeom>
            <a:avLst/>
            <a:gdLst/>
            <a:ahLst/>
            <a:cxnLst/>
            <a:rect l="l" t="t" r="r" b="b"/>
            <a:pathLst>
              <a:path w="1104265" h="1200150">
                <a:moveTo>
                  <a:pt x="420687" y="0"/>
                </a:moveTo>
                <a:lnTo>
                  <a:pt x="410964" y="2555"/>
                </a:lnTo>
                <a:lnTo>
                  <a:pt x="402604" y="4661"/>
                </a:lnTo>
                <a:lnTo>
                  <a:pt x="395287" y="6350"/>
                </a:lnTo>
                <a:lnTo>
                  <a:pt x="357187" y="15875"/>
                </a:lnTo>
                <a:lnTo>
                  <a:pt x="309760" y="26939"/>
                </a:lnTo>
                <a:lnTo>
                  <a:pt x="286866" y="35038"/>
                </a:lnTo>
                <a:lnTo>
                  <a:pt x="268287" y="47625"/>
                </a:lnTo>
                <a:lnTo>
                  <a:pt x="244301" y="60289"/>
                </a:lnTo>
                <a:lnTo>
                  <a:pt x="220464" y="78930"/>
                </a:lnTo>
                <a:lnTo>
                  <a:pt x="197519" y="99381"/>
                </a:lnTo>
                <a:lnTo>
                  <a:pt x="176212" y="117475"/>
                </a:lnTo>
                <a:lnTo>
                  <a:pt x="147488" y="133796"/>
                </a:lnTo>
                <a:lnTo>
                  <a:pt x="119062" y="159940"/>
                </a:lnTo>
                <a:lnTo>
                  <a:pt x="95398" y="190251"/>
                </a:lnTo>
                <a:lnTo>
                  <a:pt x="80962" y="219075"/>
                </a:lnTo>
                <a:lnTo>
                  <a:pt x="78655" y="221704"/>
                </a:lnTo>
                <a:lnTo>
                  <a:pt x="56753" y="255402"/>
                </a:lnTo>
                <a:lnTo>
                  <a:pt x="49410" y="277925"/>
                </a:lnTo>
                <a:lnTo>
                  <a:pt x="46037" y="288925"/>
                </a:lnTo>
                <a:lnTo>
                  <a:pt x="33337" y="333375"/>
                </a:lnTo>
                <a:lnTo>
                  <a:pt x="16073" y="366712"/>
                </a:lnTo>
                <a:lnTo>
                  <a:pt x="8111" y="383381"/>
                </a:lnTo>
                <a:lnTo>
                  <a:pt x="4762" y="400050"/>
                </a:lnTo>
                <a:lnTo>
                  <a:pt x="3819" y="455725"/>
                </a:lnTo>
                <a:lnTo>
                  <a:pt x="2530" y="566552"/>
                </a:lnTo>
                <a:lnTo>
                  <a:pt x="1598" y="621621"/>
                </a:lnTo>
                <a:lnTo>
                  <a:pt x="7937" y="625475"/>
                </a:lnTo>
                <a:lnTo>
                  <a:pt x="7937" y="628650"/>
                </a:lnTo>
                <a:lnTo>
                  <a:pt x="9549" y="643201"/>
                </a:lnTo>
                <a:lnTo>
                  <a:pt x="10120" y="658193"/>
                </a:lnTo>
                <a:lnTo>
                  <a:pt x="10393" y="673494"/>
                </a:lnTo>
                <a:lnTo>
                  <a:pt x="11112" y="688975"/>
                </a:lnTo>
                <a:lnTo>
                  <a:pt x="26516" y="731605"/>
                </a:lnTo>
                <a:lnTo>
                  <a:pt x="52635" y="759073"/>
                </a:lnTo>
                <a:lnTo>
                  <a:pt x="67865" y="773509"/>
                </a:lnTo>
                <a:lnTo>
                  <a:pt x="96837" y="803275"/>
                </a:lnTo>
                <a:lnTo>
                  <a:pt x="110951" y="815542"/>
                </a:lnTo>
                <a:lnTo>
                  <a:pt x="126404" y="826642"/>
                </a:lnTo>
                <a:lnTo>
                  <a:pt x="142155" y="837172"/>
                </a:lnTo>
                <a:lnTo>
                  <a:pt x="157162" y="847725"/>
                </a:lnTo>
                <a:lnTo>
                  <a:pt x="185365" y="870015"/>
                </a:lnTo>
                <a:lnTo>
                  <a:pt x="212526" y="893937"/>
                </a:lnTo>
                <a:lnTo>
                  <a:pt x="238199" y="919358"/>
                </a:lnTo>
                <a:lnTo>
                  <a:pt x="261937" y="946150"/>
                </a:lnTo>
                <a:lnTo>
                  <a:pt x="272504" y="957014"/>
                </a:lnTo>
                <a:lnTo>
                  <a:pt x="284559" y="966390"/>
                </a:lnTo>
                <a:lnTo>
                  <a:pt x="297209" y="975171"/>
                </a:lnTo>
                <a:lnTo>
                  <a:pt x="309562" y="984250"/>
                </a:lnTo>
                <a:lnTo>
                  <a:pt x="315267" y="986595"/>
                </a:lnTo>
                <a:lnTo>
                  <a:pt x="321865" y="987774"/>
                </a:lnTo>
                <a:lnTo>
                  <a:pt x="327868" y="989572"/>
                </a:lnTo>
                <a:lnTo>
                  <a:pt x="331787" y="993775"/>
                </a:lnTo>
                <a:lnTo>
                  <a:pt x="334069" y="1000222"/>
                </a:lnTo>
                <a:lnTo>
                  <a:pt x="334565" y="1007443"/>
                </a:lnTo>
                <a:lnTo>
                  <a:pt x="334466" y="1014974"/>
                </a:lnTo>
                <a:lnTo>
                  <a:pt x="334962" y="1022350"/>
                </a:lnTo>
                <a:lnTo>
                  <a:pt x="327645" y="1033131"/>
                </a:lnTo>
                <a:lnTo>
                  <a:pt x="320476" y="1045543"/>
                </a:lnTo>
                <a:lnTo>
                  <a:pt x="314200" y="1058265"/>
                </a:lnTo>
                <a:lnTo>
                  <a:pt x="309562" y="1069975"/>
                </a:lnTo>
                <a:lnTo>
                  <a:pt x="289941" y="1085715"/>
                </a:lnTo>
                <a:lnTo>
                  <a:pt x="269279" y="1099692"/>
                </a:lnTo>
                <a:lnTo>
                  <a:pt x="251296" y="1115480"/>
                </a:lnTo>
                <a:lnTo>
                  <a:pt x="239712" y="1136650"/>
                </a:lnTo>
                <a:lnTo>
                  <a:pt x="252412" y="1139825"/>
                </a:lnTo>
                <a:lnTo>
                  <a:pt x="258762" y="1143000"/>
                </a:lnTo>
                <a:lnTo>
                  <a:pt x="267568" y="1146984"/>
                </a:lnTo>
                <a:lnTo>
                  <a:pt x="275629" y="1149921"/>
                </a:lnTo>
                <a:lnTo>
                  <a:pt x="293687" y="1155700"/>
                </a:lnTo>
                <a:lnTo>
                  <a:pt x="317177" y="1166413"/>
                </a:lnTo>
                <a:lnTo>
                  <a:pt x="337542" y="1179687"/>
                </a:lnTo>
                <a:lnTo>
                  <a:pt x="358204" y="1192079"/>
                </a:lnTo>
                <a:lnTo>
                  <a:pt x="382587" y="1200150"/>
                </a:lnTo>
                <a:lnTo>
                  <a:pt x="392856" y="1190144"/>
                </a:lnTo>
                <a:lnTo>
                  <a:pt x="401637" y="1176115"/>
                </a:lnTo>
                <a:lnTo>
                  <a:pt x="408037" y="1160609"/>
                </a:lnTo>
                <a:lnTo>
                  <a:pt x="411162" y="1146175"/>
                </a:lnTo>
                <a:lnTo>
                  <a:pt x="412477" y="1111942"/>
                </a:lnTo>
                <a:lnTo>
                  <a:pt x="409773" y="1096343"/>
                </a:lnTo>
                <a:lnTo>
                  <a:pt x="410939" y="1090578"/>
                </a:lnTo>
                <a:lnTo>
                  <a:pt x="423862" y="1085850"/>
                </a:lnTo>
                <a:lnTo>
                  <a:pt x="642937" y="1085850"/>
                </a:lnTo>
                <a:lnTo>
                  <a:pt x="659432" y="1082540"/>
                </a:lnTo>
                <a:lnTo>
                  <a:pt x="678457" y="1082230"/>
                </a:lnTo>
                <a:lnTo>
                  <a:pt x="697185" y="1081349"/>
                </a:lnTo>
                <a:lnTo>
                  <a:pt x="712787" y="1076325"/>
                </a:lnTo>
                <a:lnTo>
                  <a:pt x="716954" y="1073298"/>
                </a:lnTo>
                <a:lnTo>
                  <a:pt x="727075" y="1066403"/>
                </a:lnTo>
                <a:lnTo>
                  <a:pt x="739576" y="1058912"/>
                </a:lnTo>
                <a:lnTo>
                  <a:pt x="750887" y="1054100"/>
                </a:lnTo>
                <a:lnTo>
                  <a:pt x="929601" y="952239"/>
                </a:lnTo>
                <a:lnTo>
                  <a:pt x="963612" y="933450"/>
                </a:lnTo>
                <a:lnTo>
                  <a:pt x="968002" y="932572"/>
                </a:lnTo>
                <a:lnTo>
                  <a:pt x="978495" y="930052"/>
                </a:lnTo>
                <a:lnTo>
                  <a:pt x="1011535" y="901747"/>
                </a:lnTo>
                <a:lnTo>
                  <a:pt x="1014412" y="895350"/>
                </a:lnTo>
                <a:lnTo>
                  <a:pt x="1022424" y="883507"/>
                </a:lnTo>
                <a:lnTo>
                  <a:pt x="1033264" y="873474"/>
                </a:lnTo>
                <a:lnTo>
                  <a:pt x="1044996" y="864060"/>
                </a:lnTo>
                <a:lnTo>
                  <a:pt x="1055687" y="854075"/>
                </a:lnTo>
                <a:lnTo>
                  <a:pt x="1078334" y="817330"/>
                </a:lnTo>
                <a:lnTo>
                  <a:pt x="1088032" y="775668"/>
                </a:lnTo>
                <a:lnTo>
                  <a:pt x="1090290" y="731934"/>
                </a:lnTo>
                <a:lnTo>
                  <a:pt x="1090612" y="688975"/>
                </a:lnTo>
                <a:lnTo>
                  <a:pt x="1096788" y="646674"/>
                </a:lnTo>
                <a:lnTo>
                  <a:pt x="1101923" y="604218"/>
                </a:lnTo>
                <a:lnTo>
                  <a:pt x="1103783" y="559690"/>
                </a:lnTo>
                <a:lnTo>
                  <a:pt x="1100137" y="511175"/>
                </a:lnTo>
                <a:lnTo>
                  <a:pt x="1092009" y="461163"/>
                </a:lnTo>
                <a:lnTo>
                  <a:pt x="1080071" y="417192"/>
                </a:lnTo>
                <a:lnTo>
                  <a:pt x="1065847" y="375368"/>
                </a:lnTo>
                <a:lnTo>
                  <a:pt x="1050861" y="331794"/>
                </a:lnTo>
                <a:lnTo>
                  <a:pt x="1036637" y="282575"/>
                </a:lnTo>
                <a:lnTo>
                  <a:pt x="1025078" y="262135"/>
                </a:lnTo>
                <a:lnTo>
                  <a:pt x="1013221" y="238125"/>
                </a:lnTo>
                <a:lnTo>
                  <a:pt x="999579" y="216495"/>
                </a:lnTo>
                <a:lnTo>
                  <a:pt x="982662" y="203200"/>
                </a:lnTo>
                <a:lnTo>
                  <a:pt x="950683" y="177674"/>
                </a:lnTo>
                <a:lnTo>
                  <a:pt x="909332" y="147368"/>
                </a:lnTo>
                <a:lnTo>
                  <a:pt x="863333" y="115856"/>
                </a:lnTo>
                <a:lnTo>
                  <a:pt x="817410" y="86709"/>
                </a:lnTo>
                <a:lnTo>
                  <a:pt x="776287" y="63500"/>
                </a:lnTo>
                <a:lnTo>
                  <a:pt x="740221" y="40100"/>
                </a:lnTo>
                <a:lnTo>
                  <a:pt x="697309" y="27558"/>
                </a:lnTo>
                <a:lnTo>
                  <a:pt x="652611" y="19494"/>
                </a:lnTo>
                <a:lnTo>
                  <a:pt x="611187" y="9525"/>
                </a:lnTo>
                <a:lnTo>
                  <a:pt x="566737" y="3175"/>
                </a:lnTo>
                <a:lnTo>
                  <a:pt x="530076" y="1553"/>
                </a:lnTo>
                <a:lnTo>
                  <a:pt x="420687" y="0"/>
                </a:lnTo>
                <a:close/>
              </a:path>
              <a:path w="1104265" h="1200150">
                <a:moveTo>
                  <a:pt x="642937" y="1085850"/>
                </a:moveTo>
                <a:lnTo>
                  <a:pt x="423862" y="1085850"/>
                </a:lnTo>
                <a:lnTo>
                  <a:pt x="505420" y="1091755"/>
                </a:lnTo>
                <a:lnTo>
                  <a:pt x="545975" y="1093851"/>
                </a:lnTo>
                <a:lnTo>
                  <a:pt x="595312" y="1095375"/>
                </a:lnTo>
                <a:lnTo>
                  <a:pt x="607441" y="1093208"/>
                </a:lnTo>
                <a:lnTo>
                  <a:pt x="619720" y="1091184"/>
                </a:lnTo>
                <a:lnTo>
                  <a:pt x="631700" y="1088874"/>
                </a:lnTo>
                <a:lnTo>
                  <a:pt x="642937" y="1085850"/>
                </a:lnTo>
                <a:close/>
              </a:path>
              <a:path w="1104265" h="1200150">
                <a:moveTo>
                  <a:pt x="0" y="620649"/>
                </a:moveTo>
                <a:lnTo>
                  <a:pt x="1587" y="622300"/>
                </a:lnTo>
                <a:lnTo>
                  <a:pt x="1598" y="621621"/>
                </a:lnTo>
                <a:lnTo>
                  <a:pt x="0" y="620649"/>
                </a:lnTo>
                <a:close/>
              </a:path>
            </a:pathLst>
          </a:custGeom>
          <a:solidFill>
            <a:srgbClr val="ECF9D2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25500" y="549783"/>
            <a:ext cx="496993" cy="584200"/>
          </a:xfrm>
          <a:custGeom>
            <a:avLst/>
            <a:gdLst/>
            <a:ahLst/>
            <a:cxnLst/>
            <a:rect l="l" t="t" r="r" b="b"/>
            <a:pathLst>
              <a:path w="372745" h="584200">
                <a:moveTo>
                  <a:pt x="52585" y="0"/>
                </a:moveTo>
                <a:lnTo>
                  <a:pt x="34335" y="36702"/>
                </a:lnTo>
                <a:lnTo>
                  <a:pt x="9269" y="115824"/>
                </a:lnTo>
                <a:lnTo>
                  <a:pt x="2002" y="154431"/>
                </a:lnTo>
                <a:lnTo>
                  <a:pt x="0" y="191896"/>
                </a:lnTo>
                <a:lnTo>
                  <a:pt x="1075" y="232663"/>
                </a:lnTo>
                <a:lnTo>
                  <a:pt x="7415" y="272541"/>
                </a:lnTo>
                <a:lnTo>
                  <a:pt x="19752" y="309752"/>
                </a:lnTo>
                <a:lnTo>
                  <a:pt x="38526" y="348488"/>
                </a:lnTo>
                <a:lnTo>
                  <a:pt x="64472" y="386968"/>
                </a:lnTo>
                <a:lnTo>
                  <a:pt x="94508" y="422020"/>
                </a:lnTo>
                <a:lnTo>
                  <a:pt x="135529" y="458850"/>
                </a:lnTo>
                <a:lnTo>
                  <a:pt x="182532" y="493267"/>
                </a:lnTo>
                <a:lnTo>
                  <a:pt x="237446" y="525906"/>
                </a:lnTo>
                <a:lnTo>
                  <a:pt x="299079" y="554736"/>
                </a:lnTo>
                <a:lnTo>
                  <a:pt x="372422" y="583818"/>
                </a:lnTo>
                <a:lnTo>
                  <a:pt x="313253" y="545338"/>
                </a:lnTo>
                <a:lnTo>
                  <a:pt x="263177" y="507618"/>
                </a:lnTo>
                <a:lnTo>
                  <a:pt x="221432" y="472186"/>
                </a:lnTo>
                <a:lnTo>
                  <a:pt x="185389" y="439674"/>
                </a:lnTo>
                <a:lnTo>
                  <a:pt x="155354" y="404621"/>
                </a:lnTo>
                <a:lnTo>
                  <a:pt x="132938" y="373252"/>
                </a:lnTo>
                <a:lnTo>
                  <a:pt x="113875" y="339978"/>
                </a:lnTo>
                <a:lnTo>
                  <a:pt x="86723" y="275208"/>
                </a:lnTo>
                <a:lnTo>
                  <a:pt x="73464" y="206375"/>
                </a:lnTo>
                <a:lnTo>
                  <a:pt x="70200" y="169925"/>
                </a:lnTo>
                <a:lnTo>
                  <a:pt x="65031" y="132587"/>
                </a:lnTo>
                <a:lnTo>
                  <a:pt x="62059" y="90804"/>
                </a:lnTo>
                <a:lnTo>
                  <a:pt x="57906" y="46608"/>
                </a:lnTo>
                <a:lnTo>
                  <a:pt x="52585" y="0"/>
                </a:lnTo>
                <a:close/>
              </a:path>
            </a:pathLst>
          </a:custGeom>
          <a:solidFill>
            <a:srgbClr val="ECF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6555" y="1223900"/>
            <a:ext cx="318567" cy="205231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306492" y="415416"/>
            <a:ext cx="176953" cy="331470"/>
          </a:xfrm>
          <a:custGeom>
            <a:avLst/>
            <a:gdLst/>
            <a:ahLst/>
            <a:cxnLst/>
            <a:rect l="l" t="t" r="r" b="b"/>
            <a:pathLst>
              <a:path w="132715" h="331470">
                <a:moveTo>
                  <a:pt x="0" y="0"/>
                </a:moveTo>
                <a:lnTo>
                  <a:pt x="42799" y="62992"/>
                </a:lnTo>
                <a:lnTo>
                  <a:pt x="60909" y="108331"/>
                </a:lnTo>
                <a:lnTo>
                  <a:pt x="62496" y="143763"/>
                </a:lnTo>
                <a:lnTo>
                  <a:pt x="55219" y="172847"/>
                </a:lnTo>
                <a:lnTo>
                  <a:pt x="37884" y="193294"/>
                </a:lnTo>
                <a:lnTo>
                  <a:pt x="21272" y="212344"/>
                </a:lnTo>
                <a:lnTo>
                  <a:pt x="10413" y="234187"/>
                </a:lnTo>
                <a:lnTo>
                  <a:pt x="21577" y="274320"/>
                </a:lnTo>
                <a:lnTo>
                  <a:pt x="55333" y="307340"/>
                </a:lnTo>
                <a:lnTo>
                  <a:pt x="65392" y="315975"/>
                </a:lnTo>
                <a:lnTo>
                  <a:pt x="96075" y="331216"/>
                </a:lnTo>
                <a:lnTo>
                  <a:pt x="126987" y="259334"/>
                </a:lnTo>
                <a:lnTo>
                  <a:pt x="132689" y="194945"/>
                </a:lnTo>
                <a:lnTo>
                  <a:pt x="117716" y="138430"/>
                </a:lnTo>
                <a:lnTo>
                  <a:pt x="93853" y="90170"/>
                </a:lnTo>
                <a:lnTo>
                  <a:pt x="62268" y="52705"/>
                </a:lnTo>
                <a:lnTo>
                  <a:pt x="30899" y="24384"/>
                </a:lnTo>
                <a:lnTo>
                  <a:pt x="8864" y="6223"/>
                </a:lnTo>
                <a:lnTo>
                  <a:pt x="0" y="0"/>
                </a:lnTo>
                <a:close/>
              </a:path>
            </a:pathLst>
          </a:custGeom>
          <a:solidFill>
            <a:srgbClr val="ECF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0722" y="1160272"/>
            <a:ext cx="184065" cy="110998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65495" y="717804"/>
            <a:ext cx="121056" cy="96774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0" y="1406525"/>
            <a:ext cx="762000" cy="1031875"/>
          </a:xfrm>
          <a:custGeom>
            <a:avLst/>
            <a:gdLst/>
            <a:ahLst/>
            <a:cxnLst/>
            <a:rect l="l" t="t" r="r" b="b"/>
            <a:pathLst>
              <a:path w="571500" h="1031875">
                <a:moveTo>
                  <a:pt x="419100" y="0"/>
                </a:moveTo>
                <a:lnTo>
                  <a:pt x="427037" y="14224"/>
                </a:lnTo>
                <a:lnTo>
                  <a:pt x="439737" y="34925"/>
                </a:lnTo>
                <a:lnTo>
                  <a:pt x="454025" y="61849"/>
                </a:lnTo>
                <a:lnTo>
                  <a:pt x="490537" y="131699"/>
                </a:lnTo>
                <a:lnTo>
                  <a:pt x="506412" y="171450"/>
                </a:lnTo>
                <a:lnTo>
                  <a:pt x="522287" y="215900"/>
                </a:lnTo>
                <a:lnTo>
                  <a:pt x="528637" y="258699"/>
                </a:lnTo>
                <a:lnTo>
                  <a:pt x="533400" y="306324"/>
                </a:lnTo>
                <a:lnTo>
                  <a:pt x="527050" y="353949"/>
                </a:lnTo>
                <a:lnTo>
                  <a:pt x="512762" y="404749"/>
                </a:lnTo>
                <a:lnTo>
                  <a:pt x="492125" y="452374"/>
                </a:lnTo>
                <a:lnTo>
                  <a:pt x="455612" y="499999"/>
                </a:lnTo>
                <a:lnTo>
                  <a:pt x="407987" y="544449"/>
                </a:lnTo>
                <a:lnTo>
                  <a:pt x="346075" y="587375"/>
                </a:lnTo>
                <a:lnTo>
                  <a:pt x="265112" y="628650"/>
                </a:lnTo>
                <a:lnTo>
                  <a:pt x="176212" y="674624"/>
                </a:lnTo>
                <a:lnTo>
                  <a:pt x="109537" y="725424"/>
                </a:lnTo>
                <a:lnTo>
                  <a:pt x="55562" y="777875"/>
                </a:lnTo>
                <a:lnTo>
                  <a:pt x="19050" y="835025"/>
                </a:lnTo>
                <a:lnTo>
                  <a:pt x="0" y="877824"/>
                </a:lnTo>
                <a:lnTo>
                  <a:pt x="0" y="1031875"/>
                </a:lnTo>
                <a:lnTo>
                  <a:pt x="9525" y="996950"/>
                </a:lnTo>
                <a:lnTo>
                  <a:pt x="30162" y="942975"/>
                </a:lnTo>
                <a:lnTo>
                  <a:pt x="68262" y="874649"/>
                </a:lnTo>
                <a:lnTo>
                  <a:pt x="120650" y="798449"/>
                </a:lnTo>
                <a:lnTo>
                  <a:pt x="198437" y="720725"/>
                </a:lnTo>
                <a:lnTo>
                  <a:pt x="301625" y="647700"/>
                </a:lnTo>
                <a:lnTo>
                  <a:pt x="436562" y="579374"/>
                </a:lnTo>
                <a:lnTo>
                  <a:pt x="488950" y="542925"/>
                </a:lnTo>
                <a:lnTo>
                  <a:pt x="531812" y="484124"/>
                </a:lnTo>
                <a:lnTo>
                  <a:pt x="558800" y="404749"/>
                </a:lnTo>
                <a:lnTo>
                  <a:pt x="571500" y="319024"/>
                </a:lnTo>
                <a:lnTo>
                  <a:pt x="565150" y="228600"/>
                </a:lnTo>
                <a:lnTo>
                  <a:pt x="541337" y="139700"/>
                </a:lnTo>
                <a:lnTo>
                  <a:pt x="493712" y="61849"/>
                </a:lnTo>
                <a:lnTo>
                  <a:pt x="419100" y="0"/>
                </a:lnTo>
                <a:close/>
              </a:path>
            </a:pathLst>
          </a:custGeom>
          <a:solidFill>
            <a:srgbClr val="ECF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725000" y="1"/>
            <a:ext cx="232833" cy="219075"/>
          </a:xfrm>
          <a:custGeom>
            <a:avLst/>
            <a:gdLst/>
            <a:ahLst/>
            <a:cxnLst/>
            <a:rect l="l" t="t" r="r" b="b"/>
            <a:pathLst>
              <a:path w="174625" h="219075">
                <a:moveTo>
                  <a:pt x="56641" y="0"/>
                </a:moveTo>
                <a:lnTo>
                  <a:pt x="0" y="218948"/>
                </a:lnTo>
                <a:lnTo>
                  <a:pt x="174116" y="52450"/>
                </a:lnTo>
                <a:lnTo>
                  <a:pt x="56641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206689" y="83058"/>
            <a:ext cx="1584113" cy="1210945"/>
          </a:xfrm>
          <a:custGeom>
            <a:avLst/>
            <a:gdLst/>
            <a:ahLst/>
            <a:cxnLst/>
            <a:rect l="l" t="t" r="r" b="b"/>
            <a:pathLst>
              <a:path w="1188085" h="1210945">
                <a:moveTo>
                  <a:pt x="396328" y="0"/>
                </a:moveTo>
                <a:lnTo>
                  <a:pt x="313855" y="12065"/>
                </a:lnTo>
                <a:lnTo>
                  <a:pt x="244551" y="36068"/>
                </a:lnTo>
                <a:lnTo>
                  <a:pt x="180746" y="68325"/>
                </a:lnTo>
                <a:lnTo>
                  <a:pt x="131546" y="109600"/>
                </a:lnTo>
                <a:lnTo>
                  <a:pt x="88836" y="152273"/>
                </a:lnTo>
                <a:lnTo>
                  <a:pt x="55714" y="199771"/>
                </a:lnTo>
                <a:lnTo>
                  <a:pt x="32448" y="246634"/>
                </a:lnTo>
                <a:lnTo>
                  <a:pt x="13271" y="290068"/>
                </a:lnTo>
                <a:lnTo>
                  <a:pt x="6146" y="328422"/>
                </a:lnTo>
                <a:lnTo>
                  <a:pt x="0" y="360045"/>
                </a:lnTo>
                <a:lnTo>
                  <a:pt x="4241" y="380492"/>
                </a:lnTo>
                <a:lnTo>
                  <a:pt x="14287" y="389128"/>
                </a:lnTo>
                <a:lnTo>
                  <a:pt x="49796" y="346456"/>
                </a:lnTo>
                <a:lnTo>
                  <a:pt x="84112" y="301498"/>
                </a:lnTo>
                <a:lnTo>
                  <a:pt x="121526" y="259715"/>
                </a:lnTo>
                <a:lnTo>
                  <a:pt x="160870" y="219075"/>
                </a:lnTo>
                <a:lnTo>
                  <a:pt x="202133" y="179324"/>
                </a:lnTo>
                <a:lnTo>
                  <a:pt x="246964" y="146812"/>
                </a:lnTo>
                <a:lnTo>
                  <a:pt x="295363" y="121539"/>
                </a:lnTo>
                <a:lnTo>
                  <a:pt x="346875" y="99695"/>
                </a:lnTo>
                <a:lnTo>
                  <a:pt x="401243" y="86487"/>
                </a:lnTo>
                <a:lnTo>
                  <a:pt x="461556" y="85344"/>
                </a:lnTo>
                <a:lnTo>
                  <a:pt x="524713" y="92964"/>
                </a:lnTo>
                <a:lnTo>
                  <a:pt x="593826" y="112649"/>
                </a:lnTo>
                <a:lnTo>
                  <a:pt x="670090" y="146939"/>
                </a:lnTo>
                <a:lnTo>
                  <a:pt x="751585" y="194691"/>
                </a:lnTo>
                <a:lnTo>
                  <a:pt x="842137" y="257937"/>
                </a:lnTo>
                <a:lnTo>
                  <a:pt x="936459" y="337566"/>
                </a:lnTo>
                <a:lnTo>
                  <a:pt x="991704" y="399669"/>
                </a:lnTo>
                <a:lnTo>
                  <a:pt x="1027696" y="466852"/>
                </a:lnTo>
                <a:lnTo>
                  <a:pt x="1046365" y="540004"/>
                </a:lnTo>
                <a:lnTo>
                  <a:pt x="1050620" y="613283"/>
                </a:lnTo>
                <a:lnTo>
                  <a:pt x="1040917" y="690626"/>
                </a:lnTo>
                <a:lnTo>
                  <a:pt x="1016330" y="764286"/>
                </a:lnTo>
                <a:lnTo>
                  <a:pt x="981887" y="838454"/>
                </a:lnTo>
                <a:lnTo>
                  <a:pt x="940511" y="907288"/>
                </a:lnTo>
                <a:lnTo>
                  <a:pt x="888809" y="972947"/>
                </a:lnTo>
                <a:lnTo>
                  <a:pt x="831608" y="1030351"/>
                </a:lnTo>
                <a:lnTo>
                  <a:pt x="771575" y="1079119"/>
                </a:lnTo>
                <a:lnTo>
                  <a:pt x="706767" y="1118108"/>
                </a:lnTo>
                <a:lnTo>
                  <a:pt x="639851" y="1146937"/>
                </a:lnTo>
                <a:lnTo>
                  <a:pt x="575640" y="1160653"/>
                </a:lnTo>
                <a:lnTo>
                  <a:pt x="509574" y="1158875"/>
                </a:lnTo>
                <a:lnTo>
                  <a:pt x="448856" y="1141603"/>
                </a:lnTo>
                <a:lnTo>
                  <a:pt x="560374" y="1191387"/>
                </a:lnTo>
                <a:lnTo>
                  <a:pt x="665530" y="1210818"/>
                </a:lnTo>
                <a:lnTo>
                  <a:pt x="767905" y="1206881"/>
                </a:lnTo>
                <a:lnTo>
                  <a:pt x="861009" y="1178179"/>
                </a:lnTo>
                <a:lnTo>
                  <a:pt x="946518" y="1131189"/>
                </a:lnTo>
                <a:lnTo>
                  <a:pt x="1023683" y="1067308"/>
                </a:lnTo>
                <a:lnTo>
                  <a:pt x="1086485" y="988949"/>
                </a:lnTo>
                <a:lnTo>
                  <a:pt x="1133525" y="899033"/>
                </a:lnTo>
                <a:lnTo>
                  <a:pt x="1169720" y="802005"/>
                </a:lnTo>
                <a:lnTo>
                  <a:pt x="1187881" y="697865"/>
                </a:lnTo>
                <a:lnTo>
                  <a:pt x="1185214" y="592582"/>
                </a:lnTo>
                <a:lnTo>
                  <a:pt x="1165529" y="487807"/>
                </a:lnTo>
                <a:lnTo>
                  <a:pt x="1121460" y="383794"/>
                </a:lnTo>
                <a:lnTo>
                  <a:pt x="1054900" y="286893"/>
                </a:lnTo>
                <a:lnTo>
                  <a:pt x="964933" y="198374"/>
                </a:lnTo>
                <a:lnTo>
                  <a:pt x="844880" y="122300"/>
                </a:lnTo>
                <a:lnTo>
                  <a:pt x="714908" y="61468"/>
                </a:lnTo>
                <a:lnTo>
                  <a:pt x="597573" y="23241"/>
                </a:lnTo>
                <a:lnTo>
                  <a:pt x="492417" y="3937"/>
                </a:lnTo>
                <a:lnTo>
                  <a:pt x="396328" y="0"/>
                </a:lnTo>
                <a:close/>
              </a:path>
            </a:pathLst>
          </a:custGeom>
          <a:solidFill>
            <a:srgbClr val="ECF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059092" y="103887"/>
            <a:ext cx="396240" cy="182245"/>
          </a:xfrm>
          <a:custGeom>
            <a:avLst/>
            <a:gdLst/>
            <a:ahLst/>
            <a:cxnLst/>
            <a:rect l="l" t="t" r="r" b="b"/>
            <a:pathLst>
              <a:path w="297180" h="182245">
                <a:moveTo>
                  <a:pt x="250444" y="0"/>
                </a:moveTo>
                <a:lnTo>
                  <a:pt x="0" y="181864"/>
                </a:lnTo>
                <a:lnTo>
                  <a:pt x="297180" y="90932"/>
                </a:lnTo>
                <a:lnTo>
                  <a:pt x="250444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79844" y="489839"/>
            <a:ext cx="413173" cy="93345"/>
          </a:xfrm>
          <a:custGeom>
            <a:avLst/>
            <a:gdLst/>
            <a:ahLst/>
            <a:cxnLst/>
            <a:rect l="l" t="t" r="r" b="b"/>
            <a:pathLst>
              <a:path w="309880" h="93345">
                <a:moveTo>
                  <a:pt x="309879" y="0"/>
                </a:moveTo>
                <a:lnTo>
                  <a:pt x="0" y="13208"/>
                </a:lnTo>
                <a:lnTo>
                  <a:pt x="280034" y="92837"/>
                </a:lnTo>
                <a:lnTo>
                  <a:pt x="309879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3612" y="197942"/>
            <a:ext cx="1012477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990" y="1325067"/>
            <a:ext cx="109855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91578" y="6290385"/>
            <a:ext cx="336972" cy="204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-40"/>
              <a:t>1</a:t>
            </a:r>
            <a:fld id="{81D60167-4931-47E6-BA6A-407CBD079E47}" type="slidenum">
              <a:rPr spc="-40" smtClean="0"/>
              <a:pPr marL="12700">
                <a:lnSpc>
                  <a:spcPts val="1650"/>
                </a:lnSpc>
              </a:pPr>
              <a:t>‹#›</a:t>
            </a:fld>
            <a:endParaRPr spc="-4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878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BE479017-3D59-1D28-8765-1BF53905E1AF}"/>
              </a:ext>
            </a:extLst>
          </p:cNvPr>
          <p:cNvSpPr/>
          <p:nvPr/>
        </p:nvSpPr>
        <p:spPr>
          <a:xfrm>
            <a:off x="228600" y="266700"/>
            <a:ext cx="11734800" cy="6324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rtl="0">
              <a:defRPr/>
            </a:pPr>
            <a:endParaRPr lang="en-US" sz="1350" kern="120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72035" name="Title 1">
            <a:extLst>
              <a:ext uri="{FF2B5EF4-FFF2-40B4-BE49-F238E27FC236}">
                <a16:creationId xmlns:a16="http://schemas.microsoft.com/office/drawing/2014/main" id="{12386A15-AA16-151B-874A-B2B4D174B2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anchor="ctr"/>
          <a:lstStyle/>
          <a:p>
            <a:pPr eaLnBrk="1" hangingPunct="1"/>
            <a:r>
              <a:rPr lang="en-US" altLang="ar-IQ" dirty="0"/>
              <a:t>Growth and Development of The Preschoolers</a:t>
            </a:r>
            <a:endParaRPr lang="en-US" altLang="ar-IQ" sz="13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عنوان فرعي 1">
            <a:extLst>
              <a:ext uri="{FF2B5EF4-FFF2-40B4-BE49-F238E27FC236}">
                <a16:creationId xmlns:a16="http://schemas.microsoft.com/office/drawing/2014/main" id="{63FD5883-290D-31E6-99C0-1E70C4D66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Early Childhood</a:t>
            </a:r>
            <a:endParaRPr lang="ar-IQ" dirty="0"/>
          </a:p>
        </p:txBody>
      </p:sp>
      <p:pic>
        <p:nvPicPr>
          <p:cNvPr id="172036" name="Grid" descr="grid plane">
            <a:extLst>
              <a:ext uri="{FF2B5EF4-FFF2-40B4-BE49-F238E27FC236}">
                <a16:creationId xmlns:a16="http://schemas.microsoft.com/office/drawing/2014/main" id="{C4A1D1CB-CCF9-401C-8DB0-FC5E33BE1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64944"/>
          <a:stretch>
            <a:fillRect/>
          </a:stretch>
        </p:blipFill>
        <p:spPr bwMode="auto">
          <a:xfrm>
            <a:off x="304800" y="5480067"/>
            <a:ext cx="11981121" cy="107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7" name="Subtitle 2">
            <a:extLst>
              <a:ext uri="{FF2B5EF4-FFF2-40B4-BE49-F238E27FC236}">
                <a16:creationId xmlns:a16="http://schemas.microsoft.com/office/drawing/2014/main" id="{EC70D72A-2A1A-7DDA-9ED0-A3537D29E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441" y="4149329"/>
            <a:ext cx="2014538" cy="922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143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defTabSz="385763" rtl="0">
              <a:lnSpc>
                <a:spcPct val="100000"/>
              </a:lnSpc>
              <a:spcBef>
                <a:spcPts val="422"/>
              </a:spcBef>
              <a:buNone/>
            </a:pPr>
            <a:r>
              <a:rPr lang="en-US" altLang="ar-IQ" sz="900" kern="1200" dirty="0">
                <a:solidFill>
                  <a:srgbClr val="FFFFFF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Third Stage</a:t>
            </a:r>
          </a:p>
          <a:p>
            <a:pPr algn="l" defTabSz="385763" rtl="0">
              <a:lnSpc>
                <a:spcPct val="100000"/>
              </a:lnSpc>
              <a:spcBef>
                <a:spcPts val="422"/>
              </a:spcBef>
              <a:buNone/>
            </a:pPr>
            <a:r>
              <a:rPr lang="en-US" altLang="ar-IQ" sz="900" kern="1200" dirty="0">
                <a:solidFill>
                  <a:srgbClr val="FFFFFF"/>
                </a:solidFill>
                <a:latin typeface="Segoe UI Variable Small Semibol" pitchFamily="2" charset="0"/>
                <a:ea typeface="+mn-ea"/>
                <a:cs typeface="Segoe UI Light" panose="020B0502040204020203" pitchFamily="34" charset="0"/>
              </a:rPr>
              <a:t>Dr. Moustafa Alshammari</a:t>
            </a:r>
          </a:p>
          <a:p>
            <a:pPr algn="l" defTabSz="385763" rtl="0">
              <a:lnSpc>
                <a:spcPct val="100000"/>
              </a:lnSpc>
              <a:spcBef>
                <a:spcPts val="422"/>
              </a:spcBef>
              <a:buNone/>
            </a:pPr>
            <a:r>
              <a:rPr lang="en-US" altLang="ar-IQ" sz="900" kern="1200" dirty="0">
                <a:solidFill>
                  <a:srgbClr val="FFFFFF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Growth and Developments 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755" y="57151"/>
            <a:ext cx="47415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Learning</a:t>
            </a:r>
            <a:r>
              <a:rPr u="sng" spc="-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Objectives: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86771" y="6290386"/>
            <a:ext cx="18288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1157479"/>
            <a:ext cx="7941945" cy="4336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0685">
              <a:spcBef>
                <a:spcPts val="100"/>
              </a:spcBef>
            </a:pP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Mastery of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content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in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2400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chapter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will</a:t>
            </a:r>
            <a:r>
              <a:rPr sz="2400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enable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the </a:t>
            </a:r>
            <a:r>
              <a:rPr sz="2400" spc="-8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student</a:t>
            </a:r>
            <a:r>
              <a:rPr sz="2400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to:</a:t>
            </a:r>
            <a:endParaRPr sz="2400">
              <a:latin typeface="Verdana"/>
              <a:cs typeface="Verdana"/>
            </a:endParaRPr>
          </a:p>
          <a:p>
            <a:pPr marL="12700" marR="5080">
              <a:spcBef>
                <a:spcPts val="575"/>
              </a:spcBef>
              <a:buSzPct val="95833"/>
              <a:buAutoNum type="arabicPeriod"/>
              <a:tabLst>
                <a:tab pos="318135" algn="l"/>
              </a:tabLst>
            </a:pP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Describe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normal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growth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400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development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and </a:t>
            </a:r>
            <a:r>
              <a:rPr sz="2400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common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parental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concerns</a:t>
            </a:r>
            <a:r>
              <a:rPr sz="2400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2400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preschool</a:t>
            </a:r>
            <a:r>
              <a:rPr sz="2400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period.</a:t>
            </a:r>
            <a:endParaRPr sz="2400">
              <a:latin typeface="Verdana"/>
              <a:cs typeface="Verdana"/>
            </a:endParaRPr>
          </a:p>
          <a:p>
            <a:pPr marL="12700" marR="849630">
              <a:spcBef>
                <a:spcPts val="575"/>
              </a:spcBef>
              <a:buSzPct val="95833"/>
              <a:buAutoNum type="arabicPeriod"/>
              <a:tabLst>
                <a:tab pos="318135" algn="l"/>
              </a:tabLst>
            </a:pP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Assess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a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preschooler</a:t>
            </a:r>
            <a:r>
              <a:rPr sz="2400" spc="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2400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normal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growth</a:t>
            </a:r>
            <a:r>
              <a:rPr sz="2400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and </a:t>
            </a:r>
            <a:r>
              <a:rPr sz="2400" spc="-8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developmental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milestones.</a:t>
            </a:r>
            <a:endParaRPr sz="2400">
              <a:latin typeface="Verdana"/>
              <a:cs typeface="Verdana"/>
            </a:endParaRPr>
          </a:p>
          <a:p>
            <a:pPr marL="12700" marR="15875">
              <a:spcBef>
                <a:spcPts val="580"/>
              </a:spcBef>
              <a:buSzPct val="95833"/>
              <a:buAutoNum type="arabicPeriod"/>
              <a:tabLst>
                <a:tab pos="318135" algn="l"/>
              </a:tabLst>
            </a:pP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Formulate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nursing</a:t>
            </a:r>
            <a:r>
              <a:rPr sz="2400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diagnoses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related</a:t>
            </a:r>
            <a:r>
              <a:rPr sz="2400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400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preschool </a:t>
            </a:r>
            <a:r>
              <a:rPr sz="2400" spc="-8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growth</a:t>
            </a:r>
            <a:r>
              <a:rPr sz="2400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400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development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400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common</a:t>
            </a:r>
            <a:r>
              <a:rPr sz="2400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parental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concerns.</a:t>
            </a:r>
            <a:endParaRPr sz="2400">
              <a:latin typeface="Verdana"/>
              <a:cs typeface="Verdana"/>
            </a:endParaRPr>
          </a:p>
          <a:p>
            <a:pPr marL="317500" indent="-305435">
              <a:lnSpc>
                <a:spcPts val="2855"/>
              </a:lnSpc>
              <a:spcBef>
                <a:spcPts val="580"/>
              </a:spcBef>
              <a:buSzPct val="95833"/>
              <a:buAutoNum type="arabicPeriod"/>
              <a:tabLst>
                <a:tab pos="318135" algn="l"/>
              </a:tabLst>
            </a:pP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Identify</a:t>
            </a:r>
            <a:r>
              <a:rPr sz="2400" spc="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appropriate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outcomes</a:t>
            </a:r>
            <a:r>
              <a:rPr sz="2400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2400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nursing</a:t>
            </a:r>
            <a:r>
              <a:rPr sz="2400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care </a:t>
            </a:r>
            <a:r>
              <a:rPr sz="2400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ts val="2855"/>
              </a:lnSpc>
            </a:pP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400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06699"/>
                </a:solidFill>
                <a:latin typeface="Verdana"/>
                <a:cs typeface="Verdana"/>
              </a:rPr>
              <a:t>preschooler.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1042162"/>
            <a:ext cx="8946337" cy="4853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9920" indent="-617855">
              <a:lnSpc>
                <a:spcPts val="3140"/>
              </a:lnSpc>
              <a:buClr>
                <a:srgbClr val="000000"/>
              </a:buClr>
              <a:buSzPct val="133333"/>
              <a:buAutoNum type="arabicPeriod" startAt="5"/>
              <a:tabLst>
                <a:tab pos="629285" algn="l"/>
                <a:tab pos="630555" algn="l"/>
              </a:tabLst>
            </a:pP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Plan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nursing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care</a:t>
            </a:r>
            <a:r>
              <a:rPr sz="2400" spc="-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meet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 the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preschooler's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growth and</a:t>
            </a:r>
            <a:endParaRPr sz="2400" dirty="0">
              <a:latin typeface="Times New Roman"/>
              <a:cs typeface="Times New Roman"/>
            </a:endParaRPr>
          </a:p>
          <a:p>
            <a:pPr marL="527685" marR="273685">
              <a:lnSpc>
                <a:spcPct val="150000"/>
              </a:lnSpc>
              <a:spcBef>
                <a:spcPts val="200"/>
              </a:spcBef>
            </a:pP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developmental</a:t>
            </a:r>
            <a:r>
              <a:rPr sz="2400" spc="-4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needs,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such as planning</a:t>
            </a:r>
            <a:r>
              <a:rPr sz="2400" spc="-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age-appropriate </a:t>
            </a:r>
            <a:r>
              <a:rPr sz="2400" spc="-58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play</a:t>
            </a:r>
            <a:r>
              <a:rPr sz="2400" spc="-2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activities.</a:t>
            </a:r>
            <a:endParaRPr sz="2400" dirty="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50100"/>
              </a:lnSpc>
              <a:spcBef>
                <a:spcPts val="95"/>
              </a:spcBef>
              <a:buClr>
                <a:srgbClr val="0099FF"/>
              </a:buClr>
              <a:buFont typeface="Times New Roman"/>
              <a:buAutoNum type="arabicPeriod" startAt="6"/>
              <a:tabLst>
                <a:tab pos="603885" algn="l"/>
                <a:tab pos="604520" algn="l"/>
              </a:tabLst>
            </a:pPr>
            <a:r>
              <a:rPr dirty="0"/>
              <a:t>	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Use</a:t>
            </a:r>
            <a:r>
              <a:rPr sz="2400" spc="-1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critical</a:t>
            </a:r>
            <a:r>
              <a:rPr sz="2400" spc="-4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thinking</a:t>
            </a:r>
            <a:r>
              <a:rPr sz="2400" spc="-4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analyze</a:t>
            </a:r>
            <a:r>
              <a:rPr sz="2400" spc="-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additional</a:t>
            </a:r>
            <a:r>
              <a:rPr sz="2400" spc="-5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ways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which </a:t>
            </a:r>
            <a:r>
              <a:rPr sz="2400" spc="-58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growth and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developmental problems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of the preschool </a:t>
            </a:r>
            <a:r>
              <a:rPr sz="2400" spc="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child</a:t>
            </a:r>
            <a:r>
              <a:rPr sz="2400" spc="-3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can</a:t>
            </a:r>
            <a:r>
              <a:rPr sz="2400" spc="-2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be prevented</a:t>
            </a:r>
            <a:r>
              <a:rPr sz="2400" spc="-4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and care</a:t>
            </a:r>
            <a:r>
              <a:rPr sz="2400" spc="-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can</a:t>
            </a:r>
            <a:r>
              <a:rPr sz="2400" spc="-2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be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family</a:t>
            </a:r>
            <a:r>
              <a:rPr sz="2400" spc="-2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centered.</a:t>
            </a:r>
            <a:endParaRPr sz="2400" dirty="0">
              <a:latin typeface="Times New Roman"/>
              <a:cs typeface="Times New Roman"/>
            </a:endParaRPr>
          </a:p>
          <a:p>
            <a:pPr marL="527685" marR="598805" indent="-515620">
              <a:lnSpc>
                <a:spcPct val="150000"/>
              </a:lnSpc>
              <a:spcBef>
                <a:spcPts val="110"/>
              </a:spcBef>
              <a:buClr>
                <a:srgbClr val="0099FF"/>
              </a:buClr>
              <a:buFont typeface="Times New Roman"/>
              <a:buAutoNum type="arabicPeriod" startAt="6"/>
              <a:tabLst>
                <a:tab pos="603885" algn="l"/>
                <a:tab pos="604520" algn="l"/>
              </a:tabLst>
            </a:pPr>
            <a:r>
              <a:rPr dirty="0"/>
              <a:t>	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Integrate knowledge of preschool growth and </a:t>
            </a:r>
            <a:r>
              <a:rPr sz="2400" spc="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development</a:t>
            </a:r>
            <a:r>
              <a:rPr sz="2400" spc="-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with nursing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 process</a:t>
            </a:r>
            <a:r>
              <a:rPr sz="2400" spc="-1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to achieve</a:t>
            </a:r>
            <a:r>
              <a:rPr sz="2400" spc="-4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quality </a:t>
            </a:r>
            <a:r>
              <a:rPr sz="2400" spc="-58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child</a:t>
            </a:r>
            <a:r>
              <a:rPr sz="2400" spc="-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health</a:t>
            </a:r>
            <a:r>
              <a:rPr sz="2400" spc="-3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nursing</a:t>
            </a:r>
            <a:r>
              <a:rPr sz="2400" spc="-1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care.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6771" y="6290386"/>
            <a:ext cx="18288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3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533400"/>
            <a:ext cx="8514460" cy="13673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368550" marR="5080" indent="-2356485">
              <a:lnSpc>
                <a:spcPts val="4750"/>
              </a:lnSpc>
              <a:spcBef>
                <a:spcPts val="705"/>
              </a:spcBef>
            </a:pPr>
            <a:r>
              <a:rPr sz="4400" u="sng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Preschool</a:t>
            </a:r>
            <a:r>
              <a:rPr sz="4400" u="sng" spc="-2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stage</a:t>
            </a:r>
            <a:r>
              <a:rPr sz="4400" u="sng" spc="-3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(3</a:t>
            </a:r>
            <a:r>
              <a:rPr sz="4400" u="sng" spc="-3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-5 </a:t>
            </a:r>
            <a:r>
              <a:rPr sz="4400" spc="-1485" dirty="0">
                <a:solidFill>
                  <a:srgbClr val="006666"/>
                </a:solidFill>
              </a:rPr>
              <a:t> </a:t>
            </a:r>
            <a:r>
              <a:rPr sz="4400" u="sng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years)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9986771" y="6290386"/>
            <a:ext cx="18288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057400"/>
            <a:ext cx="8944457" cy="2501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indent="-609600">
              <a:spcBef>
                <a:spcPts val="95"/>
              </a:spcBef>
              <a:buFont typeface="Verdana"/>
              <a:buChar char="•"/>
              <a:tabLst>
                <a:tab pos="621665" algn="l"/>
                <a:tab pos="6223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Child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begins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separate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from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family</a:t>
            </a:r>
            <a:endParaRPr sz="2800" dirty="0">
              <a:latin typeface="Verdana"/>
              <a:cs typeface="Verdana"/>
            </a:endParaRPr>
          </a:p>
          <a:p>
            <a:pPr marL="622300" indent="-609600">
              <a:buFont typeface="Verdana"/>
              <a:buChar char="•"/>
              <a:tabLst>
                <a:tab pos="621665" algn="l"/>
                <a:tab pos="6223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Gradually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physical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growth</a:t>
            </a:r>
            <a:r>
              <a:rPr sz="2800" b="1" spc="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slows</a:t>
            </a:r>
            <a:endParaRPr sz="2800" dirty="0">
              <a:latin typeface="Verdana"/>
              <a:cs typeface="Verdana"/>
            </a:endParaRPr>
          </a:p>
          <a:p>
            <a:pPr marL="621665" marR="394335" indent="-609600">
              <a:lnSpc>
                <a:spcPct val="80000"/>
              </a:lnSpc>
              <a:spcBef>
                <a:spcPts val="675"/>
              </a:spcBef>
              <a:buClr>
                <a:srgbClr val="006699"/>
              </a:buClr>
              <a:buFont typeface="Verdana"/>
              <a:buChar char="•"/>
              <a:tabLst>
                <a:tab pos="621665" algn="l"/>
                <a:tab pos="622300" algn="l"/>
              </a:tabLst>
            </a:pP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Control</a:t>
            </a:r>
            <a:r>
              <a:rPr sz="2800" b="1" spc="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of</a:t>
            </a:r>
            <a:r>
              <a:rPr sz="28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the</a:t>
            </a:r>
            <a:r>
              <a:rPr sz="28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body</a:t>
            </a:r>
            <a:r>
              <a:rPr sz="2800" b="1" spc="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&amp;</a:t>
            </a:r>
            <a:r>
              <a:rPr sz="28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coordination </a:t>
            </a:r>
            <a:r>
              <a:rPr sz="2800" b="1" spc="-944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increases</a:t>
            </a:r>
            <a:endParaRPr sz="2800" dirty="0">
              <a:latin typeface="Verdana"/>
              <a:cs typeface="Verdana"/>
            </a:endParaRPr>
          </a:p>
          <a:p>
            <a:pPr marL="621665" marR="5080" indent="-609600">
              <a:lnSpc>
                <a:spcPts val="2690"/>
              </a:lnSpc>
              <a:spcBef>
                <a:spcPts val="645"/>
              </a:spcBef>
              <a:buFont typeface="Verdana"/>
              <a:buChar char="•"/>
              <a:tabLst>
                <a:tab pos="621665" algn="l"/>
                <a:tab pos="6223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Their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world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gets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larger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as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they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meet </a:t>
            </a:r>
            <a:r>
              <a:rPr sz="2800" b="1" spc="-94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relatives,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Friends,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neighbors.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67613"/>
            <a:ext cx="52770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u="sng" dirty="0">
                <a:uFill>
                  <a:solidFill>
                    <a:srgbClr val="006699"/>
                  </a:solidFill>
                </a:uFill>
              </a:rPr>
              <a:t>Physical</a:t>
            </a:r>
            <a:r>
              <a:rPr sz="3600" u="sng" spc="-130" dirty="0">
                <a:uFill>
                  <a:solidFill>
                    <a:srgbClr val="006699"/>
                  </a:solidFill>
                </a:uFill>
              </a:rPr>
              <a:t> </a:t>
            </a:r>
            <a:r>
              <a:rPr sz="3600" u="sng" spc="-5" dirty="0">
                <a:uFill>
                  <a:solidFill>
                    <a:srgbClr val="006699"/>
                  </a:solidFill>
                </a:uFill>
              </a:rPr>
              <a:t>Growth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986771" y="6290386"/>
            <a:ext cx="18288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648542"/>
            <a:ext cx="10520171" cy="356091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marR="274320" indent="-342900" algn="just">
              <a:lnSpc>
                <a:spcPts val="3070"/>
              </a:lnSpc>
              <a:spcBef>
                <a:spcPts val="850"/>
              </a:spcBef>
              <a:buFont typeface="Verdana"/>
              <a:buChar char="•"/>
              <a:tabLst>
                <a:tab pos="355600" algn="l"/>
              </a:tabLst>
            </a:pPr>
            <a:r>
              <a:rPr spc="-5" dirty="0"/>
              <a:t>Taller </a:t>
            </a:r>
            <a:r>
              <a:rPr spc="5" dirty="0"/>
              <a:t>&amp; </a:t>
            </a:r>
            <a:r>
              <a:rPr dirty="0"/>
              <a:t>thinner </a:t>
            </a:r>
            <a:r>
              <a:rPr spc="-5" dirty="0"/>
              <a:t>because children </a:t>
            </a:r>
            <a:r>
              <a:rPr spc="-1080" dirty="0"/>
              <a:t> </a:t>
            </a:r>
            <a:r>
              <a:rPr dirty="0"/>
              <a:t>tend to grow </a:t>
            </a:r>
            <a:r>
              <a:rPr spc="-5" dirty="0"/>
              <a:t>more </a:t>
            </a:r>
            <a:r>
              <a:rPr dirty="0"/>
              <a:t>in </a:t>
            </a:r>
            <a:r>
              <a:rPr spc="-5" dirty="0"/>
              <a:t>height </a:t>
            </a:r>
            <a:r>
              <a:rPr dirty="0"/>
              <a:t>than </a:t>
            </a:r>
            <a:r>
              <a:rPr spc="-1080" dirty="0"/>
              <a:t> </a:t>
            </a:r>
            <a:r>
              <a:rPr dirty="0"/>
              <a:t>weight.</a:t>
            </a:r>
          </a:p>
          <a:p>
            <a:pPr marL="355600" marR="5080" indent="-342900">
              <a:lnSpc>
                <a:spcPts val="3070"/>
              </a:lnSpc>
              <a:spcBef>
                <a:spcPts val="775"/>
              </a:spcBef>
              <a:buFont typeface="Verdana"/>
              <a:buChar char="•"/>
              <a:tabLst>
                <a:tab pos="355600" algn="l"/>
              </a:tabLst>
            </a:pPr>
            <a:r>
              <a:rPr dirty="0"/>
              <a:t>Brain </a:t>
            </a:r>
            <a:r>
              <a:rPr spc="-5" dirty="0"/>
              <a:t>reaches </a:t>
            </a:r>
            <a:r>
              <a:rPr dirty="0"/>
              <a:t>almost its adult </a:t>
            </a:r>
            <a:r>
              <a:rPr spc="-5" dirty="0"/>
              <a:t>size </a:t>
            </a:r>
            <a:r>
              <a:rPr spc="-1080" dirty="0"/>
              <a:t> </a:t>
            </a:r>
            <a:r>
              <a:rPr dirty="0"/>
              <a:t>by 5 yrs.</a:t>
            </a:r>
          </a:p>
          <a:p>
            <a:pPr marL="355600" marR="82550" indent="-342900">
              <a:lnSpc>
                <a:spcPts val="3070"/>
              </a:lnSpc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dirty="0"/>
              <a:t>The </a:t>
            </a:r>
            <a:r>
              <a:rPr spc="-5" dirty="0"/>
              <a:t>extremities </a:t>
            </a:r>
            <a:r>
              <a:rPr dirty="0"/>
              <a:t>of the </a:t>
            </a:r>
            <a:r>
              <a:rPr spc="-5" dirty="0"/>
              <a:t>body </a:t>
            </a:r>
            <a:r>
              <a:rPr dirty="0"/>
              <a:t>grow </a:t>
            </a:r>
            <a:r>
              <a:rPr spc="5" dirty="0"/>
              <a:t> </a:t>
            </a:r>
            <a:r>
              <a:rPr dirty="0"/>
              <a:t>more</a:t>
            </a:r>
            <a:r>
              <a:rPr spc="-20" dirty="0"/>
              <a:t> </a:t>
            </a:r>
            <a:r>
              <a:rPr spc="-5" dirty="0"/>
              <a:t>quickly </a:t>
            </a:r>
            <a:r>
              <a:rPr dirty="0"/>
              <a:t>than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body</a:t>
            </a:r>
            <a:r>
              <a:rPr spc="-5" dirty="0"/>
              <a:t> </a:t>
            </a:r>
            <a:r>
              <a:rPr dirty="0"/>
              <a:t>trunk.</a:t>
            </a:r>
          </a:p>
          <a:p>
            <a:pPr marL="355600" marR="1041400" indent="-342900">
              <a:lnSpc>
                <a:spcPct val="80000"/>
              </a:lnSpc>
              <a:spcBef>
                <a:spcPts val="800"/>
              </a:spcBef>
              <a:buFont typeface="Verdana"/>
              <a:buChar char="•"/>
              <a:tabLst>
                <a:tab pos="355600" algn="l"/>
              </a:tabLst>
            </a:pPr>
            <a:r>
              <a:rPr dirty="0"/>
              <a:t>The </a:t>
            </a:r>
            <a:r>
              <a:rPr spc="-5" dirty="0"/>
              <a:t>posture </a:t>
            </a:r>
            <a:r>
              <a:rPr dirty="0"/>
              <a:t>of </a:t>
            </a:r>
            <a:r>
              <a:rPr spc="-5" dirty="0"/>
              <a:t>child gradually </a:t>
            </a:r>
            <a:r>
              <a:rPr spc="-1080" dirty="0"/>
              <a:t> </a:t>
            </a:r>
            <a:r>
              <a:rPr spc="-5" dirty="0"/>
              <a:t>changes </a:t>
            </a:r>
            <a:r>
              <a:rPr dirty="0"/>
              <a:t>as the </a:t>
            </a:r>
            <a:r>
              <a:rPr spc="-5" dirty="0"/>
              <a:t>pelvis </a:t>
            </a:r>
            <a:r>
              <a:rPr dirty="0"/>
              <a:t>is </a:t>
            </a:r>
            <a:r>
              <a:rPr spc="5" dirty="0"/>
              <a:t> </a:t>
            </a:r>
            <a:r>
              <a:rPr spc="-5" dirty="0"/>
              <a:t>straightened </a:t>
            </a:r>
            <a:r>
              <a:rPr spc="5" dirty="0"/>
              <a:t>&amp; </a:t>
            </a:r>
            <a:r>
              <a:rPr dirty="0"/>
              <a:t>the </a:t>
            </a:r>
            <a:r>
              <a:rPr spc="-5" dirty="0"/>
              <a:t>abdominal </a:t>
            </a:r>
            <a:r>
              <a:rPr spc="-1080" dirty="0"/>
              <a:t> </a:t>
            </a:r>
            <a:r>
              <a:rPr spc="-5" dirty="0"/>
              <a:t>muscles</a:t>
            </a:r>
            <a:r>
              <a:rPr spc="-20" dirty="0"/>
              <a:t> </a:t>
            </a:r>
            <a:r>
              <a:rPr dirty="0"/>
              <a:t>become</a:t>
            </a:r>
            <a:r>
              <a:rPr spc="-15" dirty="0"/>
              <a:t> </a:t>
            </a:r>
            <a:r>
              <a:rPr spc="-5" dirty="0"/>
              <a:t>stronger.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1" y="685800"/>
            <a:ext cx="28098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Weight: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6771" y="6290386"/>
            <a:ext cx="18288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6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676400"/>
            <a:ext cx="8289671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8790" marR="5080" indent="-466725">
              <a:spcBef>
                <a:spcPts val="105"/>
              </a:spcBef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Weight gain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is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generally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slow,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increasing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between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18-20</a:t>
            </a:r>
            <a:r>
              <a:rPr sz="320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kg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About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3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to 5</a:t>
            </a:r>
            <a:r>
              <a:rPr sz="32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kg.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Yearly.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14400"/>
            <a:ext cx="668776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u="sng" dirty="0">
                <a:uFill>
                  <a:solidFill>
                    <a:srgbClr val="006699"/>
                  </a:solidFill>
                </a:uFill>
              </a:rPr>
              <a:t>Physiological</a:t>
            </a:r>
            <a:r>
              <a:rPr u="sng" spc="-25" dirty="0">
                <a:uFill>
                  <a:solidFill>
                    <a:srgbClr val="006699"/>
                  </a:solidFill>
                </a:uFill>
              </a:rPr>
              <a:t> </a:t>
            </a:r>
            <a:r>
              <a:rPr u="sng" spc="-5" dirty="0">
                <a:uFill>
                  <a:solidFill>
                    <a:srgbClr val="006699"/>
                  </a:solidFill>
                </a:uFill>
              </a:rPr>
              <a:t>Growth: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86771" y="6290386"/>
            <a:ext cx="18288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00200"/>
            <a:ext cx="9244279" cy="25961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spcBef>
                <a:spcPts val="10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Pulse: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80-120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beat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/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min</a:t>
            </a:r>
            <a:endParaRPr sz="3200" dirty="0">
              <a:latin typeface="Verdana"/>
              <a:cs typeface="Verdana"/>
            </a:endParaRPr>
          </a:p>
          <a:p>
            <a:pPr marL="355600">
              <a:spcBef>
                <a:spcPts val="5"/>
              </a:spcBef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(average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100 beat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/</a:t>
            </a:r>
            <a:r>
              <a:rPr sz="28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min).</a:t>
            </a:r>
            <a:endParaRPr sz="2800" dirty="0">
              <a:latin typeface="Verdana"/>
              <a:cs typeface="Verdana"/>
            </a:endParaRPr>
          </a:p>
          <a:p>
            <a:pPr marL="355600" indent="-343535">
              <a:spcBef>
                <a:spcPts val="76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Respiration: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20-30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cycle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/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min.</a:t>
            </a:r>
            <a:endParaRPr sz="3200" dirty="0">
              <a:latin typeface="Verdana"/>
              <a:cs typeface="Verdana"/>
            </a:endParaRPr>
          </a:p>
          <a:p>
            <a:pPr marL="355600" indent="-343535">
              <a:spcBef>
                <a:spcPts val="71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Blood</a:t>
            </a:r>
            <a:r>
              <a:rPr sz="32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pressure:</a:t>
            </a:r>
            <a:r>
              <a:rPr sz="320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100/67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Arial"/>
                <a:cs typeface="Arial"/>
              </a:rPr>
              <a:t>±</a:t>
            </a:r>
            <a:endParaRPr sz="3200" dirty="0">
              <a:latin typeface="Arial"/>
              <a:cs typeface="Arial"/>
            </a:endParaRPr>
          </a:p>
          <a:p>
            <a:pPr marL="355600">
              <a:spcBef>
                <a:spcPts val="60"/>
              </a:spcBef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24/25.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762000"/>
            <a:ext cx="8804655" cy="390555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sz="28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Vision</a:t>
            </a:r>
            <a:endParaRPr sz="2800" dirty="0">
              <a:latin typeface="Verdana"/>
              <a:cs typeface="Verdana"/>
            </a:endParaRPr>
          </a:p>
          <a:p>
            <a:pPr marL="355600" marR="31750" indent="-342900">
              <a:spcBef>
                <a:spcPts val="670"/>
              </a:spcBef>
              <a:buFont typeface="Verdana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Preschool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are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generally 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hyperopic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(farsighted)</a:t>
            </a:r>
            <a:r>
              <a:rPr sz="2800" b="1" spc="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unable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 </a:t>
            </a:r>
            <a:r>
              <a:rPr sz="2800" b="1" spc="-94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focus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on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near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objects</a:t>
            </a:r>
            <a:endParaRPr sz="2800" dirty="0">
              <a:latin typeface="Verdana"/>
              <a:cs typeface="Verdana"/>
            </a:endParaRPr>
          </a:p>
          <a:p>
            <a:pPr marL="355600" indent="-342900">
              <a:spcBef>
                <a:spcPts val="675"/>
              </a:spcBef>
              <a:buFont typeface="Verdana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Myopic</a:t>
            </a:r>
            <a:r>
              <a:rPr sz="28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(nearsighted).</a:t>
            </a:r>
            <a:endParaRPr sz="2800" dirty="0">
              <a:latin typeface="Verdana"/>
              <a:cs typeface="Verdana"/>
            </a:endParaRPr>
          </a:p>
          <a:p>
            <a:pPr marL="355600" marR="1609725" indent="-342900">
              <a:spcBef>
                <a:spcPts val="675"/>
              </a:spcBef>
              <a:buFont typeface="Verdana"/>
              <a:buChar char="•"/>
              <a:tabLst>
                <a:tab pos="355600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Both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situations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need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eye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glasses.</a:t>
            </a:r>
            <a:endParaRPr sz="2800" dirty="0">
              <a:latin typeface="Verdana"/>
              <a:cs typeface="Verdana"/>
            </a:endParaRPr>
          </a:p>
          <a:p>
            <a:pPr marL="355600" marR="5080" indent="-342900">
              <a:spcBef>
                <a:spcPts val="670"/>
              </a:spcBef>
              <a:buFont typeface="Verdana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situation</a:t>
            </a:r>
            <a:r>
              <a:rPr sz="2800" b="1" spc="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considered</a:t>
            </a:r>
            <a:r>
              <a:rPr sz="2800" b="1" spc="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normal </a:t>
            </a:r>
            <a:r>
              <a:rPr sz="2800" b="1" spc="-94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up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5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years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6771" y="6290385"/>
            <a:ext cx="182880" cy="42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8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762000"/>
            <a:ext cx="8425840" cy="3763851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spcBef>
                <a:spcPts val="870"/>
              </a:spcBef>
            </a:pP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Hearing</a:t>
            </a:r>
            <a:r>
              <a:rPr sz="3200" b="1" u="sng" spc="-3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 </a:t>
            </a:r>
            <a:r>
              <a:rPr sz="3200" b="1" u="sng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and</a:t>
            </a:r>
            <a:r>
              <a:rPr sz="3200" b="1" u="sng" spc="-3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 </a:t>
            </a:r>
            <a:r>
              <a:rPr sz="3200" b="1" u="sng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taste:</a:t>
            </a:r>
            <a:endParaRPr sz="3200" dirty="0">
              <a:latin typeface="Verdana"/>
              <a:cs typeface="Verdana"/>
            </a:endParaRPr>
          </a:p>
          <a:p>
            <a:pPr marL="354965" marR="5080" indent="-342900">
              <a:spcBef>
                <a:spcPts val="765"/>
              </a:spcBef>
              <a:buClr>
                <a:srgbClr val="006699"/>
              </a:buClr>
              <a:buFont typeface="Verdana"/>
              <a:buChar char="•"/>
              <a:tabLst>
                <a:tab pos="495300" algn="l"/>
                <a:tab pos="495934" algn="l"/>
                <a:tab pos="358838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preschool has reached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optimal</a:t>
            </a:r>
            <a:r>
              <a:rPr sz="32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level	in ability to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listen.</a:t>
            </a:r>
            <a:endParaRPr sz="3200" dirty="0">
              <a:latin typeface="Verdana"/>
              <a:cs typeface="Verdana"/>
            </a:endParaRPr>
          </a:p>
          <a:p>
            <a:pPr marL="354965" marR="155575" indent="-342900">
              <a:spcBef>
                <a:spcPts val="770"/>
              </a:spcBef>
              <a:buClr>
                <a:srgbClr val="006699"/>
              </a:buClr>
              <a:buFont typeface="Verdana"/>
              <a:buChar char="•"/>
              <a:tabLst>
                <a:tab pos="495300" algn="l"/>
                <a:tab pos="495934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relation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to the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sense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taste,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he/she shows their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preference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by asking for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something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and may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refuse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something.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6771" y="6290385"/>
            <a:ext cx="182880" cy="42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45" dirty="0">
                <a:solidFill>
                  <a:srgbClr val="006699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9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1" y="5141976"/>
            <a:ext cx="789305" cy="1714500"/>
            <a:chOff x="0" y="5141976"/>
            <a:chExt cx="789305" cy="1714500"/>
          </a:xfrm>
        </p:grpSpPr>
        <p:sp>
          <p:nvSpPr>
            <p:cNvPr id="3" name="object 3"/>
            <p:cNvSpPr/>
            <p:nvPr/>
          </p:nvSpPr>
          <p:spPr>
            <a:xfrm>
              <a:off x="0" y="5199648"/>
              <a:ext cx="696595" cy="1252220"/>
            </a:xfrm>
            <a:custGeom>
              <a:avLst/>
              <a:gdLst/>
              <a:ahLst/>
              <a:cxnLst/>
              <a:rect l="l" t="t" r="r" b="b"/>
              <a:pathLst>
                <a:path w="696595" h="1252220">
                  <a:moveTo>
                    <a:pt x="97313" y="0"/>
                  </a:moveTo>
                  <a:lnTo>
                    <a:pt x="87382" y="649"/>
                  </a:lnTo>
                  <a:lnTo>
                    <a:pt x="75741" y="3524"/>
                  </a:lnTo>
                  <a:lnTo>
                    <a:pt x="59335" y="9033"/>
                  </a:lnTo>
                  <a:lnTo>
                    <a:pt x="35106" y="17581"/>
                  </a:lnTo>
                  <a:lnTo>
                    <a:pt x="0" y="29576"/>
                  </a:lnTo>
                  <a:lnTo>
                    <a:pt x="0" y="1042401"/>
                  </a:lnTo>
                  <a:lnTo>
                    <a:pt x="16867" y="1056416"/>
                  </a:lnTo>
                  <a:lnTo>
                    <a:pt x="28971" y="1068794"/>
                  </a:lnTo>
                  <a:lnTo>
                    <a:pt x="39290" y="1088613"/>
                  </a:lnTo>
                  <a:lnTo>
                    <a:pt x="50800" y="1124951"/>
                  </a:lnTo>
                  <a:lnTo>
                    <a:pt x="43978" y="1138396"/>
                  </a:lnTo>
                  <a:lnTo>
                    <a:pt x="28376" y="1149161"/>
                  </a:lnTo>
                  <a:lnTo>
                    <a:pt x="11285" y="1159331"/>
                  </a:lnTo>
                  <a:lnTo>
                    <a:pt x="0" y="1170989"/>
                  </a:lnTo>
                  <a:lnTo>
                    <a:pt x="15" y="1221814"/>
                  </a:lnTo>
                  <a:lnTo>
                    <a:pt x="52387" y="1241434"/>
                  </a:lnTo>
                  <a:lnTo>
                    <a:pt x="101600" y="1251951"/>
                  </a:lnTo>
                  <a:lnTo>
                    <a:pt x="101792" y="1221724"/>
                  </a:lnTo>
                  <a:lnTo>
                    <a:pt x="99615" y="1190634"/>
                  </a:lnTo>
                  <a:lnTo>
                    <a:pt x="101600" y="1161538"/>
                  </a:lnTo>
                  <a:lnTo>
                    <a:pt x="114300" y="1137651"/>
                  </a:lnTo>
                  <a:lnTo>
                    <a:pt x="146595" y="1120511"/>
                  </a:lnTo>
                  <a:lnTo>
                    <a:pt x="185737" y="1117212"/>
                  </a:lnTo>
                  <a:lnTo>
                    <a:pt x="231328" y="1117212"/>
                  </a:lnTo>
                  <a:lnTo>
                    <a:pt x="266700" y="1112251"/>
                  </a:lnTo>
                  <a:lnTo>
                    <a:pt x="309631" y="1107299"/>
                  </a:lnTo>
                  <a:lnTo>
                    <a:pt x="355118" y="1100820"/>
                  </a:lnTo>
                  <a:lnTo>
                    <a:pt x="400660" y="1091091"/>
                  </a:lnTo>
                  <a:lnTo>
                    <a:pt x="443759" y="1076391"/>
                  </a:lnTo>
                  <a:lnTo>
                    <a:pt x="481915" y="1055000"/>
                  </a:lnTo>
                  <a:lnTo>
                    <a:pt x="512628" y="1025193"/>
                  </a:lnTo>
                  <a:lnTo>
                    <a:pt x="533400" y="985251"/>
                  </a:lnTo>
                  <a:lnTo>
                    <a:pt x="562694" y="949632"/>
                  </a:lnTo>
                  <a:lnTo>
                    <a:pt x="586779" y="908655"/>
                  </a:lnTo>
                  <a:lnTo>
                    <a:pt x="606400" y="864701"/>
                  </a:lnTo>
                  <a:lnTo>
                    <a:pt x="622300" y="820151"/>
                  </a:lnTo>
                  <a:lnTo>
                    <a:pt x="652838" y="783917"/>
                  </a:lnTo>
                  <a:lnTo>
                    <a:pt x="674014" y="746491"/>
                  </a:lnTo>
                  <a:lnTo>
                    <a:pt x="687322" y="707637"/>
                  </a:lnTo>
                  <a:lnTo>
                    <a:pt x="694258" y="667116"/>
                  </a:lnTo>
                  <a:lnTo>
                    <a:pt x="696317" y="624690"/>
                  </a:lnTo>
                  <a:lnTo>
                    <a:pt x="694994" y="580121"/>
                  </a:lnTo>
                  <a:lnTo>
                    <a:pt x="691786" y="533171"/>
                  </a:lnTo>
                  <a:lnTo>
                    <a:pt x="688187" y="483601"/>
                  </a:lnTo>
                  <a:lnTo>
                    <a:pt x="685693" y="431174"/>
                  </a:lnTo>
                  <a:lnTo>
                    <a:pt x="685800" y="375651"/>
                  </a:lnTo>
                  <a:lnTo>
                    <a:pt x="678180" y="335702"/>
                  </a:lnTo>
                  <a:lnTo>
                    <a:pt x="662178" y="279009"/>
                  </a:lnTo>
                  <a:lnTo>
                    <a:pt x="647700" y="235951"/>
                  </a:lnTo>
                  <a:lnTo>
                    <a:pt x="615280" y="214522"/>
                  </a:lnTo>
                  <a:lnTo>
                    <a:pt x="601464" y="202439"/>
                  </a:lnTo>
                  <a:lnTo>
                    <a:pt x="588540" y="181712"/>
                  </a:lnTo>
                  <a:lnTo>
                    <a:pt x="558800" y="134351"/>
                  </a:lnTo>
                  <a:lnTo>
                    <a:pt x="505221" y="98883"/>
                  </a:lnTo>
                  <a:lnTo>
                    <a:pt x="482600" y="83551"/>
                  </a:lnTo>
                  <a:lnTo>
                    <a:pt x="440556" y="63396"/>
                  </a:lnTo>
                  <a:lnTo>
                    <a:pt x="389135" y="47087"/>
                  </a:lnTo>
                  <a:lnTo>
                    <a:pt x="336822" y="33134"/>
                  </a:lnTo>
                  <a:lnTo>
                    <a:pt x="292100" y="20051"/>
                  </a:lnTo>
                  <a:lnTo>
                    <a:pt x="228261" y="15894"/>
                  </a:lnTo>
                  <a:lnTo>
                    <a:pt x="181046" y="11519"/>
                  </a:lnTo>
                  <a:lnTo>
                    <a:pt x="147400" y="7336"/>
                  </a:lnTo>
                  <a:lnTo>
                    <a:pt x="108589" y="1169"/>
                  </a:lnTo>
                  <a:lnTo>
                    <a:pt x="97313" y="0"/>
                  </a:lnTo>
                  <a:close/>
                </a:path>
                <a:path w="696595" h="1252220">
                  <a:moveTo>
                    <a:pt x="231328" y="1117212"/>
                  </a:moveTo>
                  <a:lnTo>
                    <a:pt x="185737" y="1117212"/>
                  </a:lnTo>
                  <a:lnTo>
                    <a:pt x="227260" y="1117783"/>
                  </a:lnTo>
                  <a:lnTo>
                    <a:pt x="231328" y="1117212"/>
                  </a:lnTo>
                  <a:close/>
                </a:path>
              </a:pathLst>
            </a:custGeom>
            <a:solidFill>
              <a:srgbClr val="F1DFF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462" y="6524625"/>
              <a:ext cx="187325" cy="332105"/>
            </a:xfrm>
            <a:custGeom>
              <a:avLst/>
              <a:gdLst/>
              <a:ahLst/>
              <a:cxnLst/>
              <a:rect l="l" t="t" r="r" b="b"/>
              <a:pathLst>
                <a:path w="187325" h="332104">
                  <a:moveTo>
                    <a:pt x="0" y="0"/>
                  </a:moveTo>
                  <a:lnTo>
                    <a:pt x="9525" y="12700"/>
                  </a:lnTo>
                  <a:lnTo>
                    <a:pt x="23812" y="30162"/>
                  </a:lnTo>
                  <a:lnTo>
                    <a:pt x="41275" y="52387"/>
                  </a:lnTo>
                  <a:lnTo>
                    <a:pt x="60325" y="80962"/>
                  </a:lnTo>
                  <a:lnTo>
                    <a:pt x="85725" y="114300"/>
                  </a:lnTo>
                  <a:lnTo>
                    <a:pt x="106362" y="149225"/>
                  </a:lnTo>
                  <a:lnTo>
                    <a:pt x="125412" y="188912"/>
                  </a:lnTo>
                  <a:lnTo>
                    <a:pt x="138112" y="231773"/>
                  </a:lnTo>
                  <a:lnTo>
                    <a:pt x="149225" y="277812"/>
                  </a:lnTo>
                  <a:lnTo>
                    <a:pt x="144462" y="331787"/>
                  </a:lnTo>
                  <a:lnTo>
                    <a:pt x="187325" y="331787"/>
                  </a:lnTo>
                  <a:lnTo>
                    <a:pt x="185737" y="280987"/>
                  </a:lnTo>
                  <a:lnTo>
                    <a:pt x="165100" y="188912"/>
                  </a:lnTo>
                  <a:lnTo>
                    <a:pt x="130175" y="109537"/>
                  </a:lnTo>
                  <a:lnTo>
                    <a:pt x="74612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69037"/>
              <a:ext cx="206375" cy="2333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4560" y="6303772"/>
              <a:ext cx="167005" cy="345440"/>
            </a:xfrm>
            <a:custGeom>
              <a:avLst/>
              <a:gdLst/>
              <a:ahLst/>
              <a:cxnLst/>
              <a:rect l="l" t="t" r="r" b="b"/>
              <a:pathLst>
                <a:path w="167004" h="345440">
                  <a:moveTo>
                    <a:pt x="166827" y="0"/>
                  </a:moveTo>
                  <a:lnTo>
                    <a:pt x="0" y="286067"/>
                  </a:lnTo>
                  <a:lnTo>
                    <a:pt x="95618" y="345224"/>
                  </a:lnTo>
                  <a:lnTo>
                    <a:pt x="16682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8845" y="5382641"/>
              <a:ext cx="156210" cy="307975"/>
            </a:xfrm>
            <a:custGeom>
              <a:avLst/>
              <a:gdLst/>
              <a:ahLst/>
              <a:cxnLst/>
              <a:rect l="l" t="t" r="r" b="b"/>
              <a:pathLst>
                <a:path w="156209" h="307975">
                  <a:moveTo>
                    <a:pt x="0" y="0"/>
                  </a:moveTo>
                  <a:lnTo>
                    <a:pt x="48539" y="52197"/>
                  </a:lnTo>
                  <a:lnTo>
                    <a:pt x="72174" y="92964"/>
                  </a:lnTo>
                  <a:lnTo>
                    <a:pt x="79400" y="128016"/>
                  </a:lnTo>
                  <a:lnTo>
                    <a:pt x="77698" y="159131"/>
                  </a:lnTo>
                  <a:lnTo>
                    <a:pt x="65595" y="184150"/>
                  </a:lnTo>
                  <a:lnTo>
                    <a:pt x="53911" y="207543"/>
                  </a:lnTo>
                  <a:lnTo>
                    <a:pt x="47828" y="232295"/>
                  </a:lnTo>
                  <a:lnTo>
                    <a:pt x="64389" y="269608"/>
                  </a:lnTo>
                  <a:lnTo>
                    <a:pt x="99949" y="294106"/>
                  </a:lnTo>
                  <a:lnTo>
                    <a:pt x="110337" y="300164"/>
                  </a:lnTo>
                  <a:lnTo>
                    <a:pt x="140208" y="307505"/>
                  </a:lnTo>
                  <a:lnTo>
                    <a:pt x="155943" y="227368"/>
                  </a:lnTo>
                  <a:lnTo>
                    <a:pt x="150418" y="161290"/>
                  </a:lnTo>
                  <a:lnTo>
                    <a:pt x="127774" y="108458"/>
                  </a:lnTo>
                  <a:lnTo>
                    <a:pt x="98539" y="66294"/>
                  </a:lnTo>
                  <a:lnTo>
                    <a:pt x="64211" y="36830"/>
                  </a:lnTo>
                  <a:lnTo>
                    <a:pt x="31572" y="16510"/>
                  </a:lnTo>
                  <a:lnTo>
                    <a:pt x="8928" y="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939" y="5690781"/>
              <a:ext cx="95224" cy="834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5141976"/>
              <a:ext cx="789305" cy="1174750"/>
            </a:xfrm>
            <a:custGeom>
              <a:avLst/>
              <a:gdLst/>
              <a:ahLst/>
              <a:cxnLst/>
              <a:rect l="l" t="t" r="r" b="b"/>
              <a:pathLst>
                <a:path w="789305" h="1174750">
                  <a:moveTo>
                    <a:pt x="160337" y="0"/>
                  </a:moveTo>
                  <a:lnTo>
                    <a:pt x="65087" y="6350"/>
                  </a:lnTo>
                  <a:lnTo>
                    <a:pt x="0" y="20574"/>
                  </a:lnTo>
                  <a:lnTo>
                    <a:pt x="0" y="111125"/>
                  </a:lnTo>
                  <a:lnTo>
                    <a:pt x="50800" y="96774"/>
                  </a:lnTo>
                  <a:lnTo>
                    <a:pt x="107950" y="87249"/>
                  </a:lnTo>
                  <a:lnTo>
                    <a:pt x="171450" y="88900"/>
                  </a:lnTo>
                  <a:lnTo>
                    <a:pt x="244475" y="103124"/>
                  </a:lnTo>
                  <a:lnTo>
                    <a:pt x="322262" y="130175"/>
                  </a:lnTo>
                  <a:lnTo>
                    <a:pt x="412750" y="169799"/>
                  </a:lnTo>
                  <a:lnTo>
                    <a:pt x="508000" y="225425"/>
                  </a:lnTo>
                  <a:lnTo>
                    <a:pt x="566737" y="273050"/>
                  </a:lnTo>
                  <a:lnTo>
                    <a:pt x="609600" y="330200"/>
                  </a:lnTo>
                  <a:lnTo>
                    <a:pt x="638175" y="398399"/>
                  </a:lnTo>
                  <a:lnTo>
                    <a:pt x="654050" y="469836"/>
                  </a:lnTo>
                  <a:lnTo>
                    <a:pt x="657225" y="549211"/>
                  </a:lnTo>
                  <a:lnTo>
                    <a:pt x="647700" y="630174"/>
                  </a:lnTo>
                  <a:lnTo>
                    <a:pt x="628650" y="712724"/>
                  </a:lnTo>
                  <a:lnTo>
                    <a:pt x="604837" y="793686"/>
                  </a:lnTo>
                  <a:lnTo>
                    <a:pt x="568325" y="871474"/>
                  </a:lnTo>
                  <a:lnTo>
                    <a:pt x="528637" y="942911"/>
                  </a:lnTo>
                  <a:lnTo>
                    <a:pt x="482600" y="1007999"/>
                  </a:lnTo>
                  <a:lnTo>
                    <a:pt x="431800" y="1063561"/>
                  </a:lnTo>
                  <a:lnTo>
                    <a:pt x="377825" y="1111186"/>
                  </a:lnTo>
                  <a:lnTo>
                    <a:pt x="323850" y="1139761"/>
                  </a:lnTo>
                  <a:lnTo>
                    <a:pt x="265112" y="1155636"/>
                  </a:lnTo>
                  <a:lnTo>
                    <a:pt x="207962" y="1154049"/>
                  </a:lnTo>
                  <a:lnTo>
                    <a:pt x="314325" y="1174686"/>
                  </a:lnTo>
                  <a:lnTo>
                    <a:pt x="411162" y="1168336"/>
                  </a:lnTo>
                  <a:lnTo>
                    <a:pt x="500062" y="1134999"/>
                  </a:lnTo>
                  <a:lnTo>
                    <a:pt x="577850" y="1084199"/>
                  </a:lnTo>
                  <a:lnTo>
                    <a:pt x="644525" y="1014349"/>
                  </a:lnTo>
                  <a:lnTo>
                    <a:pt x="703262" y="930211"/>
                  </a:lnTo>
                  <a:lnTo>
                    <a:pt x="746125" y="836549"/>
                  </a:lnTo>
                  <a:lnTo>
                    <a:pt x="773112" y="733361"/>
                  </a:lnTo>
                  <a:lnTo>
                    <a:pt x="788987" y="628586"/>
                  </a:lnTo>
                  <a:lnTo>
                    <a:pt x="787400" y="519049"/>
                  </a:lnTo>
                  <a:lnTo>
                    <a:pt x="769937" y="415925"/>
                  </a:lnTo>
                  <a:lnTo>
                    <a:pt x="735012" y="315849"/>
                  </a:lnTo>
                  <a:lnTo>
                    <a:pt x="679450" y="223774"/>
                  </a:lnTo>
                  <a:lnTo>
                    <a:pt x="606425" y="142875"/>
                  </a:lnTo>
                  <a:lnTo>
                    <a:pt x="512762" y="79375"/>
                  </a:lnTo>
                  <a:lnTo>
                    <a:pt x="393700" y="33274"/>
                  </a:lnTo>
                  <a:lnTo>
                    <a:pt x="269875" y="6350"/>
                  </a:lnTo>
                  <a:lnTo>
                    <a:pt x="160337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617893" y="2709037"/>
            <a:ext cx="1276985" cy="1497965"/>
            <a:chOff x="93892" y="2709036"/>
            <a:chExt cx="1276985" cy="1497965"/>
          </a:xfrm>
        </p:grpSpPr>
        <p:sp>
          <p:nvSpPr>
            <p:cNvPr id="11" name="object 11"/>
            <p:cNvSpPr/>
            <p:nvPr/>
          </p:nvSpPr>
          <p:spPr>
            <a:xfrm>
              <a:off x="93892" y="3922394"/>
              <a:ext cx="222250" cy="284480"/>
            </a:xfrm>
            <a:custGeom>
              <a:avLst/>
              <a:gdLst/>
              <a:ahLst/>
              <a:cxnLst/>
              <a:rect l="l" t="t" r="r" b="b"/>
              <a:pathLst>
                <a:path w="222250" h="284479">
                  <a:moveTo>
                    <a:pt x="221880" y="0"/>
                  </a:moveTo>
                  <a:lnTo>
                    <a:pt x="0" y="162559"/>
                  </a:lnTo>
                  <a:lnTo>
                    <a:pt x="113447" y="284352"/>
                  </a:lnTo>
                  <a:lnTo>
                    <a:pt x="2218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1841" y="2755899"/>
              <a:ext cx="1118235" cy="1219200"/>
            </a:xfrm>
            <a:custGeom>
              <a:avLst/>
              <a:gdLst/>
              <a:ahLst/>
              <a:cxnLst/>
              <a:rect l="l" t="t" r="r" b="b"/>
              <a:pathLst>
                <a:path w="1118235" h="1219200">
                  <a:moveTo>
                    <a:pt x="546658" y="0"/>
                  </a:moveTo>
                  <a:lnTo>
                    <a:pt x="501554" y="5850"/>
                  </a:lnTo>
                  <a:lnTo>
                    <a:pt x="456230" y="13612"/>
                  </a:lnTo>
                  <a:lnTo>
                    <a:pt x="412316" y="25177"/>
                  </a:lnTo>
                  <a:lnTo>
                    <a:pt x="371445" y="42436"/>
                  </a:lnTo>
                  <a:lnTo>
                    <a:pt x="335249" y="67280"/>
                  </a:lnTo>
                  <a:lnTo>
                    <a:pt x="305358" y="101600"/>
                  </a:lnTo>
                  <a:lnTo>
                    <a:pt x="296577" y="106412"/>
                  </a:lnTo>
                  <a:lnTo>
                    <a:pt x="250441" y="135086"/>
                  </a:lnTo>
                  <a:lnTo>
                    <a:pt x="190463" y="189880"/>
                  </a:lnTo>
                  <a:lnTo>
                    <a:pt x="152958" y="228600"/>
                  </a:lnTo>
                  <a:lnTo>
                    <a:pt x="121666" y="263595"/>
                  </a:lnTo>
                  <a:lnTo>
                    <a:pt x="87782" y="302851"/>
                  </a:lnTo>
                  <a:lnTo>
                    <a:pt x="55575" y="344929"/>
                  </a:lnTo>
                  <a:lnTo>
                    <a:pt x="29311" y="388392"/>
                  </a:lnTo>
                  <a:lnTo>
                    <a:pt x="13258" y="431800"/>
                  </a:lnTo>
                  <a:lnTo>
                    <a:pt x="3505" y="486785"/>
                  </a:lnTo>
                  <a:lnTo>
                    <a:pt x="0" y="529366"/>
                  </a:lnTo>
                  <a:lnTo>
                    <a:pt x="1371" y="567314"/>
                  </a:lnTo>
                  <a:lnTo>
                    <a:pt x="6248" y="608401"/>
                  </a:lnTo>
                  <a:lnTo>
                    <a:pt x="13258" y="660400"/>
                  </a:lnTo>
                  <a:lnTo>
                    <a:pt x="15019" y="646176"/>
                  </a:lnTo>
                  <a:lnTo>
                    <a:pt x="15441" y="631380"/>
                  </a:lnTo>
                  <a:lnTo>
                    <a:pt x="17946" y="618394"/>
                  </a:lnTo>
                  <a:lnTo>
                    <a:pt x="25958" y="609600"/>
                  </a:lnTo>
                  <a:lnTo>
                    <a:pt x="32408" y="611088"/>
                  </a:lnTo>
                  <a:lnTo>
                    <a:pt x="34690" y="621506"/>
                  </a:lnTo>
                  <a:lnTo>
                    <a:pt x="35781" y="635496"/>
                  </a:lnTo>
                  <a:lnTo>
                    <a:pt x="38658" y="647700"/>
                  </a:lnTo>
                  <a:lnTo>
                    <a:pt x="55040" y="677189"/>
                  </a:lnTo>
                  <a:lnTo>
                    <a:pt x="62294" y="685875"/>
                  </a:lnTo>
                  <a:lnTo>
                    <a:pt x="64257" y="684958"/>
                  </a:lnTo>
                  <a:lnTo>
                    <a:pt x="64764" y="685640"/>
                  </a:lnTo>
                  <a:lnTo>
                    <a:pt x="67652" y="699120"/>
                  </a:lnTo>
                  <a:lnTo>
                    <a:pt x="76758" y="736600"/>
                  </a:lnTo>
                  <a:lnTo>
                    <a:pt x="96514" y="814446"/>
                  </a:lnTo>
                  <a:lnTo>
                    <a:pt x="100571" y="831453"/>
                  </a:lnTo>
                  <a:lnTo>
                    <a:pt x="103569" y="847137"/>
                  </a:lnTo>
                  <a:lnTo>
                    <a:pt x="114858" y="914400"/>
                  </a:lnTo>
                  <a:lnTo>
                    <a:pt x="133115" y="943546"/>
                  </a:lnTo>
                  <a:lnTo>
                    <a:pt x="165658" y="990600"/>
                  </a:lnTo>
                  <a:lnTo>
                    <a:pt x="193340" y="1020032"/>
                  </a:lnTo>
                  <a:lnTo>
                    <a:pt x="244264" y="1054248"/>
                  </a:lnTo>
                  <a:lnTo>
                    <a:pt x="288491" y="1071165"/>
                  </a:lnTo>
                  <a:lnTo>
                    <a:pt x="334801" y="1082724"/>
                  </a:lnTo>
                  <a:lnTo>
                    <a:pt x="381558" y="1092200"/>
                  </a:lnTo>
                  <a:lnTo>
                    <a:pt x="456700" y="1093216"/>
                  </a:lnTo>
                  <a:lnTo>
                    <a:pt x="521457" y="1095724"/>
                  </a:lnTo>
                  <a:lnTo>
                    <a:pt x="588992" y="1101682"/>
                  </a:lnTo>
                  <a:lnTo>
                    <a:pt x="647795" y="1112678"/>
                  </a:lnTo>
                  <a:lnTo>
                    <a:pt x="686358" y="1130300"/>
                  </a:lnTo>
                  <a:lnTo>
                    <a:pt x="704416" y="1171749"/>
                  </a:lnTo>
                  <a:lnTo>
                    <a:pt x="707120" y="1196147"/>
                  </a:lnTo>
                  <a:lnTo>
                    <a:pt x="711758" y="1219200"/>
                  </a:lnTo>
                  <a:lnTo>
                    <a:pt x="766006" y="1202430"/>
                  </a:lnTo>
                  <a:lnTo>
                    <a:pt x="816087" y="1173458"/>
                  </a:lnTo>
                  <a:lnTo>
                    <a:pt x="826058" y="1168400"/>
                  </a:lnTo>
                  <a:lnTo>
                    <a:pt x="846001" y="1163734"/>
                  </a:lnTo>
                  <a:lnTo>
                    <a:pt x="866540" y="1159843"/>
                  </a:lnTo>
                  <a:lnTo>
                    <a:pt x="885887" y="1153880"/>
                  </a:lnTo>
                  <a:lnTo>
                    <a:pt x="902258" y="1143000"/>
                  </a:lnTo>
                  <a:lnTo>
                    <a:pt x="904962" y="1134814"/>
                  </a:lnTo>
                  <a:lnTo>
                    <a:pt x="901266" y="1125140"/>
                  </a:lnTo>
                  <a:lnTo>
                    <a:pt x="894891" y="1114871"/>
                  </a:lnTo>
                  <a:lnTo>
                    <a:pt x="889558" y="1104900"/>
                  </a:lnTo>
                  <a:lnTo>
                    <a:pt x="835980" y="1086790"/>
                  </a:lnTo>
                  <a:lnTo>
                    <a:pt x="813358" y="1079500"/>
                  </a:lnTo>
                  <a:lnTo>
                    <a:pt x="790736" y="1075942"/>
                  </a:lnTo>
                  <a:lnTo>
                    <a:pt x="765733" y="1073896"/>
                  </a:lnTo>
                  <a:lnTo>
                    <a:pt x="745493" y="1068302"/>
                  </a:lnTo>
                  <a:lnTo>
                    <a:pt x="737158" y="1054100"/>
                  </a:lnTo>
                  <a:lnTo>
                    <a:pt x="745716" y="1042739"/>
                  </a:lnTo>
                  <a:lnTo>
                    <a:pt x="766329" y="1041796"/>
                  </a:lnTo>
                  <a:lnTo>
                    <a:pt x="791406" y="1043830"/>
                  </a:lnTo>
                  <a:lnTo>
                    <a:pt x="813358" y="1041400"/>
                  </a:lnTo>
                  <a:lnTo>
                    <a:pt x="826877" y="1033857"/>
                  </a:lnTo>
                  <a:lnTo>
                    <a:pt x="839354" y="1024112"/>
                  </a:lnTo>
                  <a:lnTo>
                    <a:pt x="851533" y="1013485"/>
                  </a:lnTo>
                  <a:lnTo>
                    <a:pt x="864158" y="1003300"/>
                  </a:lnTo>
                  <a:lnTo>
                    <a:pt x="905446" y="983503"/>
                  </a:lnTo>
                  <a:lnTo>
                    <a:pt x="939664" y="955176"/>
                  </a:lnTo>
                  <a:lnTo>
                    <a:pt x="968078" y="920198"/>
                  </a:lnTo>
                  <a:lnTo>
                    <a:pt x="991952" y="880443"/>
                  </a:lnTo>
                  <a:lnTo>
                    <a:pt x="1012552" y="837789"/>
                  </a:lnTo>
                  <a:lnTo>
                    <a:pt x="1031143" y="794113"/>
                  </a:lnTo>
                  <a:lnTo>
                    <a:pt x="1048990" y="751291"/>
                  </a:lnTo>
                  <a:lnTo>
                    <a:pt x="1067358" y="711200"/>
                  </a:lnTo>
                  <a:lnTo>
                    <a:pt x="1079562" y="691024"/>
                  </a:lnTo>
                  <a:lnTo>
                    <a:pt x="1091171" y="674862"/>
                  </a:lnTo>
                  <a:lnTo>
                    <a:pt x="1100398" y="657818"/>
                  </a:lnTo>
                  <a:lnTo>
                    <a:pt x="1108824" y="581909"/>
                  </a:lnTo>
                  <a:lnTo>
                    <a:pt x="1111220" y="529006"/>
                  </a:lnTo>
                  <a:lnTo>
                    <a:pt x="1112999" y="476202"/>
                  </a:lnTo>
                  <a:lnTo>
                    <a:pt x="1116115" y="370537"/>
                  </a:lnTo>
                  <a:lnTo>
                    <a:pt x="1118158" y="317500"/>
                  </a:lnTo>
                  <a:lnTo>
                    <a:pt x="1104689" y="268682"/>
                  </a:lnTo>
                  <a:lnTo>
                    <a:pt x="1090179" y="231949"/>
                  </a:lnTo>
                  <a:lnTo>
                    <a:pt x="1070608" y="196717"/>
                  </a:lnTo>
                  <a:lnTo>
                    <a:pt x="1041958" y="152400"/>
                  </a:lnTo>
                  <a:lnTo>
                    <a:pt x="1004976" y="123362"/>
                  </a:lnTo>
                  <a:lnTo>
                    <a:pt x="966317" y="88320"/>
                  </a:lnTo>
                  <a:lnTo>
                    <a:pt x="925829" y="53827"/>
                  </a:lnTo>
                  <a:lnTo>
                    <a:pt x="883361" y="26436"/>
                  </a:lnTo>
                  <a:lnTo>
                    <a:pt x="838758" y="12700"/>
                  </a:lnTo>
                  <a:lnTo>
                    <a:pt x="790222" y="8205"/>
                  </a:lnTo>
                  <a:lnTo>
                    <a:pt x="741509" y="5484"/>
                  </a:lnTo>
                  <a:lnTo>
                    <a:pt x="692708" y="3921"/>
                  </a:lnTo>
                  <a:lnTo>
                    <a:pt x="595195" y="1796"/>
                  </a:lnTo>
                  <a:lnTo>
                    <a:pt x="546658" y="0"/>
                  </a:lnTo>
                  <a:close/>
                </a:path>
              </a:pathLst>
            </a:custGeom>
            <a:solidFill>
              <a:srgbClr val="EBF7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317" y="2709036"/>
              <a:ext cx="1270635" cy="1171575"/>
            </a:xfrm>
            <a:custGeom>
              <a:avLst/>
              <a:gdLst/>
              <a:ahLst/>
              <a:cxnLst/>
              <a:rect l="l" t="t" r="r" b="b"/>
              <a:pathLst>
                <a:path w="1270635" h="1171575">
                  <a:moveTo>
                    <a:pt x="504418" y="796671"/>
                  </a:moveTo>
                  <a:lnTo>
                    <a:pt x="451904" y="742823"/>
                  </a:lnTo>
                  <a:lnTo>
                    <a:pt x="420382" y="708533"/>
                  </a:lnTo>
                  <a:lnTo>
                    <a:pt x="391591" y="662559"/>
                  </a:lnTo>
                  <a:lnTo>
                    <a:pt x="368249" y="603250"/>
                  </a:lnTo>
                  <a:lnTo>
                    <a:pt x="357543" y="529717"/>
                  </a:lnTo>
                  <a:lnTo>
                    <a:pt x="364401" y="440690"/>
                  </a:lnTo>
                  <a:lnTo>
                    <a:pt x="395998" y="335407"/>
                  </a:lnTo>
                  <a:lnTo>
                    <a:pt x="366852" y="350647"/>
                  </a:lnTo>
                  <a:lnTo>
                    <a:pt x="335026" y="387223"/>
                  </a:lnTo>
                  <a:lnTo>
                    <a:pt x="304888" y="436499"/>
                  </a:lnTo>
                  <a:lnTo>
                    <a:pt x="278663" y="498983"/>
                  </a:lnTo>
                  <a:lnTo>
                    <a:pt x="262953" y="576199"/>
                  </a:lnTo>
                  <a:lnTo>
                    <a:pt x="268744" y="660781"/>
                  </a:lnTo>
                  <a:lnTo>
                    <a:pt x="297700" y="755777"/>
                  </a:lnTo>
                  <a:lnTo>
                    <a:pt x="353136" y="856869"/>
                  </a:lnTo>
                  <a:lnTo>
                    <a:pt x="379564" y="853313"/>
                  </a:lnTo>
                  <a:lnTo>
                    <a:pt x="405447" y="851916"/>
                  </a:lnTo>
                  <a:lnTo>
                    <a:pt x="434619" y="846594"/>
                  </a:lnTo>
                  <a:lnTo>
                    <a:pt x="458851" y="842391"/>
                  </a:lnTo>
                  <a:lnTo>
                    <a:pt x="479209" y="834898"/>
                  </a:lnTo>
                  <a:lnTo>
                    <a:pt x="495693" y="824103"/>
                  </a:lnTo>
                  <a:lnTo>
                    <a:pt x="503910" y="808863"/>
                  </a:lnTo>
                  <a:lnTo>
                    <a:pt x="504418" y="796671"/>
                  </a:lnTo>
                  <a:close/>
                </a:path>
                <a:path w="1270635" h="1171575">
                  <a:moveTo>
                    <a:pt x="720915" y="1117727"/>
                  </a:moveTo>
                  <a:lnTo>
                    <a:pt x="663028" y="1128903"/>
                  </a:lnTo>
                  <a:lnTo>
                    <a:pt x="601853" y="1134237"/>
                  </a:lnTo>
                  <a:lnTo>
                    <a:pt x="546150" y="1136015"/>
                  </a:lnTo>
                  <a:lnTo>
                    <a:pt x="492633" y="1128395"/>
                  </a:lnTo>
                  <a:lnTo>
                    <a:pt x="440194" y="1116203"/>
                  </a:lnTo>
                  <a:lnTo>
                    <a:pt x="393230" y="1100328"/>
                  </a:lnTo>
                  <a:lnTo>
                    <a:pt x="352818" y="1076071"/>
                  </a:lnTo>
                  <a:lnTo>
                    <a:pt x="311302" y="1056513"/>
                  </a:lnTo>
                  <a:lnTo>
                    <a:pt x="271983" y="1027557"/>
                  </a:lnTo>
                  <a:lnTo>
                    <a:pt x="243586" y="991362"/>
                  </a:lnTo>
                  <a:lnTo>
                    <a:pt x="218465" y="960882"/>
                  </a:lnTo>
                  <a:lnTo>
                    <a:pt x="191160" y="919988"/>
                  </a:lnTo>
                  <a:lnTo>
                    <a:pt x="173685" y="876427"/>
                  </a:lnTo>
                  <a:lnTo>
                    <a:pt x="160566" y="834021"/>
                  </a:lnTo>
                  <a:lnTo>
                    <a:pt x="151828" y="792480"/>
                  </a:lnTo>
                  <a:lnTo>
                    <a:pt x="145275" y="741680"/>
                  </a:lnTo>
                  <a:lnTo>
                    <a:pt x="156197" y="576707"/>
                  </a:lnTo>
                  <a:lnTo>
                    <a:pt x="187883" y="441325"/>
                  </a:lnTo>
                  <a:lnTo>
                    <a:pt x="235940" y="334264"/>
                  </a:lnTo>
                  <a:lnTo>
                    <a:pt x="291642" y="253619"/>
                  </a:lnTo>
                  <a:lnTo>
                    <a:pt x="351726" y="193802"/>
                  </a:lnTo>
                  <a:lnTo>
                    <a:pt x="401967" y="156337"/>
                  </a:lnTo>
                  <a:lnTo>
                    <a:pt x="434733" y="134366"/>
                  </a:lnTo>
                  <a:lnTo>
                    <a:pt x="450024" y="128143"/>
                  </a:lnTo>
                  <a:lnTo>
                    <a:pt x="403059" y="131953"/>
                  </a:lnTo>
                  <a:lnTo>
                    <a:pt x="369201" y="138811"/>
                  </a:lnTo>
                  <a:lnTo>
                    <a:pt x="339699" y="146685"/>
                  </a:lnTo>
                  <a:lnTo>
                    <a:pt x="311302" y="149860"/>
                  </a:lnTo>
                  <a:lnTo>
                    <a:pt x="291642" y="155194"/>
                  </a:lnTo>
                  <a:lnTo>
                    <a:pt x="267614" y="159385"/>
                  </a:lnTo>
                  <a:lnTo>
                    <a:pt x="246862" y="169291"/>
                  </a:lnTo>
                  <a:lnTo>
                    <a:pt x="221742" y="178181"/>
                  </a:lnTo>
                  <a:lnTo>
                    <a:pt x="120154" y="277622"/>
                  </a:lnTo>
                  <a:lnTo>
                    <a:pt x="44792" y="422656"/>
                  </a:lnTo>
                  <a:lnTo>
                    <a:pt x="31686" y="498348"/>
                  </a:lnTo>
                  <a:lnTo>
                    <a:pt x="14198" y="573151"/>
                  </a:lnTo>
                  <a:lnTo>
                    <a:pt x="4368" y="654558"/>
                  </a:lnTo>
                  <a:lnTo>
                    <a:pt x="0" y="732409"/>
                  </a:lnTo>
                  <a:lnTo>
                    <a:pt x="12014" y="819023"/>
                  </a:lnTo>
                  <a:lnTo>
                    <a:pt x="43700" y="900303"/>
                  </a:lnTo>
                  <a:lnTo>
                    <a:pt x="97218" y="986663"/>
                  </a:lnTo>
                  <a:lnTo>
                    <a:pt x="140906" y="1036320"/>
                  </a:lnTo>
                  <a:lnTo>
                    <a:pt x="194437" y="1083310"/>
                  </a:lnTo>
                  <a:lnTo>
                    <a:pt x="259969" y="1118362"/>
                  </a:lnTo>
                  <a:lnTo>
                    <a:pt x="297103" y="1136904"/>
                  </a:lnTo>
                  <a:lnTo>
                    <a:pt x="374662" y="1160018"/>
                  </a:lnTo>
                  <a:lnTo>
                    <a:pt x="464223" y="1171067"/>
                  </a:lnTo>
                  <a:lnTo>
                    <a:pt x="558165" y="1163447"/>
                  </a:lnTo>
                  <a:lnTo>
                    <a:pt x="665213" y="1139190"/>
                  </a:lnTo>
                  <a:lnTo>
                    <a:pt x="720915" y="1117727"/>
                  </a:lnTo>
                  <a:close/>
                </a:path>
                <a:path w="1270635" h="1171575">
                  <a:moveTo>
                    <a:pt x="1270266" y="495427"/>
                  </a:moveTo>
                  <a:lnTo>
                    <a:pt x="1262519" y="370713"/>
                  </a:lnTo>
                  <a:lnTo>
                    <a:pt x="1207655" y="249682"/>
                  </a:lnTo>
                  <a:lnTo>
                    <a:pt x="1143038" y="170688"/>
                  </a:lnTo>
                  <a:lnTo>
                    <a:pt x="1088275" y="108712"/>
                  </a:lnTo>
                  <a:lnTo>
                    <a:pt x="1041196" y="73152"/>
                  </a:lnTo>
                  <a:lnTo>
                    <a:pt x="1003973" y="54610"/>
                  </a:lnTo>
                  <a:lnTo>
                    <a:pt x="973328" y="47371"/>
                  </a:lnTo>
                  <a:lnTo>
                    <a:pt x="908735" y="7747"/>
                  </a:lnTo>
                  <a:lnTo>
                    <a:pt x="707390" y="0"/>
                  </a:lnTo>
                  <a:lnTo>
                    <a:pt x="650494" y="6350"/>
                  </a:lnTo>
                  <a:lnTo>
                    <a:pt x="594690" y="8001"/>
                  </a:lnTo>
                  <a:lnTo>
                    <a:pt x="546557" y="16510"/>
                  </a:lnTo>
                  <a:lnTo>
                    <a:pt x="467791" y="37338"/>
                  </a:lnTo>
                  <a:lnTo>
                    <a:pt x="431698" y="53467"/>
                  </a:lnTo>
                  <a:lnTo>
                    <a:pt x="398894" y="75311"/>
                  </a:lnTo>
                  <a:lnTo>
                    <a:pt x="364998" y="101854"/>
                  </a:lnTo>
                  <a:lnTo>
                    <a:pt x="422986" y="90805"/>
                  </a:lnTo>
                  <a:lnTo>
                    <a:pt x="475500" y="83439"/>
                  </a:lnTo>
                  <a:lnTo>
                    <a:pt x="578345" y="77978"/>
                  </a:lnTo>
                  <a:lnTo>
                    <a:pt x="621017" y="73152"/>
                  </a:lnTo>
                  <a:lnTo>
                    <a:pt x="665886" y="78740"/>
                  </a:lnTo>
                  <a:lnTo>
                    <a:pt x="711835" y="79756"/>
                  </a:lnTo>
                  <a:lnTo>
                    <a:pt x="790638" y="98171"/>
                  </a:lnTo>
                  <a:lnTo>
                    <a:pt x="828954" y="112014"/>
                  </a:lnTo>
                  <a:lnTo>
                    <a:pt x="866165" y="130556"/>
                  </a:lnTo>
                  <a:lnTo>
                    <a:pt x="929678" y="174879"/>
                  </a:lnTo>
                  <a:lnTo>
                    <a:pt x="965809" y="198120"/>
                  </a:lnTo>
                  <a:lnTo>
                    <a:pt x="1024953" y="261112"/>
                  </a:lnTo>
                  <a:lnTo>
                    <a:pt x="1069886" y="345313"/>
                  </a:lnTo>
                  <a:lnTo>
                    <a:pt x="1092962" y="444119"/>
                  </a:lnTo>
                  <a:lnTo>
                    <a:pt x="1089787" y="556514"/>
                  </a:lnTo>
                  <a:lnTo>
                    <a:pt x="1073467" y="665734"/>
                  </a:lnTo>
                  <a:lnTo>
                    <a:pt x="1046226" y="782320"/>
                  </a:lnTo>
                  <a:lnTo>
                    <a:pt x="1008024" y="886460"/>
                  </a:lnTo>
                  <a:lnTo>
                    <a:pt x="973086" y="976503"/>
                  </a:lnTo>
                  <a:lnTo>
                    <a:pt x="933767" y="1045972"/>
                  </a:lnTo>
                  <a:lnTo>
                    <a:pt x="986243" y="999363"/>
                  </a:lnTo>
                  <a:lnTo>
                    <a:pt x="1052931" y="931291"/>
                  </a:lnTo>
                  <a:lnTo>
                    <a:pt x="1125054" y="839978"/>
                  </a:lnTo>
                  <a:lnTo>
                    <a:pt x="1194955" y="738378"/>
                  </a:lnTo>
                  <a:lnTo>
                    <a:pt x="1245247" y="622300"/>
                  </a:lnTo>
                  <a:lnTo>
                    <a:pt x="1270266" y="495427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940256" y="4201287"/>
            <a:ext cx="125095" cy="403225"/>
          </a:xfrm>
          <a:custGeom>
            <a:avLst/>
            <a:gdLst/>
            <a:ahLst/>
            <a:cxnLst/>
            <a:rect l="l" t="t" r="r" b="b"/>
            <a:pathLst>
              <a:path w="125095" h="403225">
                <a:moveTo>
                  <a:pt x="90563" y="0"/>
                </a:moveTo>
                <a:lnTo>
                  <a:pt x="0" y="384556"/>
                </a:lnTo>
                <a:lnTo>
                  <a:pt x="124485" y="403098"/>
                </a:lnTo>
                <a:lnTo>
                  <a:pt x="90563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249602" y="3788791"/>
            <a:ext cx="1250315" cy="1190625"/>
            <a:chOff x="725601" y="3788790"/>
            <a:chExt cx="1250315" cy="1190625"/>
          </a:xfrm>
        </p:grpSpPr>
        <p:sp>
          <p:nvSpPr>
            <p:cNvPr id="16" name="object 16"/>
            <p:cNvSpPr/>
            <p:nvPr/>
          </p:nvSpPr>
          <p:spPr>
            <a:xfrm>
              <a:off x="725601" y="4035932"/>
              <a:ext cx="219075" cy="386080"/>
            </a:xfrm>
            <a:custGeom>
              <a:avLst/>
              <a:gdLst/>
              <a:ahLst/>
              <a:cxnLst/>
              <a:rect l="l" t="t" r="r" b="b"/>
              <a:pathLst>
                <a:path w="219075" h="386079">
                  <a:moveTo>
                    <a:pt x="0" y="0"/>
                  </a:moveTo>
                  <a:lnTo>
                    <a:pt x="127749" y="385699"/>
                  </a:lnTo>
                  <a:lnTo>
                    <a:pt x="219036" y="309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7747" y="3788790"/>
              <a:ext cx="1148080" cy="1190625"/>
            </a:xfrm>
            <a:custGeom>
              <a:avLst/>
              <a:gdLst/>
              <a:ahLst/>
              <a:cxnLst/>
              <a:rect l="l" t="t" r="r" b="b"/>
              <a:pathLst>
                <a:path w="1148080" h="1190625">
                  <a:moveTo>
                    <a:pt x="47345" y="144653"/>
                  </a:moveTo>
                  <a:lnTo>
                    <a:pt x="41097" y="92202"/>
                  </a:lnTo>
                  <a:lnTo>
                    <a:pt x="15176" y="64135"/>
                  </a:lnTo>
                  <a:lnTo>
                    <a:pt x="1993" y="61087"/>
                  </a:lnTo>
                  <a:lnTo>
                    <a:pt x="4000" y="151638"/>
                  </a:lnTo>
                  <a:lnTo>
                    <a:pt x="4152" y="190627"/>
                  </a:lnTo>
                  <a:lnTo>
                    <a:pt x="0" y="248031"/>
                  </a:lnTo>
                  <a:lnTo>
                    <a:pt x="26758" y="212979"/>
                  </a:lnTo>
                  <a:lnTo>
                    <a:pt x="41986" y="177546"/>
                  </a:lnTo>
                  <a:lnTo>
                    <a:pt x="47345" y="144653"/>
                  </a:lnTo>
                  <a:close/>
                </a:path>
                <a:path w="1148080" h="1190625">
                  <a:moveTo>
                    <a:pt x="339572" y="95504"/>
                  </a:moveTo>
                  <a:lnTo>
                    <a:pt x="187502" y="0"/>
                  </a:lnTo>
                  <a:lnTo>
                    <a:pt x="90335" y="27686"/>
                  </a:lnTo>
                  <a:lnTo>
                    <a:pt x="92544" y="28194"/>
                  </a:lnTo>
                  <a:lnTo>
                    <a:pt x="100825" y="32512"/>
                  </a:lnTo>
                  <a:lnTo>
                    <a:pt x="108585" y="39116"/>
                  </a:lnTo>
                  <a:lnTo>
                    <a:pt x="123482" y="45085"/>
                  </a:lnTo>
                  <a:lnTo>
                    <a:pt x="142798" y="51943"/>
                  </a:lnTo>
                  <a:lnTo>
                    <a:pt x="163779" y="61595"/>
                  </a:lnTo>
                  <a:lnTo>
                    <a:pt x="185305" y="69088"/>
                  </a:lnTo>
                  <a:lnTo>
                    <a:pt x="207962" y="81534"/>
                  </a:lnTo>
                  <a:lnTo>
                    <a:pt x="185978" y="86106"/>
                  </a:lnTo>
                  <a:lnTo>
                    <a:pt x="156946" y="100838"/>
                  </a:lnTo>
                  <a:lnTo>
                    <a:pt x="125768" y="124841"/>
                  </a:lnTo>
                  <a:lnTo>
                    <a:pt x="95199" y="156083"/>
                  </a:lnTo>
                  <a:lnTo>
                    <a:pt x="66840" y="187833"/>
                  </a:lnTo>
                  <a:lnTo>
                    <a:pt x="42354" y="222885"/>
                  </a:lnTo>
                  <a:lnTo>
                    <a:pt x="26847" y="279273"/>
                  </a:lnTo>
                  <a:lnTo>
                    <a:pt x="73152" y="220472"/>
                  </a:lnTo>
                  <a:lnTo>
                    <a:pt x="125082" y="177419"/>
                  </a:lnTo>
                  <a:lnTo>
                    <a:pt x="174358" y="145796"/>
                  </a:lnTo>
                  <a:lnTo>
                    <a:pt x="226441" y="121920"/>
                  </a:lnTo>
                  <a:lnTo>
                    <a:pt x="269773" y="105664"/>
                  </a:lnTo>
                  <a:lnTo>
                    <a:pt x="332422" y="96266"/>
                  </a:lnTo>
                  <a:lnTo>
                    <a:pt x="339572" y="95504"/>
                  </a:lnTo>
                  <a:close/>
                </a:path>
                <a:path w="1148080" h="1190625">
                  <a:moveTo>
                    <a:pt x="1147864" y="1158875"/>
                  </a:moveTo>
                  <a:lnTo>
                    <a:pt x="1011212" y="1103249"/>
                  </a:lnTo>
                  <a:lnTo>
                    <a:pt x="872528" y="1033526"/>
                  </a:lnTo>
                  <a:lnTo>
                    <a:pt x="752513" y="960882"/>
                  </a:lnTo>
                  <a:lnTo>
                    <a:pt x="659422" y="879348"/>
                  </a:lnTo>
                  <a:lnTo>
                    <a:pt x="621576" y="840613"/>
                  </a:lnTo>
                  <a:lnTo>
                    <a:pt x="581444" y="806069"/>
                  </a:lnTo>
                  <a:lnTo>
                    <a:pt x="535978" y="763270"/>
                  </a:lnTo>
                  <a:lnTo>
                    <a:pt x="490258" y="707263"/>
                  </a:lnTo>
                  <a:lnTo>
                    <a:pt x="437540" y="637032"/>
                  </a:lnTo>
                  <a:lnTo>
                    <a:pt x="382143" y="544576"/>
                  </a:lnTo>
                  <a:lnTo>
                    <a:pt x="317588" y="423799"/>
                  </a:lnTo>
                  <a:lnTo>
                    <a:pt x="249313" y="264541"/>
                  </a:lnTo>
                  <a:lnTo>
                    <a:pt x="260007" y="335407"/>
                  </a:lnTo>
                  <a:lnTo>
                    <a:pt x="285877" y="414528"/>
                  </a:lnTo>
                  <a:lnTo>
                    <a:pt x="321221" y="498729"/>
                  </a:lnTo>
                  <a:lnTo>
                    <a:pt x="363067" y="589026"/>
                  </a:lnTo>
                  <a:lnTo>
                    <a:pt x="413854" y="676402"/>
                  </a:lnTo>
                  <a:lnTo>
                    <a:pt x="469557" y="763778"/>
                  </a:lnTo>
                  <a:lnTo>
                    <a:pt x="523913" y="839978"/>
                  </a:lnTo>
                  <a:lnTo>
                    <a:pt x="580682" y="907161"/>
                  </a:lnTo>
                  <a:lnTo>
                    <a:pt x="642404" y="974344"/>
                  </a:lnTo>
                  <a:lnTo>
                    <a:pt x="700824" y="1029462"/>
                  </a:lnTo>
                  <a:lnTo>
                    <a:pt x="755307" y="1069213"/>
                  </a:lnTo>
                  <a:lnTo>
                    <a:pt x="806996" y="1105027"/>
                  </a:lnTo>
                  <a:lnTo>
                    <a:pt x="856272" y="1131570"/>
                  </a:lnTo>
                  <a:lnTo>
                    <a:pt x="908850" y="1152144"/>
                  </a:lnTo>
                  <a:lnTo>
                    <a:pt x="963333" y="1173861"/>
                  </a:lnTo>
                  <a:lnTo>
                    <a:pt x="1023023" y="1190371"/>
                  </a:lnTo>
                  <a:lnTo>
                    <a:pt x="1147864" y="1158875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683000" y="5073777"/>
            <a:ext cx="432434" cy="294640"/>
          </a:xfrm>
          <a:custGeom>
            <a:avLst/>
            <a:gdLst/>
            <a:ahLst/>
            <a:cxnLst/>
            <a:rect l="l" t="t" r="r" b="b"/>
            <a:pathLst>
              <a:path w="432435" h="294639">
                <a:moveTo>
                  <a:pt x="57150" y="0"/>
                </a:moveTo>
                <a:lnTo>
                  <a:pt x="0" y="37973"/>
                </a:lnTo>
                <a:lnTo>
                  <a:pt x="143637" y="102362"/>
                </a:lnTo>
                <a:lnTo>
                  <a:pt x="251079" y="165608"/>
                </a:lnTo>
                <a:lnTo>
                  <a:pt x="329183" y="229108"/>
                </a:lnTo>
                <a:lnTo>
                  <a:pt x="381762" y="294513"/>
                </a:lnTo>
                <a:lnTo>
                  <a:pt x="432181" y="287274"/>
                </a:lnTo>
                <a:lnTo>
                  <a:pt x="409956" y="251460"/>
                </a:lnTo>
                <a:lnTo>
                  <a:pt x="385572" y="219710"/>
                </a:lnTo>
                <a:lnTo>
                  <a:pt x="359282" y="187071"/>
                </a:lnTo>
                <a:lnTo>
                  <a:pt x="328802" y="157353"/>
                </a:lnTo>
                <a:lnTo>
                  <a:pt x="272795" y="116459"/>
                </a:lnTo>
                <a:lnTo>
                  <a:pt x="204977" y="74549"/>
                </a:lnTo>
                <a:lnTo>
                  <a:pt x="133095" y="35814"/>
                </a:lnTo>
                <a:lnTo>
                  <a:pt x="57150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13403" y="5524500"/>
            <a:ext cx="59055" cy="195580"/>
          </a:xfrm>
          <a:custGeom>
            <a:avLst/>
            <a:gdLst/>
            <a:ahLst/>
            <a:cxnLst/>
            <a:rect l="l" t="t" r="r" b="b"/>
            <a:pathLst>
              <a:path w="59055" h="195579">
                <a:moveTo>
                  <a:pt x="58547" y="0"/>
                </a:moveTo>
                <a:lnTo>
                  <a:pt x="11049" y="8255"/>
                </a:lnTo>
                <a:lnTo>
                  <a:pt x="13081" y="35306"/>
                </a:lnTo>
                <a:lnTo>
                  <a:pt x="9525" y="90627"/>
                </a:lnTo>
                <a:lnTo>
                  <a:pt x="7112" y="112750"/>
                </a:lnTo>
                <a:lnTo>
                  <a:pt x="2667" y="138899"/>
                </a:lnTo>
                <a:lnTo>
                  <a:pt x="0" y="179108"/>
                </a:lnTo>
                <a:lnTo>
                  <a:pt x="889" y="195186"/>
                </a:lnTo>
                <a:lnTo>
                  <a:pt x="18796" y="171018"/>
                </a:lnTo>
                <a:lnTo>
                  <a:pt x="29210" y="142836"/>
                </a:lnTo>
                <a:lnTo>
                  <a:pt x="39243" y="119697"/>
                </a:lnTo>
                <a:lnTo>
                  <a:pt x="46482" y="97561"/>
                </a:lnTo>
                <a:lnTo>
                  <a:pt x="54737" y="73418"/>
                </a:lnTo>
                <a:lnTo>
                  <a:pt x="56388" y="48259"/>
                </a:lnTo>
                <a:lnTo>
                  <a:pt x="56896" y="25146"/>
                </a:lnTo>
                <a:lnTo>
                  <a:pt x="58547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92376" y="6173482"/>
            <a:ext cx="374015" cy="610870"/>
          </a:xfrm>
          <a:custGeom>
            <a:avLst/>
            <a:gdLst/>
            <a:ahLst/>
            <a:cxnLst/>
            <a:rect l="l" t="t" r="r" b="b"/>
            <a:pathLst>
              <a:path w="374015" h="610870">
                <a:moveTo>
                  <a:pt x="134175" y="584466"/>
                </a:moveTo>
                <a:lnTo>
                  <a:pt x="0" y="257136"/>
                </a:lnTo>
                <a:lnTo>
                  <a:pt x="19354" y="610247"/>
                </a:lnTo>
                <a:lnTo>
                  <a:pt x="134175" y="584466"/>
                </a:lnTo>
                <a:close/>
              </a:path>
              <a:path w="374015" h="610870">
                <a:moveTo>
                  <a:pt x="373938" y="124193"/>
                </a:moveTo>
                <a:lnTo>
                  <a:pt x="144373" y="0"/>
                </a:lnTo>
                <a:lnTo>
                  <a:pt x="282638" y="238798"/>
                </a:lnTo>
                <a:lnTo>
                  <a:pt x="373938" y="124193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06574" y="1810130"/>
            <a:ext cx="304165" cy="180340"/>
          </a:xfrm>
          <a:custGeom>
            <a:avLst/>
            <a:gdLst/>
            <a:ahLst/>
            <a:cxnLst/>
            <a:rect l="l" t="t" r="r" b="b"/>
            <a:pathLst>
              <a:path w="304165" h="180339">
                <a:moveTo>
                  <a:pt x="0" y="0"/>
                </a:moveTo>
                <a:lnTo>
                  <a:pt x="249339" y="180340"/>
                </a:lnTo>
                <a:lnTo>
                  <a:pt x="304088" y="32766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50630" y="2117726"/>
            <a:ext cx="280670" cy="338455"/>
          </a:xfrm>
          <a:custGeom>
            <a:avLst/>
            <a:gdLst/>
            <a:ahLst/>
            <a:cxnLst/>
            <a:rect l="l" t="t" r="r" b="b"/>
            <a:pathLst>
              <a:path w="280669" h="338455">
                <a:moveTo>
                  <a:pt x="0" y="0"/>
                </a:moveTo>
                <a:lnTo>
                  <a:pt x="163918" y="338327"/>
                </a:lnTo>
                <a:lnTo>
                  <a:pt x="280543" y="268604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524000" y="0"/>
            <a:ext cx="1468120" cy="2447290"/>
            <a:chOff x="0" y="0"/>
            <a:chExt cx="1468120" cy="2447290"/>
          </a:xfrm>
        </p:grpSpPr>
        <p:sp>
          <p:nvSpPr>
            <p:cNvPr id="24" name="object 24"/>
            <p:cNvSpPr/>
            <p:nvPr/>
          </p:nvSpPr>
          <p:spPr>
            <a:xfrm>
              <a:off x="355206" y="2081276"/>
              <a:ext cx="130175" cy="365760"/>
            </a:xfrm>
            <a:custGeom>
              <a:avLst/>
              <a:gdLst/>
              <a:ahLst/>
              <a:cxnLst/>
              <a:rect l="l" t="t" r="r" b="b"/>
              <a:pathLst>
                <a:path w="130175" h="365760">
                  <a:moveTo>
                    <a:pt x="69100" y="0"/>
                  </a:moveTo>
                  <a:lnTo>
                    <a:pt x="0" y="344677"/>
                  </a:lnTo>
                  <a:lnTo>
                    <a:pt x="129667" y="365633"/>
                  </a:lnTo>
                  <a:lnTo>
                    <a:pt x="691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8112" y="149225"/>
              <a:ext cx="1104265" cy="1200150"/>
            </a:xfrm>
            <a:custGeom>
              <a:avLst/>
              <a:gdLst/>
              <a:ahLst/>
              <a:cxnLst/>
              <a:rect l="l" t="t" r="r" b="b"/>
              <a:pathLst>
                <a:path w="1104265" h="1200150">
                  <a:moveTo>
                    <a:pt x="420687" y="0"/>
                  </a:moveTo>
                  <a:lnTo>
                    <a:pt x="410964" y="2555"/>
                  </a:lnTo>
                  <a:lnTo>
                    <a:pt x="402604" y="4661"/>
                  </a:lnTo>
                  <a:lnTo>
                    <a:pt x="395287" y="6350"/>
                  </a:lnTo>
                  <a:lnTo>
                    <a:pt x="357187" y="15875"/>
                  </a:lnTo>
                  <a:lnTo>
                    <a:pt x="309760" y="26939"/>
                  </a:lnTo>
                  <a:lnTo>
                    <a:pt x="286866" y="35038"/>
                  </a:lnTo>
                  <a:lnTo>
                    <a:pt x="268287" y="47625"/>
                  </a:lnTo>
                  <a:lnTo>
                    <a:pt x="244301" y="60289"/>
                  </a:lnTo>
                  <a:lnTo>
                    <a:pt x="220464" y="78930"/>
                  </a:lnTo>
                  <a:lnTo>
                    <a:pt x="197519" y="99381"/>
                  </a:lnTo>
                  <a:lnTo>
                    <a:pt x="176212" y="117475"/>
                  </a:lnTo>
                  <a:lnTo>
                    <a:pt x="147488" y="133796"/>
                  </a:lnTo>
                  <a:lnTo>
                    <a:pt x="119062" y="159940"/>
                  </a:lnTo>
                  <a:lnTo>
                    <a:pt x="95398" y="190251"/>
                  </a:lnTo>
                  <a:lnTo>
                    <a:pt x="80962" y="219075"/>
                  </a:lnTo>
                  <a:lnTo>
                    <a:pt x="78655" y="221704"/>
                  </a:lnTo>
                  <a:lnTo>
                    <a:pt x="56753" y="255402"/>
                  </a:lnTo>
                  <a:lnTo>
                    <a:pt x="49410" y="277925"/>
                  </a:lnTo>
                  <a:lnTo>
                    <a:pt x="46037" y="288925"/>
                  </a:lnTo>
                  <a:lnTo>
                    <a:pt x="33337" y="333375"/>
                  </a:lnTo>
                  <a:lnTo>
                    <a:pt x="16073" y="366712"/>
                  </a:lnTo>
                  <a:lnTo>
                    <a:pt x="8111" y="383381"/>
                  </a:lnTo>
                  <a:lnTo>
                    <a:pt x="4762" y="400050"/>
                  </a:lnTo>
                  <a:lnTo>
                    <a:pt x="3819" y="455725"/>
                  </a:lnTo>
                  <a:lnTo>
                    <a:pt x="2530" y="566552"/>
                  </a:lnTo>
                  <a:lnTo>
                    <a:pt x="1598" y="621621"/>
                  </a:lnTo>
                  <a:lnTo>
                    <a:pt x="7937" y="625475"/>
                  </a:lnTo>
                  <a:lnTo>
                    <a:pt x="7937" y="628650"/>
                  </a:lnTo>
                  <a:lnTo>
                    <a:pt x="9549" y="643201"/>
                  </a:lnTo>
                  <a:lnTo>
                    <a:pt x="10120" y="658193"/>
                  </a:lnTo>
                  <a:lnTo>
                    <a:pt x="10393" y="673494"/>
                  </a:lnTo>
                  <a:lnTo>
                    <a:pt x="11112" y="688975"/>
                  </a:lnTo>
                  <a:lnTo>
                    <a:pt x="26516" y="731605"/>
                  </a:lnTo>
                  <a:lnTo>
                    <a:pt x="52635" y="759073"/>
                  </a:lnTo>
                  <a:lnTo>
                    <a:pt x="67865" y="773509"/>
                  </a:lnTo>
                  <a:lnTo>
                    <a:pt x="96837" y="803275"/>
                  </a:lnTo>
                  <a:lnTo>
                    <a:pt x="110951" y="815542"/>
                  </a:lnTo>
                  <a:lnTo>
                    <a:pt x="126404" y="826642"/>
                  </a:lnTo>
                  <a:lnTo>
                    <a:pt x="142155" y="837172"/>
                  </a:lnTo>
                  <a:lnTo>
                    <a:pt x="157162" y="847725"/>
                  </a:lnTo>
                  <a:lnTo>
                    <a:pt x="185365" y="870015"/>
                  </a:lnTo>
                  <a:lnTo>
                    <a:pt x="212526" y="893937"/>
                  </a:lnTo>
                  <a:lnTo>
                    <a:pt x="238199" y="919358"/>
                  </a:lnTo>
                  <a:lnTo>
                    <a:pt x="261937" y="946150"/>
                  </a:lnTo>
                  <a:lnTo>
                    <a:pt x="272504" y="957014"/>
                  </a:lnTo>
                  <a:lnTo>
                    <a:pt x="284559" y="966390"/>
                  </a:lnTo>
                  <a:lnTo>
                    <a:pt x="297209" y="975171"/>
                  </a:lnTo>
                  <a:lnTo>
                    <a:pt x="309562" y="984250"/>
                  </a:lnTo>
                  <a:lnTo>
                    <a:pt x="315267" y="986595"/>
                  </a:lnTo>
                  <a:lnTo>
                    <a:pt x="321865" y="987774"/>
                  </a:lnTo>
                  <a:lnTo>
                    <a:pt x="327868" y="989572"/>
                  </a:lnTo>
                  <a:lnTo>
                    <a:pt x="331787" y="993775"/>
                  </a:lnTo>
                  <a:lnTo>
                    <a:pt x="334069" y="1000222"/>
                  </a:lnTo>
                  <a:lnTo>
                    <a:pt x="334565" y="1007443"/>
                  </a:lnTo>
                  <a:lnTo>
                    <a:pt x="334466" y="1014974"/>
                  </a:lnTo>
                  <a:lnTo>
                    <a:pt x="334962" y="1022350"/>
                  </a:lnTo>
                  <a:lnTo>
                    <a:pt x="327645" y="1033131"/>
                  </a:lnTo>
                  <a:lnTo>
                    <a:pt x="320476" y="1045543"/>
                  </a:lnTo>
                  <a:lnTo>
                    <a:pt x="314200" y="1058265"/>
                  </a:lnTo>
                  <a:lnTo>
                    <a:pt x="309562" y="1069975"/>
                  </a:lnTo>
                  <a:lnTo>
                    <a:pt x="289941" y="1085715"/>
                  </a:lnTo>
                  <a:lnTo>
                    <a:pt x="269279" y="1099692"/>
                  </a:lnTo>
                  <a:lnTo>
                    <a:pt x="251296" y="1115480"/>
                  </a:lnTo>
                  <a:lnTo>
                    <a:pt x="239712" y="1136650"/>
                  </a:lnTo>
                  <a:lnTo>
                    <a:pt x="252412" y="1139825"/>
                  </a:lnTo>
                  <a:lnTo>
                    <a:pt x="258762" y="1143000"/>
                  </a:lnTo>
                  <a:lnTo>
                    <a:pt x="267568" y="1146984"/>
                  </a:lnTo>
                  <a:lnTo>
                    <a:pt x="275629" y="1149921"/>
                  </a:lnTo>
                  <a:lnTo>
                    <a:pt x="293687" y="1155700"/>
                  </a:lnTo>
                  <a:lnTo>
                    <a:pt x="317177" y="1166413"/>
                  </a:lnTo>
                  <a:lnTo>
                    <a:pt x="337542" y="1179687"/>
                  </a:lnTo>
                  <a:lnTo>
                    <a:pt x="358204" y="1192079"/>
                  </a:lnTo>
                  <a:lnTo>
                    <a:pt x="382587" y="1200150"/>
                  </a:lnTo>
                  <a:lnTo>
                    <a:pt x="392856" y="1190144"/>
                  </a:lnTo>
                  <a:lnTo>
                    <a:pt x="401637" y="1176115"/>
                  </a:lnTo>
                  <a:lnTo>
                    <a:pt x="408037" y="1160609"/>
                  </a:lnTo>
                  <a:lnTo>
                    <a:pt x="411162" y="1146175"/>
                  </a:lnTo>
                  <a:lnTo>
                    <a:pt x="412477" y="1111942"/>
                  </a:lnTo>
                  <a:lnTo>
                    <a:pt x="409773" y="1096343"/>
                  </a:lnTo>
                  <a:lnTo>
                    <a:pt x="410939" y="1090578"/>
                  </a:lnTo>
                  <a:lnTo>
                    <a:pt x="423862" y="1085850"/>
                  </a:lnTo>
                  <a:lnTo>
                    <a:pt x="642937" y="1085850"/>
                  </a:lnTo>
                  <a:lnTo>
                    <a:pt x="659432" y="1082540"/>
                  </a:lnTo>
                  <a:lnTo>
                    <a:pt x="678457" y="1082230"/>
                  </a:lnTo>
                  <a:lnTo>
                    <a:pt x="697185" y="1081349"/>
                  </a:lnTo>
                  <a:lnTo>
                    <a:pt x="712787" y="1076325"/>
                  </a:lnTo>
                  <a:lnTo>
                    <a:pt x="716954" y="1073298"/>
                  </a:lnTo>
                  <a:lnTo>
                    <a:pt x="727075" y="1066403"/>
                  </a:lnTo>
                  <a:lnTo>
                    <a:pt x="739576" y="1058912"/>
                  </a:lnTo>
                  <a:lnTo>
                    <a:pt x="750887" y="1054100"/>
                  </a:lnTo>
                  <a:lnTo>
                    <a:pt x="929601" y="952239"/>
                  </a:lnTo>
                  <a:lnTo>
                    <a:pt x="963612" y="933450"/>
                  </a:lnTo>
                  <a:lnTo>
                    <a:pt x="968002" y="932572"/>
                  </a:lnTo>
                  <a:lnTo>
                    <a:pt x="978495" y="930052"/>
                  </a:lnTo>
                  <a:lnTo>
                    <a:pt x="1011535" y="901747"/>
                  </a:lnTo>
                  <a:lnTo>
                    <a:pt x="1014412" y="895350"/>
                  </a:lnTo>
                  <a:lnTo>
                    <a:pt x="1022424" y="883507"/>
                  </a:lnTo>
                  <a:lnTo>
                    <a:pt x="1033264" y="873474"/>
                  </a:lnTo>
                  <a:lnTo>
                    <a:pt x="1044996" y="864060"/>
                  </a:lnTo>
                  <a:lnTo>
                    <a:pt x="1055687" y="854075"/>
                  </a:lnTo>
                  <a:lnTo>
                    <a:pt x="1078334" y="817330"/>
                  </a:lnTo>
                  <a:lnTo>
                    <a:pt x="1088032" y="775668"/>
                  </a:lnTo>
                  <a:lnTo>
                    <a:pt x="1090290" y="731934"/>
                  </a:lnTo>
                  <a:lnTo>
                    <a:pt x="1090612" y="688975"/>
                  </a:lnTo>
                  <a:lnTo>
                    <a:pt x="1096788" y="646674"/>
                  </a:lnTo>
                  <a:lnTo>
                    <a:pt x="1101923" y="604218"/>
                  </a:lnTo>
                  <a:lnTo>
                    <a:pt x="1103783" y="559690"/>
                  </a:lnTo>
                  <a:lnTo>
                    <a:pt x="1100137" y="511175"/>
                  </a:lnTo>
                  <a:lnTo>
                    <a:pt x="1092009" y="461163"/>
                  </a:lnTo>
                  <a:lnTo>
                    <a:pt x="1080071" y="417192"/>
                  </a:lnTo>
                  <a:lnTo>
                    <a:pt x="1065847" y="375368"/>
                  </a:lnTo>
                  <a:lnTo>
                    <a:pt x="1050861" y="331794"/>
                  </a:lnTo>
                  <a:lnTo>
                    <a:pt x="1036637" y="282575"/>
                  </a:lnTo>
                  <a:lnTo>
                    <a:pt x="1025078" y="262135"/>
                  </a:lnTo>
                  <a:lnTo>
                    <a:pt x="1013221" y="238125"/>
                  </a:lnTo>
                  <a:lnTo>
                    <a:pt x="999579" y="216495"/>
                  </a:lnTo>
                  <a:lnTo>
                    <a:pt x="982662" y="203200"/>
                  </a:lnTo>
                  <a:lnTo>
                    <a:pt x="950683" y="177674"/>
                  </a:lnTo>
                  <a:lnTo>
                    <a:pt x="909332" y="147368"/>
                  </a:lnTo>
                  <a:lnTo>
                    <a:pt x="863333" y="115856"/>
                  </a:lnTo>
                  <a:lnTo>
                    <a:pt x="817410" y="86709"/>
                  </a:lnTo>
                  <a:lnTo>
                    <a:pt x="776287" y="63500"/>
                  </a:lnTo>
                  <a:lnTo>
                    <a:pt x="740221" y="40100"/>
                  </a:lnTo>
                  <a:lnTo>
                    <a:pt x="697309" y="27558"/>
                  </a:lnTo>
                  <a:lnTo>
                    <a:pt x="652611" y="19494"/>
                  </a:lnTo>
                  <a:lnTo>
                    <a:pt x="611187" y="9525"/>
                  </a:lnTo>
                  <a:lnTo>
                    <a:pt x="566737" y="3175"/>
                  </a:lnTo>
                  <a:lnTo>
                    <a:pt x="530076" y="1553"/>
                  </a:lnTo>
                  <a:lnTo>
                    <a:pt x="420687" y="0"/>
                  </a:lnTo>
                  <a:close/>
                </a:path>
                <a:path w="1104265" h="1200150">
                  <a:moveTo>
                    <a:pt x="642937" y="1085850"/>
                  </a:moveTo>
                  <a:lnTo>
                    <a:pt x="423862" y="1085850"/>
                  </a:lnTo>
                  <a:lnTo>
                    <a:pt x="505420" y="1091755"/>
                  </a:lnTo>
                  <a:lnTo>
                    <a:pt x="545975" y="1093851"/>
                  </a:lnTo>
                  <a:lnTo>
                    <a:pt x="595312" y="1095375"/>
                  </a:lnTo>
                  <a:lnTo>
                    <a:pt x="607441" y="1093208"/>
                  </a:lnTo>
                  <a:lnTo>
                    <a:pt x="619720" y="1091184"/>
                  </a:lnTo>
                  <a:lnTo>
                    <a:pt x="631700" y="1088874"/>
                  </a:lnTo>
                  <a:lnTo>
                    <a:pt x="642937" y="1085850"/>
                  </a:lnTo>
                  <a:close/>
                </a:path>
                <a:path w="1104265" h="1200150">
                  <a:moveTo>
                    <a:pt x="0" y="620649"/>
                  </a:moveTo>
                  <a:lnTo>
                    <a:pt x="1587" y="622300"/>
                  </a:lnTo>
                  <a:lnTo>
                    <a:pt x="1598" y="621621"/>
                  </a:lnTo>
                  <a:lnTo>
                    <a:pt x="0" y="620649"/>
                  </a:lnTo>
                  <a:close/>
                </a:path>
              </a:pathLst>
            </a:custGeom>
            <a:solidFill>
              <a:srgbClr val="ECF9D2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124" y="549783"/>
              <a:ext cx="372745" cy="584200"/>
            </a:xfrm>
            <a:custGeom>
              <a:avLst/>
              <a:gdLst/>
              <a:ahLst/>
              <a:cxnLst/>
              <a:rect l="l" t="t" r="r" b="b"/>
              <a:pathLst>
                <a:path w="372745" h="584200">
                  <a:moveTo>
                    <a:pt x="52585" y="0"/>
                  </a:moveTo>
                  <a:lnTo>
                    <a:pt x="34335" y="36702"/>
                  </a:lnTo>
                  <a:lnTo>
                    <a:pt x="9269" y="115824"/>
                  </a:lnTo>
                  <a:lnTo>
                    <a:pt x="2002" y="154431"/>
                  </a:lnTo>
                  <a:lnTo>
                    <a:pt x="0" y="191896"/>
                  </a:lnTo>
                  <a:lnTo>
                    <a:pt x="1075" y="232663"/>
                  </a:lnTo>
                  <a:lnTo>
                    <a:pt x="7415" y="272541"/>
                  </a:lnTo>
                  <a:lnTo>
                    <a:pt x="19752" y="309752"/>
                  </a:lnTo>
                  <a:lnTo>
                    <a:pt x="38526" y="348488"/>
                  </a:lnTo>
                  <a:lnTo>
                    <a:pt x="64472" y="386968"/>
                  </a:lnTo>
                  <a:lnTo>
                    <a:pt x="94508" y="422020"/>
                  </a:lnTo>
                  <a:lnTo>
                    <a:pt x="135529" y="458850"/>
                  </a:lnTo>
                  <a:lnTo>
                    <a:pt x="182532" y="493267"/>
                  </a:lnTo>
                  <a:lnTo>
                    <a:pt x="237446" y="525906"/>
                  </a:lnTo>
                  <a:lnTo>
                    <a:pt x="299079" y="554736"/>
                  </a:lnTo>
                  <a:lnTo>
                    <a:pt x="372422" y="583818"/>
                  </a:lnTo>
                  <a:lnTo>
                    <a:pt x="313253" y="545338"/>
                  </a:lnTo>
                  <a:lnTo>
                    <a:pt x="263177" y="507618"/>
                  </a:lnTo>
                  <a:lnTo>
                    <a:pt x="221432" y="472186"/>
                  </a:lnTo>
                  <a:lnTo>
                    <a:pt x="185389" y="439674"/>
                  </a:lnTo>
                  <a:lnTo>
                    <a:pt x="155354" y="404621"/>
                  </a:lnTo>
                  <a:lnTo>
                    <a:pt x="132938" y="373252"/>
                  </a:lnTo>
                  <a:lnTo>
                    <a:pt x="113875" y="339978"/>
                  </a:lnTo>
                  <a:lnTo>
                    <a:pt x="86723" y="275208"/>
                  </a:lnTo>
                  <a:lnTo>
                    <a:pt x="73464" y="206375"/>
                  </a:lnTo>
                  <a:lnTo>
                    <a:pt x="70200" y="169925"/>
                  </a:lnTo>
                  <a:lnTo>
                    <a:pt x="65031" y="132587"/>
                  </a:lnTo>
                  <a:lnTo>
                    <a:pt x="62059" y="90804"/>
                  </a:lnTo>
                  <a:lnTo>
                    <a:pt x="57906" y="46608"/>
                  </a:lnTo>
                  <a:lnTo>
                    <a:pt x="52585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416" y="1223899"/>
              <a:ext cx="238925" cy="20523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79868" y="415416"/>
              <a:ext cx="132715" cy="331470"/>
            </a:xfrm>
            <a:custGeom>
              <a:avLst/>
              <a:gdLst/>
              <a:ahLst/>
              <a:cxnLst/>
              <a:rect l="l" t="t" r="r" b="b"/>
              <a:pathLst>
                <a:path w="132715" h="331470">
                  <a:moveTo>
                    <a:pt x="0" y="0"/>
                  </a:moveTo>
                  <a:lnTo>
                    <a:pt x="42799" y="62992"/>
                  </a:lnTo>
                  <a:lnTo>
                    <a:pt x="60909" y="108331"/>
                  </a:lnTo>
                  <a:lnTo>
                    <a:pt x="62496" y="143763"/>
                  </a:lnTo>
                  <a:lnTo>
                    <a:pt x="55219" y="172847"/>
                  </a:lnTo>
                  <a:lnTo>
                    <a:pt x="37884" y="193294"/>
                  </a:lnTo>
                  <a:lnTo>
                    <a:pt x="21272" y="212344"/>
                  </a:lnTo>
                  <a:lnTo>
                    <a:pt x="10413" y="234187"/>
                  </a:lnTo>
                  <a:lnTo>
                    <a:pt x="21577" y="274320"/>
                  </a:lnTo>
                  <a:lnTo>
                    <a:pt x="55333" y="307340"/>
                  </a:lnTo>
                  <a:lnTo>
                    <a:pt x="65392" y="315975"/>
                  </a:lnTo>
                  <a:lnTo>
                    <a:pt x="96075" y="331216"/>
                  </a:lnTo>
                  <a:lnTo>
                    <a:pt x="126987" y="259334"/>
                  </a:lnTo>
                  <a:lnTo>
                    <a:pt x="132689" y="194945"/>
                  </a:lnTo>
                  <a:lnTo>
                    <a:pt x="117716" y="138430"/>
                  </a:lnTo>
                  <a:lnTo>
                    <a:pt x="93853" y="90170"/>
                  </a:lnTo>
                  <a:lnTo>
                    <a:pt x="62268" y="52705"/>
                  </a:lnTo>
                  <a:lnTo>
                    <a:pt x="30899" y="24384"/>
                  </a:lnTo>
                  <a:lnTo>
                    <a:pt x="8864" y="6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541" y="1160272"/>
              <a:ext cx="138049" cy="11099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9121" y="717804"/>
              <a:ext cx="90792" cy="9677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0" y="1406525"/>
              <a:ext cx="571500" cy="1031875"/>
            </a:xfrm>
            <a:custGeom>
              <a:avLst/>
              <a:gdLst/>
              <a:ahLst/>
              <a:cxnLst/>
              <a:rect l="l" t="t" r="r" b="b"/>
              <a:pathLst>
                <a:path w="571500" h="1031875">
                  <a:moveTo>
                    <a:pt x="419100" y="0"/>
                  </a:moveTo>
                  <a:lnTo>
                    <a:pt x="427037" y="14224"/>
                  </a:lnTo>
                  <a:lnTo>
                    <a:pt x="439737" y="34925"/>
                  </a:lnTo>
                  <a:lnTo>
                    <a:pt x="454025" y="61849"/>
                  </a:lnTo>
                  <a:lnTo>
                    <a:pt x="490537" y="131699"/>
                  </a:lnTo>
                  <a:lnTo>
                    <a:pt x="506412" y="171450"/>
                  </a:lnTo>
                  <a:lnTo>
                    <a:pt x="522287" y="215900"/>
                  </a:lnTo>
                  <a:lnTo>
                    <a:pt x="528637" y="258699"/>
                  </a:lnTo>
                  <a:lnTo>
                    <a:pt x="533400" y="306324"/>
                  </a:lnTo>
                  <a:lnTo>
                    <a:pt x="527050" y="353949"/>
                  </a:lnTo>
                  <a:lnTo>
                    <a:pt x="512762" y="404749"/>
                  </a:lnTo>
                  <a:lnTo>
                    <a:pt x="492125" y="452374"/>
                  </a:lnTo>
                  <a:lnTo>
                    <a:pt x="455612" y="499999"/>
                  </a:lnTo>
                  <a:lnTo>
                    <a:pt x="407987" y="544449"/>
                  </a:lnTo>
                  <a:lnTo>
                    <a:pt x="346075" y="587375"/>
                  </a:lnTo>
                  <a:lnTo>
                    <a:pt x="265112" y="628650"/>
                  </a:lnTo>
                  <a:lnTo>
                    <a:pt x="176212" y="674624"/>
                  </a:lnTo>
                  <a:lnTo>
                    <a:pt x="109537" y="725424"/>
                  </a:lnTo>
                  <a:lnTo>
                    <a:pt x="55562" y="777875"/>
                  </a:lnTo>
                  <a:lnTo>
                    <a:pt x="19050" y="835025"/>
                  </a:lnTo>
                  <a:lnTo>
                    <a:pt x="0" y="877824"/>
                  </a:lnTo>
                  <a:lnTo>
                    <a:pt x="0" y="1031875"/>
                  </a:lnTo>
                  <a:lnTo>
                    <a:pt x="9525" y="996950"/>
                  </a:lnTo>
                  <a:lnTo>
                    <a:pt x="30162" y="942975"/>
                  </a:lnTo>
                  <a:lnTo>
                    <a:pt x="68262" y="874649"/>
                  </a:lnTo>
                  <a:lnTo>
                    <a:pt x="120650" y="798449"/>
                  </a:lnTo>
                  <a:lnTo>
                    <a:pt x="198437" y="720725"/>
                  </a:lnTo>
                  <a:lnTo>
                    <a:pt x="301625" y="647700"/>
                  </a:lnTo>
                  <a:lnTo>
                    <a:pt x="436562" y="579374"/>
                  </a:lnTo>
                  <a:lnTo>
                    <a:pt x="488950" y="542925"/>
                  </a:lnTo>
                  <a:lnTo>
                    <a:pt x="531812" y="484124"/>
                  </a:lnTo>
                  <a:lnTo>
                    <a:pt x="558800" y="404749"/>
                  </a:lnTo>
                  <a:lnTo>
                    <a:pt x="571500" y="319024"/>
                  </a:lnTo>
                  <a:lnTo>
                    <a:pt x="565150" y="228600"/>
                  </a:lnTo>
                  <a:lnTo>
                    <a:pt x="541337" y="139700"/>
                  </a:lnTo>
                  <a:lnTo>
                    <a:pt x="493712" y="61849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93749" y="0"/>
              <a:ext cx="174625" cy="219075"/>
            </a:xfrm>
            <a:custGeom>
              <a:avLst/>
              <a:gdLst/>
              <a:ahLst/>
              <a:cxnLst/>
              <a:rect l="l" t="t" r="r" b="b"/>
              <a:pathLst>
                <a:path w="174625" h="219075">
                  <a:moveTo>
                    <a:pt x="56641" y="0"/>
                  </a:moveTo>
                  <a:lnTo>
                    <a:pt x="0" y="218948"/>
                  </a:lnTo>
                  <a:lnTo>
                    <a:pt x="174116" y="52450"/>
                  </a:lnTo>
                  <a:lnTo>
                    <a:pt x="5664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5016" y="83057"/>
              <a:ext cx="1188085" cy="1210945"/>
            </a:xfrm>
            <a:custGeom>
              <a:avLst/>
              <a:gdLst/>
              <a:ahLst/>
              <a:cxnLst/>
              <a:rect l="l" t="t" r="r" b="b"/>
              <a:pathLst>
                <a:path w="1188085" h="1210945">
                  <a:moveTo>
                    <a:pt x="396328" y="0"/>
                  </a:moveTo>
                  <a:lnTo>
                    <a:pt x="313855" y="12065"/>
                  </a:lnTo>
                  <a:lnTo>
                    <a:pt x="244551" y="36068"/>
                  </a:lnTo>
                  <a:lnTo>
                    <a:pt x="180746" y="68325"/>
                  </a:lnTo>
                  <a:lnTo>
                    <a:pt x="131546" y="109600"/>
                  </a:lnTo>
                  <a:lnTo>
                    <a:pt x="88836" y="152273"/>
                  </a:lnTo>
                  <a:lnTo>
                    <a:pt x="55714" y="199771"/>
                  </a:lnTo>
                  <a:lnTo>
                    <a:pt x="32448" y="246634"/>
                  </a:lnTo>
                  <a:lnTo>
                    <a:pt x="13271" y="290068"/>
                  </a:lnTo>
                  <a:lnTo>
                    <a:pt x="6146" y="328422"/>
                  </a:lnTo>
                  <a:lnTo>
                    <a:pt x="0" y="360045"/>
                  </a:lnTo>
                  <a:lnTo>
                    <a:pt x="4241" y="380492"/>
                  </a:lnTo>
                  <a:lnTo>
                    <a:pt x="14287" y="389128"/>
                  </a:lnTo>
                  <a:lnTo>
                    <a:pt x="49796" y="346456"/>
                  </a:lnTo>
                  <a:lnTo>
                    <a:pt x="84112" y="301498"/>
                  </a:lnTo>
                  <a:lnTo>
                    <a:pt x="121526" y="259715"/>
                  </a:lnTo>
                  <a:lnTo>
                    <a:pt x="160870" y="219075"/>
                  </a:lnTo>
                  <a:lnTo>
                    <a:pt x="202133" y="179324"/>
                  </a:lnTo>
                  <a:lnTo>
                    <a:pt x="246964" y="146812"/>
                  </a:lnTo>
                  <a:lnTo>
                    <a:pt x="295363" y="121539"/>
                  </a:lnTo>
                  <a:lnTo>
                    <a:pt x="346875" y="99695"/>
                  </a:lnTo>
                  <a:lnTo>
                    <a:pt x="401243" y="86487"/>
                  </a:lnTo>
                  <a:lnTo>
                    <a:pt x="461556" y="85344"/>
                  </a:lnTo>
                  <a:lnTo>
                    <a:pt x="524713" y="92964"/>
                  </a:lnTo>
                  <a:lnTo>
                    <a:pt x="593826" y="112649"/>
                  </a:lnTo>
                  <a:lnTo>
                    <a:pt x="670090" y="146939"/>
                  </a:lnTo>
                  <a:lnTo>
                    <a:pt x="751585" y="194691"/>
                  </a:lnTo>
                  <a:lnTo>
                    <a:pt x="842137" y="257937"/>
                  </a:lnTo>
                  <a:lnTo>
                    <a:pt x="936459" y="337566"/>
                  </a:lnTo>
                  <a:lnTo>
                    <a:pt x="991704" y="399669"/>
                  </a:lnTo>
                  <a:lnTo>
                    <a:pt x="1027696" y="466852"/>
                  </a:lnTo>
                  <a:lnTo>
                    <a:pt x="1046365" y="540004"/>
                  </a:lnTo>
                  <a:lnTo>
                    <a:pt x="1050620" y="613283"/>
                  </a:lnTo>
                  <a:lnTo>
                    <a:pt x="1040917" y="690626"/>
                  </a:lnTo>
                  <a:lnTo>
                    <a:pt x="1016330" y="764286"/>
                  </a:lnTo>
                  <a:lnTo>
                    <a:pt x="981887" y="838454"/>
                  </a:lnTo>
                  <a:lnTo>
                    <a:pt x="940511" y="907288"/>
                  </a:lnTo>
                  <a:lnTo>
                    <a:pt x="888809" y="972947"/>
                  </a:lnTo>
                  <a:lnTo>
                    <a:pt x="831608" y="1030351"/>
                  </a:lnTo>
                  <a:lnTo>
                    <a:pt x="771575" y="1079119"/>
                  </a:lnTo>
                  <a:lnTo>
                    <a:pt x="706767" y="1118108"/>
                  </a:lnTo>
                  <a:lnTo>
                    <a:pt x="639851" y="1146937"/>
                  </a:lnTo>
                  <a:lnTo>
                    <a:pt x="575640" y="1160653"/>
                  </a:lnTo>
                  <a:lnTo>
                    <a:pt x="509574" y="1158875"/>
                  </a:lnTo>
                  <a:lnTo>
                    <a:pt x="448856" y="1141603"/>
                  </a:lnTo>
                  <a:lnTo>
                    <a:pt x="560374" y="1191387"/>
                  </a:lnTo>
                  <a:lnTo>
                    <a:pt x="665530" y="1210818"/>
                  </a:lnTo>
                  <a:lnTo>
                    <a:pt x="767905" y="1206881"/>
                  </a:lnTo>
                  <a:lnTo>
                    <a:pt x="861009" y="1178179"/>
                  </a:lnTo>
                  <a:lnTo>
                    <a:pt x="946518" y="1131189"/>
                  </a:lnTo>
                  <a:lnTo>
                    <a:pt x="1023683" y="1067308"/>
                  </a:lnTo>
                  <a:lnTo>
                    <a:pt x="1086485" y="988949"/>
                  </a:lnTo>
                  <a:lnTo>
                    <a:pt x="1133525" y="899033"/>
                  </a:lnTo>
                  <a:lnTo>
                    <a:pt x="1169720" y="802005"/>
                  </a:lnTo>
                  <a:lnTo>
                    <a:pt x="1187881" y="697865"/>
                  </a:lnTo>
                  <a:lnTo>
                    <a:pt x="1185214" y="592582"/>
                  </a:lnTo>
                  <a:lnTo>
                    <a:pt x="1165529" y="487807"/>
                  </a:lnTo>
                  <a:lnTo>
                    <a:pt x="1121460" y="383794"/>
                  </a:lnTo>
                  <a:lnTo>
                    <a:pt x="1054900" y="286893"/>
                  </a:lnTo>
                  <a:lnTo>
                    <a:pt x="964933" y="198374"/>
                  </a:lnTo>
                  <a:lnTo>
                    <a:pt x="844880" y="122300"/>
                  </a:lnTo>
                  <a:lnTo>
                    <a:pt x="714908" y="61468"/>
                  </a:lnTo>
                  <a:lnTo>
                    <a:pt x="597573" y="23241"/>
                  </a:lnTo>
                  <a:lnTo>
                    <a:pt x="492417" y="3937"/>
                  </a:lnTo>
                  <a:lnTo>
                    <a:pt x="396328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3068319" y="103887"/>
            <a:ext cx="297180" cy="182245"/>
          </a:xfrm>
          <a:custGeom>
            <a:avLst/>
            <a:gdLst/>
            <a:ahLst/>
            <a:cxnLst/>
            <a:rect l="l" t="t" r="r" b="b"/>
            <a:pathLst>
              <a:path w="297180" h="182245">
                <a:moveTo>
                  <a:pt x="250444" y="0"/>
                </a:moveTo>
                <a:lnTo>
                  <a:pt x="0" y="181864"/>
                </a:lnTo>
                <a:lnTo>
                  <a:pt x="297180" y="90932"/>
                </a:lnTo>
                <a:lnTo>
                  <a:pt x="250444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2560319" y="249936"/>
            <a:ext cx="7129780" cy="1231900"/>
            <a:chOff x="1036319" y="249936"/>
            <a:chExt cx="7129780" cy="1231900"/>
          </a:xfrm>
        </p:grpSpPr>
        <p:sp>
          <p:nvSpPr>
            <p:cNvPr id="36" name="object 36"/>
            <p:cNvSpPr/>
            <p:nvPr/>
          </p:nvSpPr>
          <p:spPr>
            <a:xfrm>
              <a:off x="1484883" y="489838"/>
              <a:ext cx="309880" cy="93345"/>
            </a:xfrm>
            <a:custGeom>
              <a:avLst/>
              <a:gdLst/>
              <a:ahLst/>
              <a:cxnLst/>
              <a:rect l="l" t="t" r="r" b="b"/>
              <a:pathLst>
                <a:path w="309880" h="93345">
                  <a:moveTo>
                    <a:pt x="309879" y="0"/>
                  </a:moveTo>
                  <a:lnTo>
                    <a:pt x="0" y="13208"/>
                  </a:lnTo>
                  <a:lnTo>
                    <a:pt x="280034" y="92837"/>
                  </a:lnTo>
                  <a:lnTo>
                    <a:pt x="30987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6319" y="249936"/>
              <a:ext cx="7129272" cy="123139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599" y="1010412"/>
              <a:ext cx="6458711" cy="115824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2893568" y="409397"/>
            <a:ext cx="6425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>
                <a:solidFill>
                  <a:srgbClr val="006666"/>
                </a:solidFill>
              </a:rPr>
              <a:t>Motor</a:t>
            </a:r>
            <a:r>
              <a:rPr sz="4400" spc="-55" dirty="0">
                <a:solidFill>
                  <a:srgbClr val="006666"/>
                </a:solidFill>
              </a:rPr>
              <a:t> </a:t>
            </a:r>
            <a:r>
              <a:rPr sz="4400" spc="-5" dirty="0">
                <a:solidFill>
                  <a:srgbClr val="006666"/>
                </a:solidFill>
              </a:rPr>
              <a:t>Development:</a:t>
            </a:r>
            <a:endParaRPr sz="4400"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1905000" y="1019555"/>
          <a:ext cx="8497570" cy="6109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Age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76200">
                      <a:solidFill>
                        <a:srgbClr val="006666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2800" b="1" spc="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76200">
                      <a:solidFill>
                        <a:srgbClr val="006666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Fine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28575">
                      <a:solidFill>
                        <a:srgbClr val="006699"/>
                      </a:solidFill>
                      <a:prstDash val="solid"/>
                    </a:lnR>
                    <a:lnT w="76200">
                      <a:solidFill>
                        <a:srgbClr val="006666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6355">
                <a:tc>
                  <a:txBody>
                    <a:bodyPr/>
                    <a:lstStyle/>
                    <a:p>
                      <a:pPr marL="91440" marR="1701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3rd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year</a:t>
                      </a:r>
                      <a:endParaRPr sz="2800" dirty="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  <a:lnB w="28575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24205">
                        <a:lnSpc>
                          <a:spcPct val="100000"/>
                        </a:lnSpc>
                        <a:spcBef>
                          <a:spcPts val="345"/>
                        </a:spcBef>
                        <a:buFont typeface="Verdana"/>
                        <a:buChar char="•"/>
                        <a:tabLst>
                          <a:tab pos="407670" algn="l"/>
                        </a:tabLst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Walks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straight</a:t>
                      </a:r>
                      <a:r>
                        <a:rPr sz="2800" b="1" spc="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line,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backward</a:t>
                      </a:r>
                      <a:r>
                        <a:rPr sz="2800" b="1" spc="-4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sz="2800" b="1" spc="-94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tiptoes.</a:t>
                      </a:r>
                      <a:endParaRPr sz="2800">
                        <a:latin typeface="Verdana"/>
                        <a:cs typeface="Verdana"/>
                      </a:endParaRPr>
                    </a:p>
                    <a:p>
                      <a:pPr marL="91440" marR="563880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Verdana"/>
                        <a:buChar char="•"/>
                        <a:tabLst>
                          <a:tab pos="407670" algn="l"/>
                        </a:tabLst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Catches ball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with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extended </a:t>
                      </a:r>
                      <a:r>
                        <a:rPr sz="2800" b="1" spc="-944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arms.</a:t>
                      </a:r>
                      <a:endParaRPr sz="2800">
                        <a:latin typeface="Verdana"/>
                        <a:cs typeface="Verdana"/>
                      </a:endParaRPr>
                    </a:p>
                    <a:p>
                      <a:pPr marL="285750" indent="-194945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Verdana"/>
                        <a:buChar char="•"/>
                        <a:tabLst>
                          <a:tab pos="286385" algn="l"/>
                        </a:tabLst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Kicks a</a:t>
                      </a:r>
                      <a:r>
                        <a:rPr sz="2800" b="1" spc="-3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ball.</a:t>
                      </a:r>
                      <a:endParaRPr sz="2800">
                        <a:latin typeface="Verdana"/>
                        <a:cs typeface="Verdana"/>
                      </a:endParaRPr>
                    </a:p>
                    <a:p>
                      <a:pPr marL="91440" marR="377825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Verdana"/>
                        <a:buChar char="•"/>
                        <a:tabLst>
                          <a:tab pos="286385" algn="l"/>
                        </a:tabLst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Rides</a:t>
                      </a:r>
                      <a:r>
                        <a:rPr sz="2800" b="1" spc="-4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tricycle- </a:t>
                      </a:r>
                      <a:r>
                        <a:rPr sz="2800" b="1" spc="-94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using</a:t>
                      </a:r>
                      <a:r>
                        <a:rPr sz="2800" b="1" spc="2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pedals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  <a:lnB w="28575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18795">
                        <a:lnSpc>
                          <a:spcPct val="100000"/>
                        </a:lnSpc>
                        <a:spcBef>
                          <a:spcPts val="345"/>
                        </a:spcBef>
                        <a:buFont typeface="Verdana"/>
                        <a:buChar char="•"/>
                        <a:tabLst>
                          <a:tab pos="408305" algn="l"/>
                        </a:tabLst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Builds a tower </a:t>
                      </a:r>
                      <a:r>
                        <a:rPr sz="2800" b="1" spc="-944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2800" b="1" spc="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9-10</a:t>
                      </a:r>
                      <a:r>
                        <a:rPr sz="2800" b="1" spc="-2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blocks.</a:t>
                      </a:r>
                      <a:endParaRPr sz="2800" dirty="0">
                        <a:latin typeface="Verdana"/>
                        <a:cs typeface="Verdana"/>
                      </a:endParaRPr>
                    </a:p>
                    <a:p>
                      <a:pPr marL="92075" marR="728345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Verdana"/>
                        <a:buChar char="•"/>
                        <a:tabLst>
                          <a:tab pos="408305" algn="l"/>
                        </a:tabLst>
                      </a:pP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Use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scissors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with</a:t>
                      </a:r>
                      <a:r>
                        <a:rPr sz="2800" b="1" spc="-1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one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hand.</a:t>
                      </a:r>
                      <a:endParaRPr sz="2800" dirty="0">
                        <a:latin typeface="Verdana"/>
                        <a:cs typeface="Verdana"/>
                      </a:endParaRPr>
                    </a:p>
                    <a:p>
                      <a:pPr marL="92075" marR="939165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Verdana"/>
                        <a:buChar char="•"/>
                        <a:tabLst>
                          <a:tab pos="408305" algn="l"/>
                        </a:tabLst>
                      </a:pP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Can</a:t>
                      </a:r>
                      <a:r>
                        <a:rPr sz="2800" b="1" spc="-8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undress </a:t>
                      </a:r>
                      <a:r>
                        <a:rPr sz="2800" b="1" spc="-94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himself.</a:t>
                      </a:r>
                      <a:endParaRPr sz="2800" dirty="0">
                        <a:latin typeface="Verdana"/>
                        <a:cs typeface="Verdana"/>
                      </a:endParaRPr>
                    </a:p>
                    <a:p>
                      <a:pPr marL="92075" marR="267335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Verdana"/>
                        <a:buChar char="•"/>
                        <a:tabLst>
                          <a:tab pos="408305" algn="l"/>
                        </a:tabLst>
                      </a:pP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Can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put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on coat </a:t>
                      </a:r>
                      <a:r>
                        <a:rPr sz="2800" b="1" spc="-944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without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assistance.</a:t>
                      </a:r>
                      <a:endParaRPr sz="2800" dirty="0">
                        <a:latin typeface="Verdana"/>
                        <a:cs typeface="Verdana"/>
                      </a:endParaRPr>
                    </a:p>
                    <a:p>
                      <a:pPr marL="92075" marR="290830">
                        <a:lnSpc>
                          <a:spcPct val="100000"/>
                        </a:lnSpc>
                        <a:spcBef>
                          <a:spcPts val="670"/>
                        </a:spcBef>
                        <a:buFont typeface="Verdana"/>
                        <a:buChar char="•"/>
                        <a:tabLst>
                          <a:tab pos="408305" algn="l"/>
                          <a:tab pos="3329304" algn="l"/>
                        </a:tabLst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Put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beads</a:t>
                      </a:r>
                      <a:r>
                        <a:rPr sz="2800" b="1" spc="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sz="2800" b="1" spc="1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strin</a:t>
                      </a:r>
                      <a:r>
                        <a:rPr sz="2800" b="1" spc="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28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.	</a:t>
                      </a:r>
                      <a:r>
                        <a:rPr sz="2100" spc="7" baseline="57539" dirty="0">
                          <a:solidFill>
                            <a:srgbClr val="006699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00" baseline="57539" dirty="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28575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  <a:lnB w="28575">
                      <a:solidFill>
                        <a:srgbClr val="0066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1" y="5141976"/>
            <a:ext cx="789305" cy="1714500"/>
            <a:chOff x="0" y="5141976"/>
            <a:chExt cx="789305" cy="1714500"/>
          </a:xfrm>
        </p:grpSpPr>
        <p:sp>
          <p:nvSpPr>
            <p:cNvPr id="3" name="object 3"/>
            <p:cNvSpPr/>
            <p:nvPr/>
          </p:nvSpPr>
          <p:spPr>
            <a:xfrm>
              <a:off x="0" y="5199648"/>
              <a:ext cx="696595" cy="1252220"/>
            </a:xfrm>
            <a:custGeom>
              <a:avLst/>
              <a:gdLst/>
              <a:ahLst/>
              <a:cxnLst/>
              <a:rect l="l" t="t" r="r" b="b"/>
              <a:pathLst>
                <a:path w="696595" h="1252220">
                  <a:moveTo>
                    <a:pt x="97313" y="0"/>
                  </a:moveTo>
                  <a:lnTo>
                    <a:pt x="87382" y="649"/>
                  </a:lnTo>
                  <a:lnTo>
                    <a:pt x="75741" y="3524"/>
                  </a:lnTo>
                  <a:lnTo>
                    <a:pt x="59335" y="9033"/>
                  </a:lnTo>
                  <a:lnTo>
                    <a:pt x="35106" y="17581"/>
                  </a:lnTo>
                  <a:lnTo>
                    <a:pt x="0" y="29576"/>
                  </a:lnTo>
                  <a:lnTo>
                    <a:pt x="0" y="1042401"/>
                  </a:lnTo>
                  <a:lnTo>
                    <a:pt x="16867" y="1056416"/>
                  </a:lnTo>
                  <a:lnTo>
                    <a:pt x="28971" y="1068794"/>
                  </a:lnTo>
                  <a:lnTo>
                    <a:pt x="39290" y="1088613"/>
                  </a:lnTo>
                  <a:lnTo>
                    <a:pt x="50800" y="1124951"/>
                  </a:lnTo>
                  <a:lnTo>
                    <a:pt x="43978" y="1138396"/>
                  </a:lnTo>
                  <a:lnTo>
                    <a:pt x="28376" y="1149161"/>
                  </a:lnTo>
                  <a:lnTo>
                    <a:pt x="11285" y="1159331"/>
                  </a:lnTo>
                  <a:lnTo>
                    <a:pt x="0" y="1170989"/>
                  </a:lnTo>
                  <a:lnTo>
                    <a:pt x="15" y="1221814"/>
                  </a:lnTo>
                  <a:lnTo>
                    <a:pt x="52387" y="1241434"/>
                  </a:lnTo>
                  <a:lnTo>
                    <a:pt x="101600" y="1251951"/>
                  </a:lnTo>
                  <a:lnTo>
                    <a:pt x="101792" y="1221724"/>
                  </a:lnTo>
                  <a:lnTo>
                    <a:pt x="99615" y="1190634"/>
                  </a:lnTo>
                  <a:lnTo>
                    <a:pt x="101600" y="1161538"/>
                  </a:lnTo>
                  <a:lnTo>
                    <a:pt x="114300" y="1137651"/>
                  </a:lnTo>
                  <a:lnTo>
                    <a:pt x="146595" y="1120511"/>
                  </a:lnTo>
                  <a:lnTo>
                    <a:pt x="185737" y="1117212"/>
                  </a:lnTo>
                  <a:lnTo>
                    <a:pt x="231328" y="1117212"/>
                  </a:lnTo>
                  <a:lnTo>
                    <a:pt x="266700" y="1112251"/>
                  </a:lnTo>
                  <a:lnTo>
                    <a:pt x="309631" y="1107299"/>
                  </a:lnTo>
                  <a:lnTo>
                    <a:pt x="355118" y="1100820"/>
                  </a:lnTo>
                  <a:lnTo>
                    <a:pt x="400660" y="1091091"/>
                  </a:lnTo>
                  <a:lnTo>
                    <a:pt x="443759" y="1076391"/>
                  </a:lnTo>
                  <a:lnTo>
                    <a:pt x="481915" y="1055000"/>
                  </a:lnTo>
                  <a:lnTo>
                    <a:pt x="512628" y="1025193"/>
                  </a:lnTo>
                  <a:lnTo>
                    <a:pt x="533400" y="985251"/>
                  </a:lnTo>
                  <a:lnTo>
                    <a:pt x="562694" y="949632"/>
                  </a:lnTo>
                  <a:lnTo>
                    <a:pt x="586779" y="908655"/>
                  </a:lnTo>
                  <a:lnTo>
                    <a:pt x="606400" y="864701"/>
                  </a:lnTo>
                  <a:lnTo>
                    <a:pt x="622300" y="820151"/>
                  </a:lnTo>
                  <a:lnTo>
                    <a:pt x="652838" y="783917"/>
                  </a:lnTo>
                  <a:lnTo>
                    <a:pt x="674014" y="746491"/>
                  </a:lnTo>
                  <a:lnTo>
                    <a:pt x="687322" y="707637"/>
                  </a:lnTo>
                  <a:lnTo>
                    <a:pt x="694258" y="667116"/>
                  </a:lnTo>
                  <a:lnTo>
                    <a:pt x="696317" y="624690"/>
                  </a:lnTo>
                  <a:lnTo>
                    <a:pt x="694994" y="580121"/>
                  </a:lnTo>
                  <a:lnTo>
                    <a:pt x="691786" y="533171"/>
                  </a:lnTo>
                  <a:lnTo>
                    <a:pt x="688187" y="483601"/>
                  </a:lnTo>
                  <a:lnTo>
                    <a:pt x="685693" y="431174"/>
                  </a:lnTo>
                  <a:lnTo>
                    <a:pt x="685800" y="375651"/>
                  </a:lnTo>
                  <a:lnTo>
                    <a:pt x="678180" y="335702"/>
                  </a:lnTo>
                  <a:lnTo>
                    <a:pt x="662178" y="279009"/>
                  </a:lnTo>
                  <a:lnTo>
                    <a:pt x="647700" y="235951"/>
                  </a:lnTo>
                  <a:lnTo>
                    <a:pt x="615280" y="214522"/>
                  </a:lnTo>
                  <a:lnTo>
                    <a:pt x="601464" y="202439"/>
                  </a:lnTo>
                  <a:lnTo>
                    <a:pt x="588540" y="181712"/>
                  </a:lnTo>
                  <a:lnTo>
                    <a:pt x="558800" y="134351"/>
                  </a:lnTo>
                  <a:lnTo>
                    <a:pt x="505221" y="98883"/>
                  </a:lnTo>
                  <a:lnTo>
                    <a:pt x="482600" y="83551"/>
                  </a:lnTo>
                  <a:lnTo>
                    <a:pt x="440556" y="63396"/>
                  </a:lnTo>
                  <a:lnTo>
                    <a:pt x="389135" y="47087"/>
                  </a:lnTo>
                  <a:lnTo>
                    <a:pt x="336822" y="33134"/>
                  </a:lnTo>
                  <a:lnTo>
                    <a:pt x="292100" y="20051"/>
                  </a:lnTo>
                  <a:lnTo>
                    <a:pt x="228261" y="15894"/>
                  </a:lnTo>
                  <a:lnTo>
                    <a:pt x="181046" y="11519"/>
                  </a:lnTo>
                  <a:lnTo>
                    <a:pt x="147400" y="7336"/>
                  </a:lnTo>
                  <a:lnTo>
                    <a:pt x="108589" y="1169"/>
                  </a:lnTo>
                  <a:lnTo>
                    <a:pt x="97313" y="0"/>
                  </a:lnTo>
                  <a:close/>
                </a:path>
                <a:path w="696595" h="1252220">
                  <a:moveTo>
                    <a:pt x="231328" y="1117212"/>
                  </a:moveTo>
                  <a:lnTo>
                    <a:pt x="185737" y="1117212"/>
                  </a:lnTo>
                  <a:lnTo>
                    <a:pt x="227260" y="1117783"/>
                  </a:lnTo>
                  <a:lnTo>
                    <a:pt x="231328" y="1117212"/>
                  </a:lnTo>
                  <a:close/>
                </a:path>
              </a:pathLst>
            </a:custGeom>
            <a:solidFill>
              <a:srgbClr val="F1DFF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462" y="6524625"/>
              <a:ext cx="187325" cy="332105"/>
            </a:xfrm>
            <a:custGeom>
              <a:avLst/>
              <a:gdLst/>
              <a:ahLst/>
              <a:cxnLst/>
              <a:rect l="l" t="t" r="r" b="b"/>
              <a:pathLst>
                <a:path w="187325" h="332104">
                  <a:moveTo>
                    <a:pt x="0" y="0"/>
                  </a:moveTo>
                  <a:lnTo>
                    <a:pt x="9525" y="12700"/>
                  </a:lnTo>
                  <a:lnTo>
                    <a:pt x="23812" y="30162"/>
                  </a:lnTo>
                  <a:lnTo>
                    <a:pt x="41275" y="52387"/>
                  </a:lnTo>
                  <a:lnTo>
                    <a:pt x="60325" y="80962"/>
                  </a:lnTo>
                  <a:lnTo>
                    <a:pt x="85725" y="114300"/>
                  </a:lnTo>
                  <a:lnTo>
                    <a:pt x="106362" y="149225"/>
                  </a:lnTo>
                  <a:lnTo>
                    <a:pt x="125412" y="188912"/>
                  </a:lnTo>
                  <a:lnTo>
                    <a:pt x="138112" y="231773"/>
                  </a:lnTo>
                  <a:lnTo>
                    <a:pt x="149225" y="277812"/>
                  </a:lnTo>
                  <a:lnTo>
                    <a:pt x="144462" y="331787"/>
                  </a:lnTo>
                  <a:lnTo>
                    <a:pt x="187325" y="331787"/>
                  </a:lnTo>
                  <a:lnTo>
                    <a:pt x="185737" y="280987"/>
                  </a:lnTo>
                  <a:lnTo>
                    <a:pt x="165100" y="188912"/>
                  </a:lnTo>
                  <a:lnTo>
                    <a:pt x="130175" y="109537"/>
                  </a:lnTo>
                  <a:lnTo>
                    <a:pt x="74612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69037"/>
              <a:ext cx="206375" cy="2333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4560" y="6303772"/>
              <a:ext cx="167005" cy="345440"/>
            </a:xfrm>
            <a:custGeom>
              <a:avLst/>
              <a:gdLst/>
              <a:ahLst/>
              <a:cxnLst/>
              <a:rect l="l" t="t" r="r" b="b"/>
              <a:pathLst>
                <a:path w="167004" h="345440">
                  <a:moveTo>
                    <a:pt x="166827" y="0"/>
                  </a:moveTo>
                  <a:lnTo>
                    <a:pt x="0" y="286067"/>
                  </a:lnTo>
                  <a:lnTo>
                    <a:pt x="95618" y="345224"/>
                  </a:lnTo>
                  <a:lnTo>
                    <a:pt x="16682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8845" y="5382641"/>
              <a:ext cx="156210" cy="307975"/>
            </a:xfrm>
            <a:custGeom>
              <a:avLst/>
              <a:gdLst/>
              <a:ahLst/>
              <a:cxnLst/>
              <a:rect l="l" t="t" r="r" b="b"/>
              <a:pathLst>
                <a:path w="156209" h="307975">
                  <a:moveTo>
                    <a:pt x="0" y="0"/>
                  </a:moveTo>
                  <a:lnTo>
                    <a:pt x="48539" y="52197"/>
                  </a:lnTo>
                  <a:lnTo>
                    <a:pt x="72174" y="92964"/>
                  </a:lnTo>
                  <a:lnTo>
                    <a:pt x="79400" y="128016"/>
                  </a:lnTo>
                  <a:lnTo>
                    <a:pt x="77698" y="159131"/>
                  </a:lnTo>
                  <a:lnTo>
                    <a:pt x="65595" y="184150"/>
                  </a:lnTo>
                  <a:lnTo>
                    <a:pt x="53911" y="207543"/>
                  </a:lnTo>
                  <a:lnTo>
                    <a:pt x="47828" y="232295"/>
                  </a:lnTo>
                  <a:lnTo>
                    <a:pt x="64389" y="269608"/>
                  </a:lnTo>
                  <a:lnTo>
                    <a:pt x="99949" y="294106"/>
                  </a:lnTo>
                  <a:lnTo>
                    <a:pt x="110337" y="300164"/>
                  </a:lnTo>
                  <a:lnTo>
                    <a:pt x="140208" y="307505"/>
                  </a:lnTo>
                  <a:lnTo>
                    <a:pt x="155943" y="227368"/>
                  </a:lnTo>
                  <a:lnTo>
                    <a:pt x="150418" y="161290"/>
                  </a:lnTo>
                  <a:lnTo>
                    <a:pt x="127774" y="108458"/>
                  </a:lnTo>
                  <a:lnTo>
                    <a:pt x="98539" y="66294"/>
                  </a:lnTo>
                  <a:lnTo>
                    <a:pt x="64211" y="36830"/>
                  </a:lnTo>
                  <a:lnTo>
                    <a:pt x="31572" y="16510"/>
                  </a:lnTo>
                  <a:lnTo>
                    <a:pt x="8928" y="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939" y="5690781"/>
              <a:ext cx="95224" cy="834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5141976"/>
              <a:ext cx="789305" cy="1174750"/>
            </a:xfrm>
            <a:custGeom>
              <a:avLst/>
              <a:gdLst/>
              <a:ahLst/>
              <a:cxnLst/>
              <a:rect l="l" t="t" r="r" b="b"/>
              <a:pathLst>
                <a:path w="789305" h="1174750">
                  <a:moveTo>
                    <a:pt x="160337" y="0"/>
                  </a:moveTo>
                  <a:lnTo>
                    <a:pt x="65087" y="6350"/>
                  </a:lnTo>
                  <a:lnTo>
                    <a:pt x="0" y="20574"/>
                  </a:lnTo>
                  <a:lnTo>
                    <a:pt x="0" y="111125"/>
                  </a:lnTo>
                  <a:lnTo>
                    <a:pt x="50800" y="96774"/>
                  </a:lnTo>
                  <a:lnTo>
                    <a:pt x="107950" y="87249"/>
                  </a:lnTo>
                  <a:lnTo>
                    <a:pt x="171450" y="88900"/>
                  </a:lnTo>
                  <a:lnTo>
                    <a:pt x="244475" y="103124"/>
                  </a:lnTo>
                  <a:lnTo>
                    <a:pt x="322262" y="130175"/>
                  </a:lnTo>
                  <a:lnTo>
                    <a:pt x="412750" y="169799"/>
                  </a:lnTo>
                  <a:lnTo>
                    <a:pt x="508000" y="225425"/>
                  </a:lnTo>
                  <a:lnTo>
                    <a:pt x="566737" y="273050"/>
                  </a:lnTo>
                  <a:lnTo>
                    <a:pt x="609600" y="330200"/>
                  </a:lnTo>
                  <a:lnTo>
                    <a:pt x="638175" y="398399"/>
                  </a:lnTo>
                  <a:lnTo>
                    <a:pt x="654050" y="469836"/>
                  </a:lnTo>
                  <a:lnTo>
                    <a:pt x="657225" y="549211"/>
                  </a:lnTo>
                  <a:lnTo>
                    <a:pt x="647700" y="630174"/>
                  </a:lnTo>
                  <a:lnTo>
                    <a:pt x="628650" y="712724"/>
                  </a:lnTo>
                  <a:lnTo>
                    <a:pt x="604837" y="793686"/>
                  </a:lnTo>
                  <a:lnTo>
                    <a:pt x="568325" y="871474"/>
                  </a:lnTo>
                  <a:lnTo>
                    <a:pt x="528637" y="942911"/>
                  </a:lnTo>
                  <a:lnTo>
                    <a:pt x="482600" y="1007999"/>
                  </a:lnTo>
                  <a:lnTo>
                    <a:pt x="431800" y="1063561"/>
                  </a:lnTo>
                  <a:lnTo>
                    <a:pt x="377825" y="1111186"/>
                  </a:lnTo>
                  <a:lnTo>
                    <a:pt x="323850" y="1139761"/>
                  </a:lnTo>
                  <a:lnTo>
                    <a:pt x="265112" y="1155636"/>
                  </a:lnTo>
                  <a:lnTo>
                    <a:pt x="207962" y="1154049"/>
                  </a:lnTo>
                  <a:lnTo>
                    <a:pt x="314325" y="1174686"/>
                  </a:lnTo>
                  <a:lnTo>
                    <a:pt x="411162" y="1168336"/>
                  </a:lnTo>
                  <a:lnTo>
                    <a:pt x="500062" y="1134999"/>
                  </a:lnTo>
                  <a:lnTo>
                    <a:pt x="577850" y="1084199"/>
                  </a:lnTo>
                  <a:lnTo>
                    <a:pt x="644525" y="1014349"/>
                  </a:lnTo>
                  <a:lnTo>
                    <a:pt x="703262" y="930211"/>
                  </a:lnTo>
                  <a:lnTo>
                    <a:pt x="746125" y="836549"/>
                  </a:lnTo>
                  <a:lnTo>
                    <a:pt x="773112" y="733361"/>
                  </a:lnTo>
                  <a:lnTo>
                    <a:pt x="788987" y="628586"/>
                  </a:lnTo>
                  <a:lnTo>
                    <a:pt x="787400" y="519049"/>
                  </a:lnTo>
                  <a:lnTo>
                    <a:pt x="769937" y="415925"/>
                  </a:lnTo>
                  <a:lnTo>
                    <a:pt x="735012" y="315849"/>
                  </a:lnTo>
                  <a:lnTo>
                    <a:pt x="679450" y="223774"/>
                  </a:lnTo>
                  <a:lnTo>
                    <a:pt x="606425" y="142875"/>
                  </a:lnTo>
                  <a:lnTo>
                    <a:pt x="512762" y="79375"/>
                  </a:lnTo>
                  <a:lnTo>
                    <a:pt x="393700" y="33274"/>
                  </a:lnTo>
                  <a:lnTo>
                    <a:pt x="269875" y="6350"/>
                  </a:lnTo>
                  <a:lnTo>
                    <a:pt x="160337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617893" y="2709037"/>
            <a:ext cx="1276985" cy="1497965"/>
            <a:chOff x="93892" y="2709036"/>
            <a:chExt cx="1276985" cy="1497965"/>
          </a:xfrm>
        </p:grpSpPr>
        <p:sp>
          <p:nvSpPr>
            <p:cNvPr id="11" name="object 11"/>
            <p:cNvSpPr/>
            <p:nvPr/>
          </p:nvSpPr>
          <p:spPr>
            <a:xfrm>
              <a:off x="93892" y="3922394"/>
              <a:ext cx="222250" cy="284480"/>
            </a:xfrm>
            <a:custGeom>
              <a:avLst/>
              <a:gdLst/>
              <a:ahLst/>
              <a:cxnLst/>
              <a:rect l="l" t="t" r="r" b="b"/>
              <a:pathLst>
                <a:path w="222250" h="284479">
                  <a:moveTo>
                    <a:pt x="221880" y="0"/>
                  </a:moveTo>
                  <a:lnTo>
                    <a:pt x="0" y="162559"/>
                  </a:lnTo>
                  <a:lnTo>
                    <a:pt x="113447" y="284352"/>
                  </a:lnTo>
                  <a:lnTo>
                    <a:pt x="2218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1841" y="2755899"/>
              <a:ext cx="1118235" cy="1219200"/>
            </a:xfrm>
            <a:custGeom>
              <a:avLst/>
              <a:gdLst/>
              <a:ahLst/>
              <a:cxnLst/>
              <a:rect l="l" t="t" r="r" b="b"/>
              <a:pathLst>
                <a:path w="1118235" h="1219200">
                  <a:moveTo>
                    <a:pt x="546658" y="0"/>
                  </a:moveTo>
                  <a:lnTo>
                    <a:pt x="501554" y="5850"/>
                  </a:lnTo>
                  <a:lnTo>
                    <a:pt x="456230" y="13612"/>
                  </a:lnTo>
                  <a:lnTo>
                    <a:pt x="412316" y="25177"/>
                  </a:lnTo>
                  <a:lnTo>
                    <a:pt x="371445" y="42436"/>
                  </a:lnTo>
                  <a:lnTo>
                    <a:pt x="335249" y="67280"/>
                  </a:lnTo>
                  <a:lnTo>
                    <a:pt x="305358" y="101600"/>
                  </a:lnTo>
                  <a:lnTo>
                    <a:pt x="296577" y="106412"/>
                  </a:lnTo>
                  <a:lnTo>
                    <a:pt x="250441" y="135086"/>
                  </a:lnTo>
                  <a:lnTo>
                    <a:pt x="190463" y="189880"/>
                  </a:lnTo>
                  <a:lnTo>
                    <a:pt x="152958" y="228600"/>
                  </a:lnTo>
                  <a:lnTo>
                    <a:pt x="121666" y="263595"/>
                  </a:lnTo>
                  <a:lnTo>
                    <a:pt x="87782" y="302851"/>
                  </a:lnTo>
                  <a:lnTo>
                    <a:pt x="55575" y="344929"/>
                  </a:lnTo>
                  <a:lnTo>
                    <a:pt x="29311" y="388392"/>
                  </a:lnTo>
                  <a:lnTo>
                    <a:pt x="13258" y="431800"/>
                  </a:lnTo>
                  <a:lnTo>
                    <a:pt x="3505" y="486785"/>
                  </a:lnTo>
                  <a:lnTo>
                    <a:pt x="0" y="529366"/>
                  </a:lnTo>
                  <a:lnTo>
                    <a:pt x="1371" y="567314"/>
                  </a:lnTo>
                  <a:lnTo>
                    <a:pt x="6248" y="608401"/>
                  </a:lnTo>
                  <a:lnTo>
                    <a:pt x="13258" y="660400"/>
                  </a:lnTo>
                  <a:lnTo>
                    <a:pt x="15019" y="646176"/>
                  </a:lnTo>
                  <a:lnTo>
                    <a:pt x="15441" y="631380"/>
                  </a:lnTo>
                  <a:lnTo>
                    <a:pt x="17946" y="618394"/>
                  </a:lnTo>
                  <a:lnTo>
                    <a:pt x="25958" y="609600"/>
                  </a:lnTo>
                  <a:lnTo>
                    <a:pt x="32408" y="611088"/>
                  </a:lnTo>
                  <a:lnTo>
                    <a:pt x="34690" y="621506"/>
                  </a:lnTo>
                  <a:lnTo>
                    <a:pt x="35781" y="635496"/>
                  </a:lnTo>
                  <a:lnTo>
                    <a:pt x="38658" y="647700"/>
                  </a:lnTo>
                  <a:lnTo>
                    <a:pt x="55040" y="677189"/>
                  </a:lnTo>
                  <a:lnTo>
                    <a:pt x="62294" y="685875"/>
                  </a:lnTo>
                  <a:lnTo>
                    <a:pt x="64257" y="684958"/>
                  </a:lnTo>
                  <a:lnTo>
                    <a:pt x="64764" y="685640"/>
                  </a:lnTo>
                  <a:lnTo>
                    <a:pt x="67652" y="699120"/>
                  </a:lnTo>
                  <a:lnTo>
                    <a:pt x="76758" y="736600"/>
                  </a:lnTo>
                  <a:lnTo>
                    <a:pt x="96514" y="814446"/>
                  </a:lnTo>
                  <a:lnTo>
                    <a:pt x="100571" y="831453"/>
                  </a:lnTo>
                  <a:lnTo>
                    <a:pt x="103569" y="847137"/>
                  </a:lnTo>
                  <a:lnTo>
                    <a:pt x="114858" y="914400"/>
                  </a:lnTo>
                  <a:lnTo>
                    <a:pt x="133115" y="943546"/>
                  </a:lnTo>
                  <a:lnTo>
                    <a:pt x="165658" y="990600"/>
                  </a:lnTo>
                  <a:lnTo>
                    <a:pt x="193340" y="1020032"/>
                  </a:lnTo>
                  <a:lnTo>
                    <a:pt x="244264" y="1054248"/>
                  </a:lnTo>
                  <a:lnTo>
                    <a:pt x="288491" y="1071165"/>
                  </a:lnTo>
                  <a:lnTo>
                    <a:pt x="334801" y="1082724"/>
                  </a:lnTo>
                  <a:lnTo>
                    <a:pt x="381558" y="1092200"/>
                  </a:lnTo>
                  <a:lnTo>
                    <a:pt x="456700" y="1093216"/>
                  </a:lnTo>
                  <a:lnTo>
                    <a:pt x="521457" y="1095724"/>
                  </a:lnTo>
                  <a:lnTo>
                    <a:pt x="588992" y="1101682"/>
                  </a:lnTo>
                  <a:lnTo>
                    <a:pt x="647795" y="1112678"/>
                  </a:lnTo>
                  <a:lnTo>
                    <a:pt x="686358" y="1130300"/>
                  </a:lnTo>
                  <a:lnTo>
                    <a:pt x="704416" y="1171749"/>
                  </a:lnTo>
                  <a:lnTo>
                    <a:pt x="707120" y="1196147"/>
                  </a:lnTo>
                  <a:lnTo>
                    <a:pt x="711758" y="1219200"/>
                  </a:lnTo>
                  <a:lnTo>
                    <a:pt x="766006" y="1202430"/>
                  </a:lnTo>
                  <a:lnTo>
                    <a:pt x="816087" y="1173458"/>
                  </a:lnTo>
                  <a:lnTo>
                    <a:pt x="826058" y="1168400"/>
                  </a:lnTo>
                  <a:lnTo>
                    <a:pt x="846001" y="1163734"/>
                  </a:lnTo>
                  <a:lnTo>
                    <a:pt x="866540" y="1159843"/>
                  </a:lnTo>
                  <a:lnTo>
                    <a:pt x="885887" y="1153880"/>
                  </a:lnTo>
                  <a:lnTo>
                    <a:pt x="902258" y="1143000"/>
                  </a:lnTo>
                  <a:lnTo>
                    <a:pt x="904962" y="1134814"/>
                  </a:lnTo>
                  <a:lnTo>
                    <a:pt x="901266" y="1125140"/>
                  </a:lnTo>
                  <a:lnTo>
                    <a:pt x="894891" y="1114871"/>
                  </a:lnTo>
                  <a:lnTo>
                    <a:pt x="889558" y="1104900"/>
                  </a:lnTo>
                  <a:lnTo>
                    <a:pt x="835980" y="1086790"/>
                  </a:lnTo>
                  <a:lnTo>
                    <a:pt x="813358" y="1079500"/>
                  </a:lnTo>
                  <a:lnTo>
                    <a:pt x="790736" y="1075942"/>
                  </a:lnTo>
                  <a:lnTo>
                    <a:pt x="765733" y="1073896"/>
                  </a:lnTo>
                  <a:lnTo>
                    <a:pt x="745493" y="1068302"/>
                  </a:lnTo>
                  <a:lnTo>
                    <a:pt x="737158" y="1054100"/>
                  </a:lnTo>
                  <a:lnTo>
                    <a:pt x="745716" y="1042739"/>
                  </a:lnTo>
                  <a:lnTo>
                    <a:pt x="766329" y="1041796"/>
                  </a:lnTo>
                  <a:lnTo>
                    <a:pt x="791406" y="1043830"/>
                  </a:lnTo>
                  <a:lnTo>
                    <a:pt x="813358" y="1041400"/>
                  </a:lnTo>
                  <a:lnTo>
                    <a:pt x="826877" y="1033857"/>
                  </a:lnTo>
                  <a:lnTo>
                    <a:pt x="839354" y="1024112"/>
                  </a:lnTo>
                  <a:lnTo>
                    <a:pt x="851533" y="1013485"/>
                  </a:lnTo>
                  <a:lnTo>
                    <a:pt x="864158" y="1003300"/>
                  </a:lnTo>
                  <a:lnTo>
                    <a:pt x="905446" y="983503"/>
                  </a:lnTo>
                  <a:lnTo>
                    <a:pt x="939664" y="955176"/>
                  </a:lnTo>
                  <a:lnTo>
                    <a:pt x="968078" y="920198"/>
                  </a:lnTo>
                  <a:lnTo>
                    <a:pt x="991952" y="880443"/>
                  </a:lnTo>
                  <a:lnTo>
                    <a:pt x="1012552" y="837789"/>
                  </a:lnTo>
                  <a:lnTo>
                    <a:pt x="1031143" y="794113"/>
                  </a:lnTo>
                  <a:lnTo>
                    <a:pt x="1048990" y="751291"/>
                  </a:lnTo>
                  <a:lnTo>
                    <a:pt x="1067358" y="711200"/>
                  </a:lnTo>
                  <a:lnTo>
                    <a:pt x="1079562" y="691024"/>
                  </a:lnTo>
                  <a:lnTo>
                    <a:pt x="1091171" y="674862"/>
                  </a:lnTo>
                  <a:lnTo>
                    <a:pt x="1100398" y="657818"/>
                  </a:lnTo>
                  <a:lnTo>
                    <a:pt x="1108824" y="581909"/>
                  </a:lnTo>
                  <a:lnTo>
                    <a:pt x="1111220" y="529006"/>
                  </a:lnTo>
                  <a:lnTo>
                    <a:pt x="1112999" y="476202"/>
                  </a:lnTo>
                  <a:lnTo>
                    <a:pt x="1116115" y="370537"/>
                  </a:lnTo>
                  <a:lnTo>
                    <a:pt x="1118158" y="317500"/>
                  </a:lnTo>
                  <a:lnTo>
                    <a:pt x="1104689" y="268682"/>
                  </a:lnTo>
                  <a:lnTo>
                    <a:pt x="1090179" y="231949"/>
                  </a:lnTo>
                  <a:lnTo>
                    <a:pt x="1070608" y="196717"/>
                  </a:lnTo>
                  <a:lnTo>
                    <a:pt x="1041958" y="152400"/>
                  </a:lnTo>
                  <a:lnTo>
                    <a:pt x="1004976" y="123362"/>
                  </a:lnTo>
                  <a:lnTo>
                    <a:pt x="966317" y="88320"/>
                  </a:lnTo>
                  <a:lnTo>
                    <a:pt x="925829" y="53827"/>
                  </a:lnTo>
                  <a:lnTo>
                    <a:pt x="883361" y="26436"/>
                  </a:lnTo>
                  <a:lnTo>
                    <a:pt x="838758" y="12700"/>
                  </a:lnTo>
                  <a:lnTo>
                    <a:pt x="790222" y="8205"/>
                  </a:lnTo>
                  <a:lnTo>
                    <a:pt x="741509" y="5484"/>
                  </a:lnTo>
                  <a:lnTo>
                    <a:pt x="692708" y="3921"/>
                  </a:lnTo>
                  <a:lnTo>
                    <a:pt x="595195" y="1796"/>
                  </a:lnTo>
                  <a:lnTo>
                    <a:pt x="546658" y="0"/>
                  </a:lnTo>
                  <a:close/>
                </a:path>
              </a:pathLst>
            </a:custGeom>
            <a:solidFill>
              <a:srgbClr val="EBF7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317" y="2709036"/>
              <a:ext cx="1270635" cy="1171575"/>
            </a:xfrm>
            <a:custGeom>
              <a:avLst/>
              <a:gdLst/>
              <a:ahLst/>
              <a:cxnLst/>
              <a:rect l="l" t="t" r="r" b="b"/>
              <a:pathLst>
                <a:path w="1270635" h="1171575">
                  <a:moveTo>
                    <a:pt x="720915" y="1117727"/>
                  </a:moveTo>
                  <a:lnTo>
                    <a:pt x="663028" y="1128903"/>
                  </a:lnTo>
                  <a:lnTo>
                    <a:pt x="601853" y="1134237"/>
                  </a:lnTo>
                  <a:lnTo>
                    <a:pt x="546150" y="1136015"/>
                  </a:lnTo>
                  <a:lnTo>
                    <a:pt x="492633" y="1128395"/>
                  </a:lnTo>
                  <a:lnTo>
                    <a:pt x="440194" y="1116203"/>
                  </a:lnTo>
                  <a:lnTo>
                    <a:pt x="393230" y="1100328"/>
                  </a:lnTo>
                  <a:lnTo>
                    <a:pt x="352818" y="1076071"/>
                  </a:lnTo>
                  <a:lnTo>
                    <a:pt x="311302" y="1056513"/>
                  </a:lnTo>
                  <a:lnTo>
                    <a:pt x="271983" y="1027557"/>
                  </a:lnTo>
                  <a:lnTo>
                    <a:pt x="243586" y="991362"/>
                  </a:lnTo>
                  <a:lnTo>
                    <a:pt x="218465" y="960882"/>
                  </a:lnTo>
                  <a:lnTo>
                    <a:pt x="191160" y="919988"/>
                  </a:lnTo>
                  <a:lnTo>
                    <a:pt x="173685" y="876427"/>
                  </a:lnTo>
                  <a:lnTo>
                    <a:pt x="160566" y="834021"/>
                  </a:lnTo>
                  <a:lnTo>
                    <a:pt x="151828" y="792480"/>
                  </a:lnTo>
                  <a:lnTo>
                    <a:pt x="145275" y="741680"/>
                  </a:lnTo>
                  <a:lnTo>
                    <a:pt x="156197" y="576707"/>
                  </a:lnTo>
                  <a:lnTo>
                    <a:pt x="187883" y="441325"/>
                  </a:lnTo>
                  <a:lnTo>
                    <a:pt x="235940" y="334264"/>
                  </a:lnTo>
                  <a:lnTo>
                    <a:pt x="291642" y="253619"/>
                  </a:lnTo>
                  <a:lnTo>
                    <a:pt x="351726" y="193802"/>
                  </a:lnTo>
                  <a:lnTo>
                    <a:pt x="401967" y="156337"/>
                  </a:lnTo>
                  <a:lnTo>
                    <a:pt x="434733" y="134366"/>
                  </a:lnTo>
                  <a:lnTo>
                    <a:pt x="450024" y="128143"/>
                  </a:lnTo>
                  <a:lnTo>
                    <a:pt x="403059" y="131953"/>
                  </a:lnTo>
                  <a:lnTo>
                    <a:pt x="369201" y="138811"/>
                  </a:lnTo>
                  <a:lnTo>
                    <a:pt x="339699" y="146685"/>
                  </a:lnTo>
                  <a:lnTo>
                    <a:pt x="311302" y="149860"/>
                  </a:lnTo>
                  <a:lnTo>
                    <a:pt x="291642" y="155194"/>
                  </a:lnTo>
                  <a:lnTo>
                    <a:pt x="267614" y="159385"/>
                  </a:lnTo>
                  <a:lnTo>
                    <a:pt x="246862" y="169291"/>
                  </a:lnTo>
                  <a:lnTo>
                    <a:pt x="221742" y="178181"/>
                  </a:lnTo>
                  <a:lnTo>
                    <a:pt x="120154" y="277622"/>
                  </a:lnTo>
                  <a:lnTo>
                    <a:pt x="44792" y="422656"/>
                  </a:lnTo>
                  <a:lnTo>
                    <a:pt x="31686" y="498348"/>
                  </a:lnTo>
                  <a:lnTo>
                    <a:pt x="14198" y="573151"/>
                  </a:lnTo>
                  <a:lnTo>
                    <a:pt x="4368" y="654558"/>
                  </a:lnTo>
                  <a:lnTo>
                    <a:pt x="0" y="732409"/>
                  </a:lnTo>
                  <a:lnTo>
                    <a:pt x="12014" y="819023"/>
                  </a:lnTo>
                  <a:lnTo>
                    <a:pt x="43700" y="900303"/>
                  </a:lnTo>
                  <a:lnTo>
                    <a:pt x="97218" y="986663"/>
                  </a:lnTo>
                  <a:lnTo>
                    <a:pt x="140906" y="1036320"/>
                  </a:lnTo>
                  <a:lnTo>
                    <a:pt x="194437" y="1083310"/>
                  </a:lnTo>
                  <a:lnTo>
                    <a:pt x="259969" y="1118362"/>
                  </a:lnTo>
                  <a:lnTo>
                    <a:pt x="297103" y="1136904"/>
                  </a:lnTo>
                  <a:lnTo>
                    <a:pt x="374662" y="1160018"/>
                  </a:lnTo>
                  <a:lnTo>
                    <a:pt x="464223" y="1171067"/>
                  </a:lnTo>
                  <a:lnTo>
                    <a:pt x="558165" y="1163447"/>
                  </a:lnTo>
                  <a:lnTo>
                    <a:pt x="665213" y="1139190"/>
                  </a:lnTo>
                  <a:lnTo>
                    <a:pt x="720915" y="1117727"/>
                  </a:lnTo>
                  <a:close/>
                </a:path>
                <a:path w="1270635" h="1171575">
                  <a:moveTo>
                    <a:pt x="1270266" y="495427"/>
                  </a:moveTo>
                  <a:lnTo>
                    <a:pt x="1262519" y="370713"/>
                  </a:lnTo>
                  <a:lnTo>
                    <a:pt x="1207655" y="249682"/>
                  </a:lnTo>
                  <a:lnTo>
                    <a:pt x="1143038" y="170688"/>
                  </a:lnTo>
                  <a:lnTo>
                    <a:pt x="1088275" y="108712"/>
                  </a:lnTo>
                  <a:lnTo>
                    <a:pt x="1041196" y="73152"/>
                  </a:lnTo>
                  <a:lnTo>
                    <a:pt x="1003973" y="54610"/>
                  </a:lnTo>
                  <a:lnTo>
                    <a:pt x="973328" y="47371"/>
                  </a:lnTo>
                  <a:lnTo>
                    <a:pt x="908735" y="7747"/>
                  </a:lnTo>
                  <a:lnTo>
                    <a:pt x="707390" y="0"/>
                  </a:lnTo>
                  <a:lnTo>
                    <a:pt x="650494" y="6350"/>
                  </a:lnTo>
                  <a:lnTo>
                    <a:pt x="594690" y="8001"/>
                  </a:lnTo>
                  <a:lnTo>
                    <a:pt x="546557" y="16510"/>
                  </a:lnTo>
                  <a:lnTo>
                    <a:pt x="467791" y="37338"/>
                  </a:lnTo>
                  <a:lnTo>
                    <a:pt x="431698" y="53467"/>
                  </a:lnTo>
                  <a:lnTo>
                    <a:pt x="398894" y="75311"/>
                  </a:lnTo>
                  <a:lnTo>
                    <a:pt x="364998" y="101854"/>
                  </a:lnTo>
                  <a:lnTo>
                    <a:pt x="422986" y="90805"/>
                  </a:lnTo>
                  <a:lnTo>
                    <a:pt x="475500" y="83439"/>
                  </a:lnTo>
                  <a:lnTo>
                    <a:pt x="578345" y="77978"/>
                  </a:lnTo>
                  <a:lnTo>
                    <a:pt x="621017" y="73152"/>
                  </a:lnTo>
                  <a:lnTo>
                    <a:pt x="665886" y="78740"/>
                  </a:lnTo>
                  <a:lnTo>
                    <a:pt x="711835" y="79756"/>
                  </a:lnTo>
                  <a:lnTo>
                    <a:pt x="790638" y="98171"/>
                  </a:lnTo>
                  <a:lnTo>
                    <a:pt x="828954" y="112014"/>
                  </a:lnTo>
                  <a:lnTo>
                    <a:pt x="866165" y="130556"/>
                  </a:lnTo>
                  <a:lnTo>
                    <a:pt x="929678" y="174879"/>
                  </a:lnTo>
                  <a:lnTo>
                    <a:pt x="965809" y="198120"/>
                  </a:lnTo>
                  <a:lnTo>
                    <a:pt x="1024953" y="261112"/>
                  </a:lnTo>
                  <a:lnTo>
                    <a:pt x="1069886" y="345313"/>
                  </a:lnTo>
                  <a:lnTo>
                    <a:pt x="1092962" y="444119"/>
                  </a:lnTo>
                  <a:lnTo>
                    <a:pt x="1089787" y="556514"/>
                  </a:lnTo>
                  <a:lnTo>
                    <a:pt x="1073467" y="665734"/>
                  </a:lnTo>
                  <a:lnTo>
                    <a:pt x="1046226" y="782320"/>
                  </a:lnTo>
                  <a:lnTo>
                    <a:pt x="1008024" y="886460"/>
                  </a:lnTo>
                  <a:lnTo>
                    <a:pt x="973086" y="976503"/>
                  </a:lnTo>
                  <a:lnTo>
                    <a:pt x="933767" y="1045972"/>
                  </a:lnTo>
                  <a:lnTo>
                    <a:pt x="986243" y="999363"/>
                  </a:lnTo>
                  <a:lnTo>
                    <a:pt x="1052931" y="931291"/>
                  </a:lnTo>
                  <a:lnTo>
                    <a:pt x="1125054" y="839978"/>
                  </a:lnTo>
                  <a:lnTo>
                    <a:pt x="1194955" y="738378"/>
                  </a:lnTo>
                  <a:lnTo>
                    <a:pt x="1245247" y="622300"/>
                  </a:lnTo>
                  <a:lnTo>
                    <a:pt x="1270266" y="495427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940256" y="4201287"/>
            <a:ext cx="125095" cy="403225"/>
          </a:xfrm>
          <a:custGeom>
            <a:avLst/>
            <a:gdLst/>
            <a:ahLst/>
            <a:cxnLst/>
            <a:rect l="l" t="t" r="r" b="b"/>
            <a:pathLst>
              <a:path w="125095" h="403225">
                <a:moveTo>
                  <a:pt x="90563" y="0"/>
                </a:moveTo>
                <a:lnTo>
                  <a:pt x="0" y="384556"/>
                </a:lnTo>
                <a:lnTo>
                  <a:pt x="124485" y="403098"/>
                </a:lnTo>
                <a:lnTo>
                  <a:pt x="90563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249602" y="3788791"/>
            <a:ext cx="1250315" cy="1190625"/>
            <a:chOff x="725601" y="3788790"/>
            <a:chExt cx="1250315" cy="1190625"/>
          </a:xfrm>
        </p:grpSpPr>
        <p:sp>
          <p:nvSpPr>
            <p:cNvPr id="16" name="object 16"/>
            <p:cNvSpPr/>
            <p:nvPr/>
          </p:nvSpPr>
          <p:spPr>
            <a:xfrm>
              <a:off x="725601" y="4035932"/>
              <a:ext cx="219075" cy="386080"/>
            </a:xfrm>
            <a:custGeom>
              <a:avLst/>
              <a:gdLst/>
              <a:ahLst/>
              <a:cxnLst/>
              <a:rect l="l" t="t" r="r" b="b"/>
              <a:pathLst>
                <a:path w="219075" h="386079">
                  <a:moveTo>
                    <a:pt x="0" y="0"/>
                  </a:moveTo>
                  <a:lnTo>
                    <a:pt x="127749" y="385699"/>
                  </a:lnTo>
                  <a:lnTo>
                    <a:pt x="219036" y="309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7747" y="3788790"/>
              <a:ext cx="1148080" cy="1190625"/>
            </a:xfrm>
            <a:custGeom>
              <a:avLst/>
              <a:gdLst/>
              <a:ahLst/>
              <a:cxnLst/>
              <a:rect l="l" t="t" r="r" b="b"/>
              <a:pathLst>
                <a:path w="1148080" h="1190625">
                  <a:moveTo>
                    <a:pt x="47345" y="144653"/>
                  </a:moveTo>
                  <a:lnTo>
                    <a:pt x="41097" y="92202"/>
                  </a:lnTo>
                  <a:lnTo>
                    <a:pt x="15176" y="64135"/>
                  </a:lnTo>
                  <a:lnTo>
                    <a:pt x="1993" y="61087"/>
                  </a:lnTo>
                  <a:lnTo>
                    <a:pt x="4000" y="151638"/>
                  </a:lnTo>
                  <a:lnTo>
                    <a:pt x="4152" y="190627"/>
                  </a:lnTo>
                  <a:lnTo>
                    <a:pt x="0" y="248031"/>
                  </a:lnTo>
                  <a:lnTo>
                    <a:pt x="26758" y="212979"/>
                  </a:lnTo>
                  <a:lnTo>
                    <a:pt x="41986" y="177546"/>
                  </a:lnTo>
                  <a:lnTo>
                    <a:pt x="47345" y="144653"/>
                  </a:lnTo>
                  <a:close/>
                </a:path>
                <a:path w="1148080" h="1190625">
                  <a:moveTo>
                    <a:pt x="339572" y="95504"/>
                  </a:moveTo>
                  <a:lnTo>
                    <a:pt x="187502" y="0"/>
                  </a:lnTo>
                  <a:lnTo>
                    <a:pt x="90335" y="27686"/>
                  </a:lnTo>
                  <a:lnTo>
                    <a:pt x="92544" y="28194"/>
                  </a:lnTo>
                  <a:lnTo>
                    <a:pt x="100825" y="32512"/>
                  </a:lnTo>
                  <a:lnTo>
                    <a:pt x="108585" y="39116"/>
                  </a:lnTo>
                  <a:lnTo>
                    <a:pt x="123482" y="45085"/>
                  </a:lnTo>
                  <a:lnTo>
                    <a:pt x="142798" y="51943"/>
                  </a:lnTo>
                  <a:lnTo>
                    <a:pt x="163779" y="61595"/>
                  </a:lnTo>
                  <a:lnTo>
                    <a:pt x="185305" y="69088"/>
                  </a:lnTo>
                  <a:lnTo>
                    <a:pt x="207962" y="81534"/>
                  </a:lnTo>
                  <a:lnTo>
                    <a:pt x="185978" y="86106"/>
                  </a:lnTo>
                  <a:lnTo>
                    <a:pt x="156946" y="100838"/>
                  </a:lnTo>
                  <a:lnTo>
                    <a:pt x="125768" y="124841"/>
                  </a:lnTo>
                  <a:lnTo>
                    <a:pt x="95199" y="156083"/>
                  </a:lnTo>
                  <a:lnTo>
                    <a:pt x="66840" y="187833"/>
                  </a:lnTo>
                  <a:lnTo>
                    <a:pt x="42354" y="222885"/>
                  </a:lnTo>
                  <a:lnTo>
                    <a:pt x="26847" y="279273"/>
                  </a:lnTo>
                  <a:lnTo>
                    <a:pt x="73152" y="220472"/>
                  </a:lnTo>
                  <a:lnTo>
                    <a:pt x="125082" y="177419"/>
                  </a:lnTo>
                  <a:lnTo>
                    <a:pt x="174358" y="145796"/>
                  </a:lnTo>
                  <a:lnTo>
                    <a:pt x="226441" y="121920"/>
                  </a:lnTo>
                  <a:lnTo>
                    <a:pt x="269773" y="105664"/>
                  </a:lnTo>
                  <a:lnTo>
                    <a:pt x="332422" y="96266"/>
                  </a:lnTo>
                  <a:lnTo>
                    <a:pt x="339572" y="95504"/>
                  </a:lnTo>
                  <a:close/>
                </a:path>
                <a:path w="1148080" h="1190625">
                  <a:moveTo>
                    <a:pt x="1147864" y="1158875"/>
                  </a:moveTo>
                  <a:lnTo>
                    <a:pt x="1011212" y="1103249"/>
                  </a:lnTo>
                  <a:lnTo>
                    <a:pt x="872528" y="1033526"/>
                  </a:lnTo>
                  <a:lnTo>
                    <a:pt x="752513" y="960882"/>
                  </a:lnTo>
                  <a:lnTo>
                    <a:pt x="659422" y="879348"/>
                  </a:lnTo>
                  <a:lnTo>
                    <a:pt x="621576" y="840613"/>
                  </a:lnTo>
                  <a:lnTo>
                    <a:pt x="581444" y="806069"/>
                  </a:lnTo>
                  <a:lnTo>
                    <a:pt x="535978" y="763270"/>
                  </a:lnTo>
                  <a:lnTo>
                    <a:pt x="490258" y="707263"/>
                  </a:lnTo>
                  <a:lnTo>
                    <a:pt x="437540" y="637032"/>
                  </a:lnTo>
                  <a:lnTo>
                    <a:pt x="382143" y="544576"/>
                  </a:lnTo>
                  <a:lnTo>
                    <a:pt x="317588" y="423799"/>
                  </a:lnTo>
                  <a:lnTo>
                    <a:pt x="249313" y="264541"/>
                  </a:lnTo>
                  <a:lnTo>
                    <a:pt x="260007" y="335407"/>
                  </a:lnTo>
                  <a:lnTo>
                    <a:pt x="285877" y="414528"/>
                  </a:lnTo>
                  <a:lnTo>
                    <a:pt x="321221" y="498729"/>
                  </a:lnTo>
                  <a:lnTo>
                    <a:pt x="363067" y="589026"/>
                  </a:lnTo>
                  <a:lnTo>
                    <a:pt x="413854" y="676402"/>
                  </a:lnTo>
                  <a:lnTo>
                    <a:pt x="469557" y="763778"/>
                  </a:lnTo>
                  <a:lnTo>
                    <a:pt x="523913" y="839978"/>
                  </a:lnTo>
                  <a:lnTo>
                    <a:pt x="580682" y="907161"/>
                  </a:lnTo>
                  <a:lnTo>
                    <a:pt x="642404" y="974344"/>
                  </a:lnTo>
                  <a:lnTo>
                    <a:pt x="700824" y="1029462"/>
                  </a:lnTo>
                  <a:lnTo>
                    <a:pt x="755307" y="1069213"/>
                  </a:lnTo>
                  <a:lnTo>
                    <a:pt x="806996" y="1105027"/>
                  </a:lnTo>
                  <a:lnTo>
                    <a:pt x="856272" y="1131570"/>
                  </a:lnTo>
                  <a:lnTo>
                    <a:pt x="908850" y="1152144"/>
                  </a:lnTo>
                  <a:lnTo>
                    <a:pt x="963333" y="1173861"/>
                  </a:lnTo>
                  <a:lnTo>
                    <a:pt x="1023023" y="1190371"/>
                  </a:lnTo>
                  <a:lnTo>
                    <a:pt x="1147864" y="1158875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1887271" y="3044444"/>
            <a:ext cx="241935" cy="521970"/>
          </a:xfrm>
          <a:custGeom>
            <a:avLst/>
            <a:gdLst/>
            <a:ahLst/>
            <a:cxnLst/>
            <a:rect l="l" t="t" r="r" b="b"/>
            <a:pathLst>
              <a:path w="241934" h="521970">
                <a:moveTo>
                  <a:pt x="133045" y="0"/>
                </a:moveTo>
                <a:lnTo>
                  <a:pt x="72072" y="51815"/>
                </a:lnTo>
                <a:lnTo>
                  <a:pt x="41935" y="101091"/>
                </a:lnTo>
                <a:lnTo>
                  <a:pt x="15709" y="163575"/>
                </a:lnTo>
                <a:lnTo>
                  <a:pt x="0" y="240791"/>
                </a:lnTo>
                <a:lnTo>
                  <a:pt x="5791" y="325373"/>
                </a:lnTo>
                <a:lnTo>
                  <a:pt x="34747" y="420369"/>
                </a:lnTo>
                <a:lnTo>
                  <a:pt x="90182" y="521461"/>
                </a:lnTo>
                <a:lnTo>
                  <a:pt x="116611" y="517905"/>
                </a:lnTo>
                <a:lnTo>
                  <a:pt x="142494" y="516508"/>
                </a:lnTo>
                <a:lnTo>
                  <a:pt x="171665" y="511175"/>
                </a:lnTo>
                <a:lnTo>
                  <a:pt x="195897" y="506983"/>
                </a:lnTo>
                <a:lnTo>
                  <a:pt x="216255" y="499490"/>
                </a:lnTo>
                <a:lnTo>
                  <a:pt x="232740" y="488695"/>
                </a:lnTo>
                <a:lnTo>
                  <a:pt x="240957" y="473455"/>
                </a:lnTo>
                <a:lnTo>
                  <a:pt x="241465" y="461263"/>
                </a:lnTo>
                <a:lnTo>
                  <a:pt x="218795" y="438911"/>
                </a:lnTo>
                <a:lnTo>
                  <a:pt x="188950" y="407415"/>
                </a:lnTo>
                <a:lnTo>
                  <a:pt x="157429" y="373125"/>
                </a:lnTo>
                <a:lnTo>
                  <a:pt x="128638" y="327151"/>
                </a:lnTo>
                <a:lnTo>
                  <a:pt x="105295" y="267842"/>
                </a:lnTo>
                <a:lnTo>
                  <a:pt x="94589" y="194309"/>
                </a:lnTo>
                <a:lnTo>
                  <a:pt x="101447" y="105282"/>
                </a:lnTo>
                <a:lnTo>
                  <a:pt x="133045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3000" y="5073777"/>
            <a:ext cx="432434" cy="294640"/>
          </a:xfrm>
          <a:custGeom>
            <a:avLst/>
            <a:gdLst/>
            <a:ahLst/>
            <a:cxnLst/>
            <a:rect l="l" t="t" r="r" b="b"/>
            <a:pathLst>
              <a:path w="432435" h="294639">
                <a:moveTo>
                  <a:pt x="57150" y="0"/>
                </a:moveTo>
                <a:lnTo>
                  <a:pt x="0" y="37973"/>
                </a:lnTo>
                <a:lnTo>
                  <a:pt x="143637" y="102362"/>
                </a:lnTo>
                <a:lnTo>
                  <a:pt x="251079" y="165608"/>
                </a:lnTo>
                <a:lnTo>
                  <a:pt x="329183" y="229108"/>
                </a:lnTo>
                <a:lnTo>
                  <a:pt x="381762" y="294513"/>
                </a:lnTo>
                <a:lnTo>
                  <a:pt x="432181" y="287274"/>
                </a:lnTo>
                <a:lnTo>
                  <a:pt x="409956" y="251460"/>
                </a:lnTo>
                <a:lnTo>
                  <a:pt x="385572" y="219710"/>
                </a:lnTo>
                <a:lnTo>
                  <a:pt x="359282" y="187071"/>
                </a:lnTo>
                <a:lnTo>
                  <a:pt x="328802" y="157353"/>
                </a:lnTo>
                <a:lnTo>
                  <a:pt x="272795" y="116459"/>
                </a:lnTo>
                <a:lnTo>
                  <a:pt x="204977" y="74549"/>
                </a:lnTo>
                <a:lnTo>
                  <a:pt x="133095" y="35814"/>
                </a:lnTo>
                <a:lnTo>
                  <a:pt x="57150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13403" y="5524500"/>
            <a:ext cx="59055" cy="195580"/>
          </a:xfrm>
          <a:custGeom>
            <a:avLst/>
            <a:gdLst/>
            <a:ahLst/>
            <a:cxnLst/>
            <a:rect l="l" t="t" r="r" b="b"/>
            <a:pathLst>
              <a:path w="59055" h="195579">
                <a:moveTo>
                  <a:pt x="58547" y="0"/>
                </a:moveTo>
                <a:lnTo>
                  <a:pt x="11049" y="8255"/>
                </a:lnTo>
                <a:lnTo>
                  <a:pt x="13081" y="35306"/>
                </a:lnTo>
                <a:lnTo>
                  <a:pt x="9525" y="90627"/>
                </a:lnTo>
                <a:lnTo>
                  <a:pt x="7112" y="112750"/>
                </a:lnTo>
                <a:lnTo>
                  <a:pt x="2667" y="138899"/>
                </a:lnTo>
                <a:lnTo>
                  <a:pt x="0" y="179108"/>
                </a:lnTo>
                <a:lnTo>
                  <a:pt x="889" y="195186"/>
                </a:lnTo>
                <a:lnTo>
                  <a:pt x="18796" y="171018"/>
                </a:lnTo>
                <a:lnTo>
                  <a:pt x="29210" y="142836"/>
                </a:lnTo>
                <a:lnTo>
                  <a:pt x="39243" y="119697"/>
                </a:lnTo>
                <a:lnTo>
                  <a:pt x="46482" y="97561"/>
                </a:lnTo>
                <a:lnTo>
                  <a:pt x="54737" y="73418"/>
                </a:lnTo>
                <a:lnTo>
                  <a:pt x="56388" y="48259"/>
                </a:lnTo>
                <a:lnTo>
                  <a:pt x="56896" y="25146"/>
                </a:lnTo>
                <a:lnTo>
                  <a:pt x="58547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376" y="6173482"/>
            <a:ext cx="374015" cy="610870"/>
          </a:xfrm>
          <a:custGeom>
            <a:avLst/>
            <a:gdLst/>
            <a:ahLst/>
            <a:cxnLst/>
            <a:rect l="l" t="t" r="r" b="b"/>
            <a:pathLst>
              <a:path w="374015" h="610870">
                <a:moveTo>
                  <a:pt x="134175" y="584466"/>
                </a:moveTo>
                <a:lnTo>
                  <a:pt x="0" y="257136"/>
                </a:lnTo>
                <a:lnTo>
                  <a:pt x="19354" y="610247"/>
                </a:lnTo>
                <a:lnTo>
                  <a:pt x="134175" y="584466"/>
                </a:lnTo>
                <a:close/>
              </a:path>
              <a:path w="374015" h="610870">
                <a:moveTo>
                  <a:pt x="373938" y="124193"/>
                </a:moveTo>
                <a:lnTo>
                  <a:pt x="144373" y="0"/>
                </a:lnTo>
                <a:lnTo>
                  <a:pt x="282638" y="238798"/>
                </a:lnTo>
                <a:lnTo>
                  <a:pt x="373938" y="124193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06574" y="1810130"/>
            <a:ext cx="304165" cy="180340"/>
          </a:xfrm>
          <a:custGeom>
            <a:avLst/>
            <a:gdLst/>
            <a:ahLst/>
            <a:cxnLst/>
            <a:rect l="l" t="t" r="r" b="b"/>
            <a:pathLst>
              <a:path w="304165" h="180339">
                <a:moveTo>
                  <a:pt x="0" y="0"/>
                </a:moveTo>
                <a:lnTo>
                  <a:pt x="249339" y="180340"/>
                </a:lnTo>
                <a:lnTo>
                  <a:pt x="304088" y="32766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50630" y="2117726"/>
            <a:ext cx="280670" cy="338455"/>
          </a:xfrm>
          <a:custGeom>
            <a:avLst/>
            <a:gdLst/>
            <a:ahLst/>
            <a:cxnLst/>
            <a:rect l="l" t="t" r="r" b="b"/>
            <a:pathLst>
              <a:path w="280669" h="338455">
                <a:moveTo>
                  <a:pt x="0" y="0"/>
                </a:moveTo>
                <a:lnTo>
                  <a:pt x="163918" y="338327"/>
                </a:lnTo>
                <a:lnTo>
                  <a:pt x="280543" y="268604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524000" y="0"/>
            <a:ext cx="1468120" cy="2447290"/>
            <a:chOff x="0" y="0"/>
            <a:chExt cx="1468120" cy="2447290"/>
          </a:xfrm>
        </p:grpSpPr>
        <p:sp>
          <p:nvSpPr>
            <p:cNvPr id="25" name="object 25"/>
            <p:cNvSpPr/>
            <p:nvPr/>
          </p:nvSpPr>
          <p:spPr>
            <a:xfrm>
              <a:off x="355206" y="2081276"/>
              <a:ext cx="130175" cy="365760"/>
            </a:xfrm>
            <a:custGeom>
              <a:avLst/>
              <a:gdLst/>
              <a:ahLst/>
              <a:cxnLst/>
              <a:rect l="l" t="t" r="r" b="b"/>
              <a:pathLst>
                <a:path w="130175" h="365760">
                  <a:moveTo>
                    <a:pt x="69100" y="0"/>
                  </a:moveTo>
                  <a:lnTo>
                    <a:pt x="0" y="344677"/>
                  </a:lnTo>
                  <a:lnTo>
                    <a:pt x="129667" y="365633"/>
                  </a:lnTo>
                  <a:lnTo>
                    <a:pt x="691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416" y="1223899"/>
              <a:ext cx="238925" cy="2052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0" y="1406525"/>
              <a:ext cx="571500" cy="1031875"/>
            </a:xfrm>
            <a:custGeom>
              <a:avLst/>
              <a:gdLst/>
              <a:ahLst/>
              <a:cxnLst/>
              <a:rect l="l" t="t" r="r" b="b"/>
              <a:pathLst>
                <a:path w="571500" h="1031875">
                  <a:moveTo>
                    <a:pt x="419100" y="0"/>
                  </a:moveTo>
                  <a:lnTo>
                    <a:pt x="427037" y="14224"/>
                  </a:lnTo>
                  <a:lnTo>
                    <a:pt x="439737" y="34925"/>
                  </a:lnTo>
                  <a:lnTo>
                    <a:pt x="454025" y="61849"/>
                  </a:lnTo>
                  <a:lnTo>
                    <a:pt x="490537" y="131699"/>
                  </a:lnTo>
                  <a:lnTo>
                    <a:pt x="506412" y="171450"/>
                  </a:lnTo>
                  <a:lnTo>
                    <a:pt x="522287" y="215900"/>
                  </a:lnTo>
                  <a:lnTo>
                    <a:pt x="528637" y="258699"/>
                  </a:lnTo>
                  <a:lnTo>
                    <a:pt x="533400" y="306324"/>
                  </a:lnTo>
                  <a:lnTo>
                    <a:pt x="527050" y="353949"/>
                  </a:lnTo>
                  <a:lnTo>
                    <a:pt x="512762" y="404749"/>
                  </a:lnTo>
                  <a:lnTo>
                    <a:pt x="492125" y="452374"/>
                  </a:lnTo>
                  <a:lnTo>
                    <a:pt x="455612" y="499999"/>
                  </a:lnTo>
                  <a:lnTo>
                    <a:pt x="407987" y="544449"/>
                  </a:lnTo>
                  <a:lnTo>
                    <a:pt x="346075" y="587375"/>
                  </a:lnTo>
                  <a:lnTo>
                    <a:pt x="265112" y="628650"/>
                  </a:lnTo>
                  <a:lnTo>
                    <a:pt x="176212" y="674624"/>
                  </a:lnTo>
                  <a:lnTo>
                    <a:pt x="109537" y="725424"/>
                  </a:lnTo>
                  <a:lnTo>
                    <a:pt x="55562" y="777875"/>
                  </a:lnTo>
                  <a:lnTo>
                    <a:pt x="19050" y="835025"/>
                  </a:lnTo>
                  <a:lnTo>
                    <a:pt x="0" y="877824"/>
                  </a:lnTo>
                  <a:lnTo>
                    <a:pt x="0" y="1031875"/>
                  </a:lnTo>
                  <a:lnTo>
                    <a:pt x="9525" y="996950"/>
                  </a:lnTo>
                  <a:lnTo>
                    <a:pt x="30162" y="942975"/>
                  </a:lnTo>
                  <a:lnTo>
                    <a:pt x="68262" y="874649"/>
                  </a:lnTo>
                  <a:lnTo>
                    <a:pt x="120650" y="798449"/>
                  </a:lnTo>
                  <a:lnTo>
                    <a:pt x="198437" y="720725"/>
                  </a:lnTo>
                  <a:lnTo>
                    <a:pt x="301625" y="647700"/>
                  </a:lnTo>
                  <a:lnTo>
                    <a:pt x="436562" y="579374"/>
                  </a:lnTo>
                  <a:lnTo>
                    <a:pt x="488950" y="542925"/>
                  </a:lnTo>
                  <a:lnTo>
                    <a:pt x="531812" y="484124"/>
                  </a:lnTo>
                  <a:lnTo>
                    <a:pt x="558800" y="404749"/>
                  </a:lnTo>
                  <a:lnTo>
                    <a:pt x="571500" y="319024"/>
                  </a:lnTo>
                  <a:lnTo>
                    <a:pt x="565150" y="228600"/>
                  </a:lnTo>
                  <a:lnTo>
                    <a:pt x="541337" y="139700"/>
                  </a:lnTo>
                  <a:lnTo>
                    <a:pt x="493712" y="61849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93749" y="0"/>
              <a:ext cx="174625" cy="219075"/>
            </a:xfrm>
            <a:custGeom>
              <a:avLst/>
              <a:gdLst/>
              <a:ahLst/>
              <a:cxnLst/>
              <a:rect l="l" t="t" r="r" b="b"/>
              <a:pathLst>
                <a:path w="174625" h="219075">
                  <a:moveTo>
                    <a:pt x="56641" y="0"/>
                  </a:moveTo>
                  <a:lnTo>
                    <a:pt x="0" y="218948"/>
                  </a:lnTo>
                  <a:lnTo>
                    <a:pt x="174116" y="52450"/>
                  </a:lnTo>
                  <a:lnTo>
                    <a:pt x="5664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8112" y="149225"/>
              <a:ext cx="1104265" cy="1200150"/>
            </a:xfrm>
            <a:custGeom>
              <a:avLst/>
              <a:gdLst/>
              <a:ahLst/>
              <a:cxnLst/>
              <a:rect l="l" t="t" r="r" b="b"/>
              <a:pathLst>
                <a:path w="1104265" h="1200150">
                  <a:moveTo>
                    <a:pt x="420687" y="0"/>
                  </a:moveTo>
                  <a:lnTo>
                    <a:pt x="410964" y="2555"/>
                  </a:lnTo>
                  <a:lnTo>
                    <a:pt x="402604" y="4661"/>
                  </a:lnTo>
                  <a:lnTo>
                    <a:pt x="395287" y="6350"/>
                  </a:lnTo>
                  <a:lnTo>
                    <a:pt x="357187" y="15875"/>
                  </a:lnTo>
                  <a:lnTo>
                    <a:pt x="309760" y="26939"/>
                  </a:lnTo>
                  <a:lnTo>
                    <a:pt x="286866" y="35038"/>
                  </a:lnTo>
                  <a:lnTo>
                    <a:pt x="268287" y="47625"/>
                  </a:lnTo>
                  <a:lnTo>
                    <a:pt x="244301" y="60289"/>
                  </a:lnTo>
                  <a:lnTo>
                    <a:pt x="220464" y="78930"/>
                  </a:lnTo>
                  <a:lnTo>
                    <a:pt x="197519" y="99381"/>
                  </a:lnTo>
                  <a:lnTo>
                    <a:pt x="176212" y="117475"/>
                  </a:lnTo>
                  <a:lnTo>
                    <a:pt x="147488" y="133796"/>
                  </a:lnTo>
                  <a:lnTo>
                    <a:pt x="119062" y="159940"/>
                  </a:lnTo>
                  <a:lnTo>
                    <a:pt x="95398" y="190251"/>
                  </a:lnTo>
                  <a:lnTo>
                    <a:pt x="80962" y="219075"/>
                  </a:lnTo>
                  <a:lnTo>
                    <a:pt x="78655" y="221704"/>
                  </a:lnTo>
                  <a:lnTo>
                    <a:pt x="56753" y="255402"/>
                  </a:lnTo>
                  <a:lnTo>
                    <a:pt x="49410" y="277925"/>
                  </a:lnTo>
                  <a:lnTo>
                    <a:pt x="46037" y="288925"/>
                  </a:lnTo>
                  <a:lnTo>
                    <a:pt x="33337" y="333375"/>
                  </a:lnTo>
                  <a:lnTo>
                    <a:pt x="16073" y="366712"/>
                  </a:lnTo>
                  <a:lnTo>
                    <a:pt x="8111" y="383381"/>
                  </a:lnTo>
                  <a:lnTo>
                    <a:pt x="4762" y="400050"/>
                  </a:lnTo>
                  <a:lnTo>
                    <a:pt x="3819" y="455725"/>
                  </a:lnTo>
                  <a:lnTo>
                    <a:pt x="2530" y="566552"/>
                  </a:lnTo>
                  <a:lnTo>
                    <a:pt x="1598" y="621621"/>
                  </a:lnTo>
                  <a:lnTo>
                    <a:pt x="7937" y="625475"/>
                  </a:lnTo>
                  <a:lnTo>
                    <a:pt x="7937" y="628650"/>
                  </a:lnTo>
                  <a:lnTo>
                    <a:pt x="9549" y="643201"/>
                  </a:lnTo>
                  <a:lnTo>
                    <a:pt x="10120" y="658193"/>
                  </a:lnTo>
                  <a:lnTo>
                    <a:pt x="10393" y="673494"/>
                  </a:lnTo>
                  <a:lnTo>
                    <a:pt x="11112" y="688975"/>
                  </a:lnTo>
                  <a:lnTo>
                    <a:pt x="26516" y="731605"/>
                  </a:lnTo>
                  <a:lnTo>
                    <a:pt x="52635" y="759073"/>
                  </a:lnTo>
                  <a:lnTo>
                    <a:pt x="67865" y="773509"/>
                  </a:lnTo>
                  <a:lnTo>
                    <a:pt x="96837" y="803275"/>
                  </a:lnTo>
                  <a:lnTo>
                    <a:pt x="110951" y="815542"/>
                  </a:lnTo>
                  <a:lnTo>
                    <a:pt x="126404" y="826642"/>
                  </a:lnTo>
                  <a:lnTo>
                    <a:pt x="142155" y="837172"/>
                  </a:lnTo>
                  <a:lnTo>
                    <a:pt x="157162" y="847725"/>
                  </a:lnTo>
                  <a:lnTo>
                    <a:pt x="185365" y="870015"/>
                  </a:lnTo>
                  <a:lnTo>
                    <a:pt x="212526" y="893937"/>
                  </a:lnTo>
                  <a:lnTo>
                    <a:pt x="238199" y="919358"/>
                  </a:lnTo>
                  <a:lnTo>
                    <a:pt x="261937" y="946150"/>
                  </a:lnTo>
                  <a:lnTo>
                    <a:pt x="272504" y="957014"/>
                  </a:lnTo>
                  <a:lnTo>
                    <a:pt x="284559" y="966390"/>
                  </a:lnTo>
                  <a:lnTo>
                    <a:pt x="297209" y="975171"/>
                  </a:lnTo>
                  <a:lnTo>
                    <a:pt x="309562" y="984250"/>
                  </a:lnTo>
                  <a:lnTo>
                    <a:pt x="315267" y="986595"/>
                  </a:lnTo>
                  <a:lnTo>
                    <a:pt x="321865" y="987774"/>
                  </a:lnTo>
                  <a:lnTo>
                    <a:pt x="327868" y="989572"/>
                  </a:lnTo>
                  <a:lnTo>
                    <a:pt x="331787" y="993775"/>
                  </a:lnTo>
                  <a:lnTo>
                    <a:pt x="334069" y="1000222"/>
                  </a:lnTo>
                  <a:lnTo>
                    <a:pt x="334565" y="1007443"/>
                  </a:lnTo>
                  <a:lnTo>
                    <a:pt x="334466" y="1014974"/>
                  </a:lnTo>
                  <a:lnTo>
                    <a:pt x="334962" y="1022350"/>
                  </a:lnTo>
                  <a:lnTo>
                    <a:pt x="327645" y="1033131"/>
                  </a:lnTo>
                  <a:lnTo>
                    <a:pt x="320476" y="1045543"/>
                  </a:lnTo>
                  <a:lnTo>
                    <a:pt x="314200" y="1058265"/>
                  </a:lnTo>
                  <a:lnTo>
                    <a:pt x="309562" y="1069975"/>
                  </a:lnTo>
                  <a:lnTo>
                    <a:pt x="289941" y="1085715"/>
                  </a:lnTo>
                  <a:lnTo>
                    <a:pt x="269279" y="1099692"/>
                  </a:lnTo>
                  <a:lnTo>
                    <a:pt x="251296" y="1115480"/>
                  </a:lnTo>
                  <a:lnTo>
                    <a:pt x="239712" y="1136650"/>
                  </a:lnTo>
                  <a:lnTo>
                    <a:pt x="252412" y="1139825"/>
                  </a:lnTo>
                  <a:lnTo>
                    <a:pt x="258762" y="1143000"/>
                  </a:lnTo>
                  <a:lnTo>
                    <a:pt x="267568" y="1146984"/>
                  </a:lnTo>
                  <a:lnTo>
                    <a:pt x="275629" y="1149921"/>
                  </a:lnTo>
                  <a:lnTo>
                    <a:pt x="293687" y="1155700"/>
                  </a:lnTo>
                  <a:lnTo>
                    <a:pt x="317177" y="1166413"/>
                  </a:lnTo>
                  <a:lnTo>
                    <a:pt x="337542" y="1179687"/>
                  </a:lnTo>
                  <a:lnTo>
                    <a:pt x="358204" y="1192079"/>
                  </a:lnTo>
                  <a:lnTo>
                    <a:pt x="382587" y="1200150"/>
                  </a:lnTo>
                  <a:lnTo>
                    <a:pt x="392856" y="1190144"/>
                  </a:lnTo>
                  <a:lnTo>
                    <a:pt x="401637" y="1176115"/>
                  </a:lnTo>
                  <a:lnTo>
                    <a:pt x="408037" y="1160609"/>
                  </a:lnTo>
                  <a:lnTo>
                    <a:pt x="411162" y="1146175"/>
                  </a:lnTo>
                  <a:lnTo>
                    <a:pt x="412477" y="1111942"/>
                  </a:lnTo>
                  <a:lnTo>
                    <a:pt x="409773" y="1096343"/>
                  </a:lnTo>
                  <a:lnTo>
                    <a:pt x="410939" y="1090578"/>
                  </a:lnTo>
                  <a:lnTo>
                    <a:pt x="423862" y="1085850"/>
                  </a:lnTo>
                  <a:lnTo>
                    <a:pt x="642937" y="1085850"/>
                  </a:lnTo>
                  <a:lnTo>
                    <a:pt x="659432" y="1082540"/>
                  </a:lnTo>
                  <a:lnTo>
                    <a:pt x="678457" y="1082230"/>
                  </a:lnTo>
                  <a:lnTo>
                    <a:pt x="697185" y="1081349"/>
                  </a:lnTo>
                  <a:lnTo>
                    <a:pt x="712787" y="1076325"/>
                  </a:lnTo>
                  <a:lnTo>
                    <a:pt x="716954" y="1073298"/>
                  </a:lnTo>
                  <a:lnTo>
                    <a:pt x="727075" y="1066403"/>
                  </a:lnTo>
                  <a:lnTo>
                    <a:pt x="739576" y="1058912"/>
                  </a:lnTo>
                  <a:lnTo>
                    <a:pt x="750887" y="1054100"/>
                  </a:lnTo>
                  <a:lnTo>
                    <a:pt x="929601" y="952239"/>
                  </a:lnTo>
                  <a:lnTo>
                    <a:pt x="963612" y="933450"/>
                  </a:lnTo>
                  <a:lnTo>
                    <a:pt x="968002" y="932572"/>
                  </a:lnTo>
                  <a:lnTo>
                    <a:pt x="978495" y="930052"/>
                  </a:lnTo>
                  <a:lnTo>
                    <a:pt x="1011535" y="901747"/>
                  </a:lnTo>
                  <a:lnTo>
                    <a:pt x="1014412" y="895350"/>
                  </a:lnTo>
                  <a:lnTo>
                    <a:pt x="1022424" y="883507"/>
                  </a:lnTo>
                  <a:lnTo>
                    <a:pt x="1033264" y="873474"/>
                  </a:lnTo>
                  <a:lnTo>
                    <a:pt x="1044996" y="864060"/>
                  </a:lnTo>
                  <a:lnTo>
                    <a:pt x="1055687" y="854075"/>
                  </a:lnTo>
                  <a:lnTo>
                    <a:pt x="1078334" y="817330"/>
                  </a:lnTo>
                  <a:lnTo>
                    <a:pt x="1088032" y="775668"/>
                  </a:lnTo>
                  <a:lnTo>
                    <a:pt x="1090290" y="731934"/>
                  </a:lnTo>
                  <a:lnTo>
                    <a:pt x="1090612" y="688975"/>
                  </a:lnTo>
                  <a:lnTo>
                    <a:pt x="1096788" y="646674"/>
                  </a:lnTo>
                  <a:lnTo>
                    <a:pt x="1101923" y="604218"/>
                  </a:lnTo>
                  <a:lnTo>
                    <a:pt x="1103783" y="559690"/>
                  </a:lnTo>
                  <a:lnTo>
                    <a:pt x="1100137" y="511175"/>
                  </a:lnTo>
                  <a:lnTo>
                    <a:pt x="1092009" y="461163"/>
                  </a:lnTo>
                  <a:lnTo>
                    <a:pt x="1080071" y="417192"/>
                  </a:lnTo>
                  <a:lnTo>
                    <a:pt x="1065847" y="375368"/>
                  </a:lnTo>
                  <a:lnTo>
                    <a:pt x="1050861" y="331794"/>
                  </a:lnTo>
                  <a:lnTo>
                    <a:pt x="1036637" y="282575"/>
                  </a:lnTo>
                  <a:lnTo>
                    <a:pt x="1025078" y="262135"/>
                  </a:lnTo>
                  <a:lnTo>
                    <a:pt x="1013221" y="238125"/>
                  </a:lnTo>
                  <a:lnTo>
                    <a:pt x="999579" y="216495"/>
                  </a:lnTo>
                  <a:lnTo>
                    <a:pt x="982662" y="203200"/>
                  </a:lnTo>
                  <a:lnTo>
                    <a:pt x="950683" y="177674"/>
                  </a:lnTo>
                  <a:lnTo>
                    <a:pt x="909332" y="147368"/>
                  </a:lnTo>
                  <a:lnTo>
                    <a:pt x="863333" y="115856"/>
                  </a:lnTo>
                  <a:lnTo>
                    <a:pt x="817410" y="86709"/>
                  </a:lnTo>
                  <a:lnTo>
                    <a:pt x="776287" y="63500"/>
                  </a:lnTo>
                  <a:lnTo>
                    <a:pt x="740221" y="40100"/>
                  </a:lnTo>
                  <a:lnTo>
                    <a:pt x="697309" y="27558"/>
                  </a:lnTo>
                  <a:lnTo>
                    <a:pt x="652611" y="19494"/>
                  </a:lnTo>
                  <a:lnTo>
                    <a:pt x="611187" y="9525"/>
                  </a:lnTo>
                  <a:lnTo>
                    <a:pt x="566737" y="3175"/>
                  </a:lnTo>
                  <a:lnTo>
                    <a:pt x="530076" y="1553"/>
                  </a:lnTo>
                  <a:lnTo>
                    <a:pt x="420687" y="0"/>
                  </a:lnTo>
                  <a:close/>
                </a:path>
                <a:path w="1104265" h="1200150">
                  <a:moveTo>
                    <a:pt x="642937" y="1085850"/>
                  </a:moveTo>
                  <a:lnTo>
                    <a:pt x="423862" y="1085850"/>
                  </a:lnTo>
                  <a:lnTo>
                    <a:pt x="505420" y="1091755"/>
                  </a:lnTo>
                  <a:lnTo>
                    <a:pt x="545975" y="1093851"/>
                  </a:lnTo>
                  <a:lnTo>
                    <a:pt x="595312" y="1095375"/>
                  </a:lnTo>
                  <a:lnTo>
                    <a:pt x="607441" y="1093208"/>
                  </a:lnTo>
                  <a:lnTo>
                    <a:pt x="619720" y="1091184"/>
                  </a:lnTo>
                  <a:lnTo>
                    <a:pt x="631700" y="1088874"/>
                  </a:lnTo>
                  <a:lnTo>
                    <a:pt x="642937" y="1085850"/>
                  </a:lnTo>
                  <a:close/>
                </a:path>
                <a:path w="1104265" h="1200150">
                  <a:moveTo>
                    <a:pt x="0" y="620649"/>
                  </a:moveTo>
                  <a:lnTo>
                    <a:pt x="1587" y="622300"/>
                  </a:lnTo>
                  <a:lnTo>
                    <a:pt x="1598" y="621621"/>
                  </a:lnTo>
                  <a:lnTo>
                    <a:pt x="0" y="620649"/>
                  </a:lnTo>
                  <a:close/>
                </a:path>
              </a:pathLst>
            </a:custGeom>
            <a:solidFill>
              <a:srgbClr val="ECF9D2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4119" y="415416"/>
              <a:ext cx="1018540" cy="718185"/>
            </a:xfrm>
            <a:custGeom>
              <a:avLst/>
              <a:gdLst/>
              <a:ahLst/>
              <a:cxnLst/>
              <a:rect l="l" t="t" r="r" b="b"/>
              <a:pathLst>
                <a:path w="1018540" h="718185">
                  <a:moveTo>
                    <a:pt x="372427" y="718185"/>
                  </a:moveTo>
                  <a:lnTo>
                    <a:pt x="313258" y="679704"/>
                  </a:lnTo>
                  <a:lnTo>
                    <a:pt x="263182" y="641985"/>
                  </a:lnTo>
                  <a:lnTo>
                    <a:pt x="221437" y="606552"/>
                  </a:lnTo>
                  <a:lnTo>
                    <a:pt x="185394" y="574040"/>
                  </a:lnTo>
                  <a:lnTo>
                    <a:pt x="155359" y="538988"/>
                  </a:lnTo>
                  <a:lnTo>
                    <a:pt x="132943" y="507619"/>
                  </a:lnTo>
                  <a:lnTo>
                    <a:pt x="113880" y="474345"/>
                  </a:lnTo>
                  <a:lnTo>
                    <a:pt x="86728" y="409575"/>
                  </a:lnTo>
                  <a:lnTo>
                    <a:pt x="73469" y="340741"/>
                  </a:lnTo>
                  <a:lnTo>
                    <a:pt x="70205" y="304292"/>
                  </a:lnTo>
                  <a:lnTo>
                    <a:pt x="65036" y="266954"/>
                  </a:lnTo>
                  <a:lnTo>
                    <a:pt x="62064" y="225171"/>
                  </a:lnTo>
                  <a:lnTo>
                    <a:pt x="57912" y="180975"/>
                  </a:lnTo>
                  <a:lnTo>
                    <a:pt x="52590" y="134366"/>
                  </a:lnTo>
                  <a:lnTo>
                    <a:pt x="34340" y="171069"/>
                  </a:lnTo>
                  <a:lnTo>
                    <a:pt x="9271" y="250190"/>
                  </a:lnTo>
                  <a:lnTo>
                    <a:pt x="2006" y="288798"/>
                  </a:lnTo>
                  <a:lnTo>
                    <a:pt x="0" y="326263"/>
                  </a:lnTo>
                  <a:lnTo>
                    <a:pt x="1079" y="367030"/>
                  </a:lnTo>
                  <a:lnTo>
                    <a:pt x="7416" y="406908"/>
                  </a:lnTo>
                  <a:lnTo>
                    <a:pt x="19748" y="444119"/>
                  </a:lnTo>
                  <a:lnTo>
                    <a:pt x="38531" y="482854"/>
                  </a:lnTo>
                  <a:lnTo>
                    <a:pt x="64477" y="521335"/>
                  </a:lnTo>
                  <a:lnTo>
                    <a:pt x="94513" y="556387"/>
                  </a:lnTo>
                  <a:lnTo>
                    <a:pt x="135534" y="593217"/>
                  </a:lnTo>
                  <a:lnTo>
                    <a:pt x="182537" y="627634"/>
                  </a:lnTo>
                  <a:lnTo>
                    <a:pt x="237451" y="660273"/>
                  </a:lnTo>
                  <a:lnTo>
                    <a:pt x="299085" y="689102"/>
                  </a:lnTo>
                  <a:lnTo>
                    <a:pt x="372427" y="718185"/>
                  </a:lnTo>
                  <a:close/>
                </a:path>
                <a:path w="1018540" h="718185">
                  <a:moveTo>
                    <a:pt x="1018438" y="194945"/>
                  </a:moveTo>
                  <a:lnTo>
                    <a:pt x="1003465" y="138430"/>
                  </a:lnTo>
                  <a:lnTo>
                    <a:pt x="979601" y="90170"/>
                  </a:lnTo>
                  <a:lnTo>
                    <a:pt x="948016" y="52705"/>
                  </a:lnTo>
                  <a:lnTo>
                    <a:pt x="916647" y="24384"/>
                  </a:lnTo>
                  <a:lnTo>
                    <a:pt x="885748" y="0"/>
                  </a:lnTo>
                  <a:lnTo>
                    <a:pt x="928547" y="62992"/>
                  </a:lnTo>
                  <a:lnTo>
                    <a:pt x="946658" y="108331"/>
                  </a:lnTo>
                  <a:lnTo>
                    <a:pt x="948245" y="143764"/>
                  </a:lnTo>
                  <a:lnTo>
                    <a:pt x="940968" y="172847"/>
                  </a:lnTo>
                  <a:lnTo>
                    <a:pt x="923632" y="193294"/>
                  </a:lnTo>
                  <a:lnTo>
                    <a:pt x="907021" y="212344"/>
                  </a:lnTo>
                  <a:lnTo>
                    <a:pt x="896162" y="234188"/>
                  </a:lnTo>
                  <a:lnTo>
                    <a:pt x="907326" y="274320"/>
                  </a:lnTo>
                  <a:lnTo>
                    <a:pt x="941082" y="307340"/>
                  </a:lnTo>
                  <a:lnTo>
                    <a:pt x="951141" y="315976"/>
                  </a:lnTo>
                  <a:lnTo>
                    <a:pt x="981824" y="331216"/>
                  </a:lnTo>
                  <a:lnTo>
                    <a:pt x="1012736" y="259334"/>
                  </a:lnTo>
                  <a:lnTo>
                    <a:pt x="1018438" y="194945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121" y="717804"/>
              <a:ext cx="90792" cy="967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55016" y="83057"/>
              <a:ext cx="1188085" cy="1210945"/>
            </a:xfrm>
            <a:custGeom>
              <a:avLst/>
              <a:gdLst/>
              <a:ahLst/>
              <a:cxnLst/>
              <a:rect l="l" t="t" r="r" b="b"/>
              <a:pathLst>
                <a:path w="1188085" h="1210945">
                  <a:moveTo>
                    <a:pt x="396328" y="0"/>
                  </a:moveTo>
                  <a:lnTo>
                    <a:pt x="313855" y="12065"/>
                  </a:lnTo>
                  <a:lnTo>
                    <a:pt x="244551" y="36068"/>
                  </a:lnTo>
                  <a:lnTo>
                    <a:pt x="180746" y="68325"/>
                  </a:lnTo>
                  <a:lnTo>
                    <a:pt x="131546" y="109600"/>
                  </a:lnTo>
                  <a:lnTo>
                    <a:pt x="88836" y="152273"/>
                  </a:lnTo>
                  <a:lnTo>
                    <a:pt x="55714" y="199771"/>
                  </a:lnTo>
                  <a:lnTo>
                    <a:pt x="32448" y="246634"/>
                  </a:lnTo>
                  <a:lnTo>
                    <a:pt x="13271" y="290068"/>
                  </a:lnTo>
                  <a:lnTo>
                    <a:pt x="6146" y="328422"/>
                  </a:lnTo>
                  <a:lnTo>
                    <a:pt x="0" y="360045"/>
                  </a:lnTo>
                  <a:lnTo>
                    <a:pt x="4241" y="380492"/>
                  </a:lnTo>
                  <a:lnTo>
                    <a:pt x="14287" y="389128"/>
                  </a:lnTo>
                  <a:lnTo>
                    <a:pt x="49796" y="346456"/>
                  </a:lnTo>
                  <a:lnTo>
                    <a:pt x="84112" y="301498"/>
                  </a:lnTo>
                  <a:lnTo>
                    <a:pt x="121526" y="259715"/>
                  </a:lnTo>
                  <a:lnTo>
                    <a:pt x="160870" y="219075"/>
                  </a:lnTo>
                  <a:lnTo>
                    <a:pt x="202133" y="179324"/>
                  </a:lnTo>
                  <a:lnTo>
                    <a:pt x="246964" y="146812"/>
                  </a:lnTo>
                  <a:lnTo>
                    <a:pt x="295363" y="121539"/>
                  </a:lnTo>
                  <a:lnTo>
                    <a:pt x="346875" y="99695"/>
                  </a:lnTo>
                  <a:lnTo>
                    <a:pt x="401243" y="86487"/>
                  </a:lnTo>
                  <a:lnTo>
                    <a:pt x="461556" y="85344"/>
                  </a:lnTo>
                  <a:lnTo>
                    <a:pt x="524713" y="92964"/>
                  </a:lnTo>
                  <a:lnTo>
                    <a:pt x="593826" y="112649"/>
                  </a:lnTo>
                  <a:lnTo>
                    <a:pt x="670090" y="146939"/>
                  </a:lnTo>
                  <a:lnTo>
                    <a:pt x="751585" y="194691"/>
                  </a:lnTo>
                  <a:lnTo>
                    <a:pt x="842137" y="257937"/>
                  </a:lnTo>
                  <a:lnTo>
                    <a:pt x="936459" y="337566"/>
                  </a:lnTo>
                  <a:lnTo>
                    <a:pt x="991704" y="399669"/>
                  </a:lnTo>
                  <a:lnTo>
                    <a:pt x="1027696" y="466852"/>
                  </a:lnTo>
                  <a:lnTo>
                    <a:pt x="1046365" y="540004"/>
                  </a:lnTo>
                  <a:lnTo>
                    <a:pt x="1050620" y="613283"/>
                  </a:lnTo>
                  <a:lnTo>
                    <a:pt x="1040917" y="690626"/>
                  </a:lnTo>
                  <a:lnTo>
                    <a:pt x="1016330" y="764286"/>
                  </a:lnTo>
                  <a:lnTo>
                    <a:pt x="981887" y="838454"/>
                  </a:lnTo>
                  <a:lnTo>
                    <a:pt x="940511" y="907288"/>
                  </a:lnTo>
                  <a:lnTo>
                    <a:pt x="888809" y="972947"/>
                  </a:lnTo>
                  <a:lnTo>
                    <a:pt x="831608" y="1030351"/>
                  </a:lnTo>
                  <a:lnTo>
                    <a:pt x="771575" y="1079119"/>
                  </a:lnTo>
                  <a:lnTo>
                    <a:pt x="706767" y="1118108"/>
                  </a:lnTo>
                  <a:lnTo>
                    <a:pt x="639851" y="1146937"/>
                  </a:lnTo>
                  <a:lnTo>
                    <a:pt x="575640" y="1160653"/>
                  </a:lnTo>
                  <a:lnTo>
                    <a:pt x="509574" y="1158875"/>
                  </a:lnTo>
                  <a:lnTo>
                    <a:pt x="448856" y="1141603"/>
                  </a:lnTo>
                  <a:lnTo>
                    <a:pt x="560374" y="1191387"/>
                  </a:lnTo>
                  <a:lnTo>
                    <a:pt x="665530" y="1210818"/>
                  </a:lnTo>
                  <a:lnTo>
                    <a:pt x="767905" y="1206881"/>
                  </a:lnTo>
                  <a:lnTo>
                    <a:pt x="861009" y="1178179"/>
                  </a:lnTo>
                  <a:lnTo>
                    <a:pt x="946518" y="1131189"/>
                  </a:lnTo>
                  <a:lnTo>
                    <a:pt x="1023683" y="1067308"/>
                  </a:lnTo>
                  <a:lnTo>
                    <a:pt x="1086485" y="988949"/>
                  </a:lnTo>
                  <a:lnTo>
                    <a:pt x="1133525" y="899033"/>
                  </a:lnTo>
                  <a:lnTo>
                    <a:pt x="1169720" y="802005"/>
                  </a:lnTo>
                  <a:lnTo>
                    <a:pt x="1187881" y="697865"/>
                  </a:lnTo>
                  <a:lnTo>
                    <a:pt x="1185214" y="592582"/>
                  </a:lnTo>
                  <a:lnTo>
                    <a:pt x="1165529" y="487807"/>
                  </a:lnTo>
                  <a:lnTo>
                    <a:pt x="1121460" y="383794"/>
                  </a:lnTo>
                  <a:lnTo>
                    <a:pt x="1054900" y="286893"/>
                  </a:lnTo>
                  <a:lnTo>
                    <a:pt x="964933" y="198374"/>
                  </a:lnTo>
                  <a:lnTo>
                    <a:pt x="844880" y="122300"/>
                  </a:lnTo>
                  <a:lnTo>
                    <a:pt x="714908" y="61468"/>
                  </a:lnTo>
                  <a:lnTo>
                    <a:pt x="597573" y="23241"/>
                  </a:lnTo>
                  <a:lnTo>
                    <a:pt x="492417" y="3937"/>
                  </a:lnTo>
                  <a:lnTo>
                    <a:pt x="396328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3068319" y="103887"/>
            <a:ext cx="297180" cy="182245"/>
          </a:xfrm>
          <a:custGeom>
            <a:avLst/>
            <a:gdLst/>
            <a:ahLst/>
            <a:cxnLst/>
            <a:rect l="l" t="t" r="r" b="b"/>
            <a:pathLst>
              <a:path w="297180" h="182245">
                <a:moveTo>
                  <a:pt x="250444" y="0"/>
                </a:moveTo>
                <a:lnTo>
                  <a:pt x="0" y="181864"/>
                </a:lnTo>
                <a:lnTo>
                  <a:pt x="297180" y="90932"/>
                </a:lnTo>
                <a:lnTo>
                  <a:pt x="250444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08883" y="489839"/>
            <a:ext cx="309880" cy="93345"/>
          </a:xfrm>
          <a:custGeom>
            <a:avLst/>
            <a:gdLst/>
            <a:ahLst/>
            <a:cxnLst/>
            <a:rect l="l" t="t" r="r" b="b"/>
            <a:pathLst>
              <a:path w="309880" h="93345">
                <a:moveTo>
                  <a:pt x="309879" y="0"/>
                </a:moveTo>
                <a:lnTo>
                  <a:pt x="0" y="13208"/>
                </a:lnTo>
                <a:lnTo>
                  <a:pt x="280034" y="92837"/>
                </a:lnTo>
                <a:lnTo>
                  <a:pt x="309879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69542" y="1160272"/>
            <a:ext cx="138049" cy="110998"/>
          </a:xfrm>
          <a:prstGeom prst="rect">
            <a:avLst/>
          </a:prstGeom>
        </p:spPr>
      </p:pic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760537" y="750887"/>
          <a:ext cx="8714104" cy="6306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3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Age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28575">
                      <a:solidFill>
                        <a:srgbClr val="006699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28575">
                      <a:solidFill>
                        <a:srgbClr val="006699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Fine</a:t>
                      </a:r>
                      <a:r>
                        <a:rPr sz="2400" b="1" spc="2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28575">
                      <a:solidFill>
                        <a:srgbClr val="006699"/>
                      </a:solidFill>
                      <a:prstDash val="solid"/>
                    </a:lnR>
                    <a:lnT w="28575">
                      <a:solidFill>
                        <a:srgbClr val="006699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3rd</a:t>
                      </a:r>
                      <a:r>
                        <a:rPr sz="2000" b="1" spc="-4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years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678815">
                        <a:lnSpc>
                          <a:spcPct val="100000"/>
                        </a:lnSpc>
                        <a:spcBef>
                          <a:spcPts val="350"/>
                        </a:spcBef>
                        <a:buSzPct val="95833"/>
                        <a:buFont typeface="Symbol"/>
                        <a:buChar char=""/>
                        <a:tabLst>
                          <a:tab pos="233045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Run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on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tiptoes.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10" dirty="0">
                          <a:latin typeface="Verdana"/>
                          <a:cs typeface="Verdana"/>
                        </a:rPr>
                        <a:t>Hops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on </a:t>
                      </a:r>
                      <a:r>
                        <a:rPr sz="2400" b="1" spc="-10" dirty="0">
                          <a:latin typeface="Verdana"/>
                          <a:cs typeface="Verdana"/>
                        </a:rPr>
                        <a:t>preferred </a:t>
                      </a:r>
                      <a:r>
                        <a:rPr sz="2400" b="1" spc="-8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10" dirty="0">
                          <a:latin typeface="Verdana"/>
                          <a:cs typeface="Verdana"/>
                        </a:rPr>
                        <a:t>foot.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234950">
                        <a:lnSpc>
                          <a:spcPct val="100000"/>
                        </a:lnSpc>
                        <a:spcBef>
                          <a:spcPts val="575"/>
                        </a:spcBef>
                        <a:buSzPct val="95833"/>
                        <a:buFont typeface="Symbol"/>
                        <a:buChar char=""/>
                        <a:tabLst>
                          <a:tab pos="233045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Alternate</a:t>
                      </a:r>
                      <a:r>
                        <a:rPr sz="24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2400" b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when </a:t>
                      </a:r>
                      <a:r>
                        <a:rPr sz="2400" b="1" spc="-8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descending</a:t>
                      </a:r>
                      <a:r>
                        <a:rPr sz="24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stairs.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261620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Symbol"/>
                        <a:buChar char=""/>
                        <a:tabLst>
                          <a:tab pos="233045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Jumps</a:t>
                      </a:r>
                      <a:r>
                        <a:rPr sz="2400" b="1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2400" b="1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greater </a:t>
                      </a:r>
                      <a:r>
                        <a:rPr sz="2400" b="1" spc="-8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heights.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218440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Symbol"/>
                        <a:buChar char=""/>
                        <a:tabLst>
                          <a:tab pos="233045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Climbs</a:t>
                      </a:r>
                      <a:r>
                        <a:rPr sz="2400" b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2400" b="1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greater </a:t>
                      </a:r>
                      <a:r>
                        <a:rPr sz="2400" b="1" spc="-8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heights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674370" algn="just">
                        <a:lnSpc>
                          <a:spcPct val="100000"/>
                        </a:lnSpc>
                        <a:spcBef>
                          <a:spcPts val="575"/>
                        </a:spcBef>
                        <a:buSzPct val="95833"/>
                        <a:buFont typeface="Symbol"/>
                        <a:buChar char=""/>
                        <a:tabLst>
                          <a:tab pos="233045" algn="l"/>
                        </a:tabLst>
                      </a:pPr>
                      <a:r>
                        <a:rPr sz="2400" b="1" dirty="0">
                          <a:latin typeface="Verdana"/>
                          <a:cs typeface="Verdana"/>
                        </a:rPr>
                        <a:t>Catches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ball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with </a:t>
                      </a:r>
                      <a:r>
                        <a:rPr sz="2400" b="1" spc="-8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extended</a:t>
                      </a:r>
                      <a:r>
                        <a:rPr sz="2400" b="1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arm</a:t>
                      </a:r>
                      <a:r>
                        <a:rPr sz="2400" b="1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and </a:t>
                      </a:r>
                      <a:r>
                        <a:rPr sz="2400" b="1" spc="-8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 hands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 marR="227329">
                        <a:lnSpc>
                          <a:spcPct val="100000"/>
                        </a:lnSpc>
                        <a:spcBef>
                          <a:spcPts val="350"/>
                        </a:spcBef>
                        <a:buSzPct val="95833"/>
                        <a:buFont typeface="Symbol"/>
                        <a:buChar char=""/>
                        <a:tabLst>
                          <a:tab pos="233679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Able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to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wash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her/his</a:t>
                      </a:r>
                      <a:r>
                        <a:rPr sz="24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2400" b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and </a:t>
                      </a:r>
                      <a:r>
                        <a:rPr sz="2400" b="1" spc="-8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brush her/his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 teeth.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2075" marR="522605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Symbol"/>
                        <a:buChar char=""/>
                        <a:tabLst>
                          <a:tab pos="233679" algn="l"/>
                        </a:tabLst>
                      </a:pPr>
                      <a:r>
                        <a:rPr sz="2400" b="1" dirty="0">
                          <a:latin typeface="Verdana"/>
                          <a:cs typeface="Verdana"/>
                        </a:rPr>
                        <a:t>Copies</a:t>
                      </a:r>
                      <a:r>
                        <a:rPr sz="2400" b="1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square </a:t>
                      </a:r>
                      <a:r>
                        <a:rPr sz="2400" b="1" spc="-8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and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draw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a </a:t>
                      </a:r>
                      <a:r>
                        <a:rPr sz="2400" b="1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simple</a:t>
                      </a:r>
                      <a:r>
                        <a:rPr sz="24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face.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2075" marR="855980">
                        <a:lnSpc>
                          <a:spcPct val="100000"/>
                        </a:lnSpc>
                        <a:spcBef>
                          <a:spcPts val="575"/>
                        </a:spcBef>
                        <a:buSzPct val="95833"/>
                        <a:buFont typeface="Symbol"/>
                        <a:buChar char=""/>
                        <a:tabLst>
                          <a:tab pos="233679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Cuts</a:t>
                      </a:r>
                      <a:r>
                        <a:rPr sz="2400" b="1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around </a:t>
                      </a:r>
                      <a:r>
                        <a:rPr sz="2400" b="1" spc="-8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10" dirty="0">
                          <a:latin typeface="Verdana"/>
                          <a:cs typeface="Verdana"/>
                        </a:rPr>
                        <a:t>picture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with </a:t>
                      </a:r>
                      <a:r>
                        <a:rPr sz="2400" b="1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scissors.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2075" marR="361315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Symbol"/>
                        <a:buChar char=""/>
                        <a:tabLst>
                          <a:tab pos="233679" algn="l"/>
                          <a:tab pos="2609850" algn="l"/>
                        </a:tabLst>
                      </a:pPr>
                      <a:r>
                        <a:rPr sz="2400" b="1" spc="-5" dirty="0">
                          <a:latin typeface="Verdana"/>
                          <a:cs typeface="Verdana"/>
                        </a:rPr>
                        <a:t>buttons side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10" dirty="0">
                          <a:latin typeface="Verdana"/>
                          <a:cs typeface="Verdana"/>
                        </a:rPr>
                        <a:t>buttons,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bathes </a:t>
                      </a:r>
                      <a:r>
                        <a:rPr sz="2400" b="1" spc="-8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himself</a:t>
                      </a:r>
                      <a:r>
                        <a:rPr sz="2400" b="1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with </a:t>
                      </a:r>
                      <a:r>
                        <a:rPr sz="2400" b="1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2400" b="1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sist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2400" b="1" spc="-5" dirty="0">
                          <a:latin typeface="Verdana"/>
                          <a:cs typeface="Verdana"/>
                        </a:rPr>
                        <a:t>nc</a:t>
                      </a:r>
                      <a:r>
                        <a:rPr sz="2400" b="1" dirty="0">
                          <a:latin typeface="Verdana"/>
                          <a:cs typeface="Verdana"/>
                        </a:rPr>
                        <a:t>e	</a:t>
                      </a:r>
                      <a:r>
                        <a:rPr sz="2100" spc="7" baseline="53571" dirty="0">
                          <a:solidFill>
                            <a:srgbClr val="006699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2100" baseline="53571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28575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4392167" y="280038"/>
            <a:ext cx="3526790" cy="324485"/>
            <a:chOff x="2868167" y="280037"/>
            <a:chExt cx="3526790" cy="32448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0256" y="280037"/>
              <a:ext cx="3457785" cy="32388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8167" y="527304"/>
              <a:ext cx="3526535" cy="71627"/>
            </a:xfrm>
            <a:prstGeom prst="rect">
              <a:avLst/>
            </a:prstGeom>
          </p:spPr>
        </p:pic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386833" y="195198"/>
            <a:ext cx="3512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Motor</a:t>
            </a:r>
            <a:r>
              <a:rPr sz="2400" u="sng" spc="-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2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Development: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1" y="5141976"/>
            <a:ext cx="789305" cy="1714500"/>
            <a:chOff x="0" y="5141976"/>
            <a:chExt cx="789305" cy="1714500"/>
          </a:xfrm>
        </p:grpSpPr>
        <p:sp>
          <p:nvSpPr>
            <p:cNvPr id="3" name="object 3"/>
            <p:cNvSpPr/>
            <p:nvPr/>
          </p:nvSpPr>
          <p:spPr>
            <a:xfrm>
              <a:off x="0" y="5199648"/>
              <a:ext cx="696595" cy="1252220"/>
            </a:xfrm>
            <a:custGeom>
              <a:avLst/>
              <a:gdLst/>
              <a:ahLst/>
              <a:cxnLst/>
              <a:rect l="l" t="t" r="r" b="b"/>
              <a:pathLst>
                <a:path w="696595" h="1252220">
                  <a:moveTo>
                    <a:pt x="97313" y="0"/>
                  </a:moveTo>
                  <a:lnTo>
                    <a:pt x="87382" y="649"/>
                  </a:lnTo>
                  <a:lnTo>
                    <a:pt x="75741" y="3524"/>
                  </a:lnTo>
                  <a:lnTo>
                    <a:pt x="59335" y="9033"/>
                  </a:lnTo>
                  <a:lnTo>
                    <a:pt x="35106" y="17581"/>
                  </a:lnTo>
                  <a:lnTo>
                    <a:pt x="0" y="29576"/>
                  </a:lnTo>
                  <a:lnTo>
                    <a:pt x="0" y="1042401"/>
                  </a:lnTo>
                  <a:lnTo>
                    <a:pt x="16867" y="1056416"/>
                  </a:lnTo>
                  <a:lnTo>
                    <a:pt x="28971" y="1068794"/>
                  </a:lnTo>
                  <a:lnTo>
                    <a:pt x="39290" y="1088613"/>
                  </a:lnTo>
                  <a:lnTo>
                    <a:pt x="50800" y="1124951"/>
                  </a:lnTo>
                  <a:lnTo>
                    <a:pt x="43978" y="1138396"/>
                  </a:lnTo>
                  <a:lnTo>
                    <a:pt x="28376" y="1149161"/>
                  </a:lnTo>
                  <a:lnTo>
                    <a:pt x="11285" y="1159331"/>
                  </a:lnTo>
                  <a:lnTo>
                    <a:pt x="0" y="1170989"/>
                  </a:lnTo>
                  <a:lnTo>
                    <a:pt x="15" y="1221814"/>
                  </a:lnTo>
                  <a:lnTo>
                    <a:pt x="52387" y="1241434"/>
                  </a:lnTo>
                  <a:lnTo>
                    <a:pt x="101600" y="1251951"/>
                  </a:lnTo>
                  <a:lnTo>
                    <a:pt x="101792" y="1221724"/>
                  </a:lnTo>
                  <a:lnTo>
                    <a:pt x="99615" y="1190634"/>
                  </a:lnTo>
                  <a:lnTo>
                    <a:pt x="101600" y="1161538"/>
                  </a:lnTo>
                  <a:lnTo>
                    <a:pt x="114300" y="1137651"/>
                  </a:lnTo>
                  <a:lnTo>
                    <a:pt x="146595" y="1120511"/>
                  </a:lnTo>
                  <a:lnTo>
                    <a:pt x="185737" y="1117212"/>
                  </a:lnTo>
                  <a:lnTo>
                    <a:pt x="231328" y="1117212"/>
                  </a:lnTo>
                  <a:lnTo>
                    <a:pt x="266700" y="1112251"/>
                  </a:lnTo>
                  <a:lnTo>
                    <a:pt x="309631" y="1107299"/>
                  </a:lnTo>
                  <a:lnTo>
                    <a:pt x="355118" y="1100820"/>
                  </a:lnTo>
                  <a:lnTo>
                    <a:pt x="400660" y="1091091"/>
                  </a:lnTo>
                  <a:lnTo>
                    <a:pt x="443759" y="1076391"/>
                  </a:lnTo>
                  <a:lnTo>
                    <a:pt x="481915" y="1055000"/>
                  </a:lnTo>
                  <a:lnTo>
                    <a:pt x="512628" y="1025193"/>
                  </a:lnTo>
                  <a:lnTo>
                    <a:pt x="533400" y="985251"/>
                  </a:lnTo>
                  <a:lnTo>
                    <a:pt x="562694" y="949632"/>
                  </a:lnTo>
                  <a:lnTo>
                    <a:pt x="586779" y="908655"/>
                  </a:lnTo>
                  <a:lnTo>
                    <a:pt x="606400" y="864701"/>
                  </a:lnTo>
                  <a:lnTo>
                    <a:pt x="622300" y="820151"/>
                  </a:lnTo>
                  <a:lnTo>
                    <a:pt x="652838" y="783917"/>
                  </a:lnTo>
                  <a:lnTo>
                    <a:pt x="674014" y="746491"/>
                  </a:lnTo>
                  <a:lnTo>
                    <a:pt x="687322" y="707637"/>
                  </a:lnTo>
                  <a:lnTo>
                    <a:pt x="694258" y="667116"/>
                  </a:lnTo>
                  <a:lnTo>
                    <a:pt x="696317" y="624690"/>
                  </a:lnTo>
                  <a:lnTo>
                    <a:pt x="694994" y="580121"/>
                  </a:lnTo>
                  <a:lnTo>
                    <a:pt x="691786" y="533171"/>
                  </a:lnTo>
                  <a:lnTo>
                    <a:pt x="688187" y="483601"/>
                  </a:lnTo>
                  <a:lnTo>
                    <a:pt x="685693" y="431174"/>
                  </a:lnTo>
                  <a:lnTo>
                    <a:pt x="685800" y="375651"/>
                  </a:lnTo>
                  <a:lnTo>
                    <a:pt x="678180" y="335702"/>
                  </a:lnTo>
                  <a:lnTo>
                    <a:pt x="662178" y="279009"/>
                  </a:lnTo>
                  <a:lnTo>
                    <a:pt x="647700" y="235951"/>
                  </a:lnTo>
                  <a:lnTo>
                    <a:pt x="615280" y="214522"/>
                  </a:lnTo>
                  <a:lnTo>
                    <a:pt x="601464" y="202439"/>
                  </a:lnTo>
                  <a:lnTo>
                    <a:pt x="588540" y="181712"/>
                  </a:lnTo>
                  <a:lnTo>
                    <a:pt x="558800" y="134351"/>
                  </a:lnTo>
                  <a:lnTo>
                    <a:pt x="505221" y="98883"/>
                  </a:lnTo>
                  <a:lnTo>
                    <a:pt x="482600" y="83551"/>
                  </a:lnTo>
                  <a:lnTo>
                    <a:pt x="440556" y="63396"/>
                  </a:lnTo>
                  <a:lnTo>
                    <a:pt x="389135" y="47087"/>
                  </a:lnTo>
                  <a:lnTo>
                    <a:pt x="336822" y="33134"/>
                  </a:lnTo>
                  <a:lnTo>
                    <a:pt x="292100" y="20051"/>
                  </a:lnTo>
                  <a:lnTo>
                    <a:pt x="228261" y="15894"/>
                  </a:lnTo>
                  <a:lnTo>
                    <a:pt x="181046" y="11519"/>
                  </a:lnTo>
                  <a:lnTo>
                    <a:pt x="147400" y="7336"/>
                  </a:lnTo>
                  <a:lnTo>
                    <a:pt x="108589" y="1169"/>
                  </a:lnTo>
                  <a:lnTo>
                    <a:pt x="97313" y="0"/>
                  </a:lnTo>
                  <a:close/>
                </a:path>
                <a:path w="696595" h="1252220">
                  <a:moveTo>
                    <a:pt x="231328" y="1117212"/>
                  </a:moveTo>
                  <a:lnTo>
                    <a:pt x="185737" y="1117212"/>
                  </a:lnTo>
                  <a:lnTo>
                    <a:pt x="227260" y="1117783"/>
                  </a:lnTo>
                  <a:lnTo>
                    <a:pt x="231328" y="1117212"/>
                  </a:lnTo>
                  <a:close/>
                </a:path>
              </a:pathLst>
            </a:custGeom>
            <a:solidFill>
              <a:srgbClr val="F1DFF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4560" y="6303772"/>
              <a:ext cx="167005" cy="345440"/>
            </a:xfrm>
            <a:custGeom>
              <a:avLst/>
              <a:gdLst/>
              <a:ahLst/>
              <a:cxnLst/>
              <a:rect l="l" t="t" r="r" b="b"/>
              <a:pathLst>
                <a:path w="167004" h="345440">
                  <a:moveTo>
                    <a:pt x="166827" y="0"/>
                  </a:moveTo>
                  <a:lnTo>
                    <a:pt x="0" y="286067"/>
                  </a:lnTo>
                  <a:lnTo>
                    <a:pt x="95618" y="345224"/>
                  </a:lnTo>
                  <a:lnTo>
                    <a:pt x="16682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8845" y="5382641"/>
              <a:ext cx="156210" cy="307975"/>
            </a:xfrm>
            <a:custGeom>
              <a:avLst/>
              <a:gdLst/>
              <a:ahLst/>
              <a:cxnLst/>
              <a:rect l="l" t="t" r="r" b="b"/>
              <a:pathLst>
                <a:path w="156209" h="307975">
                  <a:moveTo>
                    <a:pt x="0" y="0"/>
                  </a:moveTo>
                  <a:lnTo>
                    <a:pt x="48539" y="52197"/>
                  </a:lnTo>
                  <a:lnTo>
                    <a:pt x="72174" y="92964"/>
                  </a:lnTo>
                  <a:lnTo>
                    <a:pt x="79400" y="128016"/>
                  </a:lnTo>
                  <a:lnTo>
                    <a:pt x="77698" y="159131"/>
                  </a:lnTo>
                  <a:lnTo>
                    <a:pt x="65595" y="184150"/>
                  </a:lnTo>
                  <a:lnTo>
                    <a:pt x="53911" y="207543"/>
                  </a:lnTo>
                  <a:lnTo>
                    <a:pt x="47828" y="232295"/>
                  </a:lnTo>
                  <a:lnTo>
                    <a:pt x="64389" y="269608"/>
                  </a:lnTo>
                  <a:lnTo>
                    <a:pt x="99949" y="294106"/>
                  </a:lnTo>
                  <a:lnTo>
                    <a:pt x="110337" y="300164"/>
                  </a:lnTo>
                  <a:lnTo>
                    <a:pt x="140208" y="307505"/>
                  </a:lnTo>
                  <a:lnTo>
                    <a:pt x="155943" y="227368"/>
                  </a:lnTo>
                  <a:lnTo>
                    <a:pt x="150418" y="161290"/>
                  </a:lnTo>
                  <a:lnTo>
                    <a:pt x="127774" y="108458"/>
                  </a:lnTo>
                  <a:lnTo>
                    <a:pt x="98539" y="66294"/>
                  </a:lnTo>
                  <a:lnTo>
                    <a:pt x="64211" y="36830"/>
                  </a:lnTo>
                  <a:lnTo>
                    <a:pt x="31572" y="16510"/>
                  </a:lnTo>
                  <a:lnTo>
                    <a:pt x="8928" y="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939" y="5690781"/>
              <a:ext cx="95224" cy="834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462" y="6524625"/>
              <a:ext cx="187325" cy="332105"/>
            </a:xfrm>
            <a:custGeom>
              <a:avLst/>
              <a:gdLst/>
              <a:ahLst/>
              <a:cxnLst/>
              <a:rect l="l" t="t" r="r" b="b"/>
              <a:pathLst>
                <a:path w="187325" h="332104">
                  <a:moveTo>
                    <a:pt x="0" y="0"/>
                  </a:moveTo>
                  <a:lnTo>
                    <a:pt x="9525" y="12700"/>
                  </a:lnTo>
                  <a:lnTo>
                    <a:pt x="23812" y="30162"/>
                  </a:lnTo>
                  <a:lnTo>
                    <a:pt x="41275" y="52387"/>
                  </a:lnTo>
                  <a:lnTo>
                    <a:pt x="60325" y="80962"/>
                  </a:lnTo>
                  <a:lnTo>
                    <a:pt x="85725" y="114300"/>
                  </a:lnTo>
                  <a:lnTo>
                    <a:pt x="106362" y="149225"/>
                  </a:lnTo>
                  <a:lnTo>
                    <a:pt x="125412" y="188912"/>
                  </a:lnTo>
                  <a:lnTo>
                    <a:pt x="138112" y="231773"/>
                  </a:lnTo>
                  <a:lnTo>
                    <a:pt x="149225" y="277812"/>
                  </a:lnTo>
                  <a:lnTo>
                    <a:pt x="144462" y="331787"/>
                  </a:lnTo>
                  <a:lnTo>
                    <a:pt x="187325" y="331787"/>
                  </a:lnTo>
                  <a:lnTo>
                    <a:pt x="185737" y="280987"/>
                  </a:lnTo>
                  <a:lnTo>
                    <a:pt x="165100" y="188912"/>
                  </a:lnTo>
                  <a:lnTo>
                    <a:pt x="130175" y="109537"/>
                  </a:lnTo>
                  <a:lnTo>
                    <a:pt x="74612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69037"/>
              <a:ext cx="206375" cy="2333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5141976"/>
              <a:ext cx="789305" cy="1174750"/>
            </a:xfrm>
            <a:custGeom>
              <a:avLst/>
              <a:gdLst/>
              <a:ahLst/>
              <a:cxnLst/>
              <a:rect l="l" t="t" r="r" b="b"/>
              <a:pathLst>
                <a:path w="789305" h="1174750">
                  <a:moveTo>
                    <a:pt x="160337" y="0"/>
                  </a:moveTo>
                  <a:lnTo>
                    <a:pt x="65087" y="6350"/>
                  </a:lnTo>
                  <a:lnTo>
                    <a:pt x="0" y="20574"/>
                  </a:lnTo>
                  <a:lnTo>
                    <a:pt x="0" y="111125"/>
                  </a:lnTo>
                  <a:lnTo>
                    <a:pt x="50800" y="96774"/>
                  </a:lnTo>
                  <a:lnTo>
                    <a:pt x="107950" y="87249"/>
                  </a:lnTo>
                  <a:lnTo>
                    <a:pt x="171450" y="88900"/>
                  </a:lnTo>
                  <a:lnTo>
                    <a:pt x="244475" y="103124"/>
                  </a:lnTo>
                  <a:lnTo>
                    <a:pt x="322262" y="130175"/>
                  </a:lnTo>
                  <a:lnTo>
                    <a:pt x="412750" y="169799"/>
                  </a:lnTo>
                  <a:lnTo>
                    <a:pt x="508000" y="225425"/>
                  </a:lnTo>
                  <a:lnTo>
                    <a:pt x="566737" y="273050"/>
                  </a:lnTo>
                  <a:lnTo>
                    <a:pt x="609600" y="330200"/>
                  </a:lnTo>
                  <a:lnTo>
                    <a:pt x="638175" y="398399"/>
                  </a:lnTo>
                  <a:lnTo>
                    <a:pt x="654050" y="469836"/>
                  </a:lnTo>
                  <a:lnTo>
                    <a:pt x="657225" y="549211"/>
                  </a:lnTo>
                  <a:lnTo>
                    <a:pt x="647700" y="630174"/>
                  </a:lnTo>
                  <a:lnTo>
                    <a:pt x="628650" y="712724"/>
                  </a:lnTo>
                  <a:lnTo>
                    <a:pt x="604837" y="793686"/>
                  </a:lnTo>
                  <a:lnTo>
                    <a:pt x="568325" y="871474"/>
                  </a:lnTo>
                  <a:lnTo>
                    <a:pt x="528637" y="942911"/>
                  </a:lnTo>
                  <a:lnTo>
                    <a:pt x="482600" y="1007999"/>
                  </a:lnTo>
                  <a:lnTo>
                    <a:pt x="431800" y="1063561"/>
                  </a:lnTo>
                  <a:lnTo>
                    <a:pt x="377825" y="1111186"/>
                  </a:lnTo>
                  <a:lnTo>
                    <a:pt x="323850" y="1139761"/>
                  </a:lnTo>
                  <a:lnTo>
                    <a:pt x="265112" y="1155636"/>
                  </a:lnTo>
                  <a:lnTo>
                    <a:pt x="207962" y="1154049"/>
                  </a:lnTo>
                  <a:lnTo>
                    <a:pt x="314325" y="1174686"/>
                  </a:lnTo>
                  <a:lnTo>
                    <a:pt x="411162" y="1168336"/>
                  </a:lnTo>
                  <a:lnTo>
                    <a:pt x="500062" y="1134999"/>
                  </a:lnTo>
                  <a:lnTo>
                    <a:pt x="577850" y="1084199"/>
                  </a:lnTo>
                  <a:lnTo>
                    <a:pt x="644525" y="1014349"/>
                  </a:lnTo>
                  <a:lnTo>
                    <a:pt x="703262" y="930211"/>
                  </a:lnTo>
                  <a:lnTo>
                    <a:pt x="746125" y="836549"/>
                  </a:lnTo>
                  <a:lnTo>
                    <a:pt x="773112" y="733361"/>
                  </a:lnTo>
                  <a:lnTo>
                    <a:pt x="788987" y="628586"/>
                  </a:lnTo>
                  <a:lnTo>
                    <a:pt x="787400" y="519049"/>
                  </a:lnTo>
                  <a:lnTo>
                    <a:pt x="769937" y="415925"/>
                  </a:lnTo>
                  <a:lnTo>
                    <a:pt x="735012" y="315849"/>
                  </a:lnTo>
                  <a:lnTo>
                    <a:pt x="679450" y="223774"/>
                  </a:lnTo>
                  <a:lnTo>
                    <a:pt x="606425" y="142875"/>
                  </a:lnTo>
                  <a:lnTo>
                    <a:pt x="512762" y="79375"/>
                  </a:lnTo>
                  <a:lnTo>
                    <a:pt x="393700" y="33274"/>
                  </a:lnTo>
                  <a:lnTo>
                    <a:pt x="269875" y="6350"/>
                  </a:lnTo>
                  <a:lnTo>
                    <a:pt x="160337" y="0"/>
                  </a:lnTo>
                  <a:close/>
                </a:path>
              </a:pathLst>
            </a:custGeom>
            <a:solidFill>
              <a:srgbClr val="F1D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617893" y="2709037"/>
            <a:ext cx="1882139" cy="2270125"/>
            <a:chOff x="93892" y="2709036"/>
            <a:chExt cx="1882139" cy="2270125"/>
          </a:xfrm>
        </p:grpSpPr>
        <p:sp>
          <p:nvSpPr>
            <p:cNvPr id="11" name="object 11"/>
            <p:cNvSpPr/>
            <p:nvPr/>
          </p:nvSpPr>
          <p:spPr>
            <a:xfrm>
              <a:off x="93892" y="3922394"/>
              <a:ext cx="222250" cy="284480"/>
            </a:xfrm>
            <a:custGeom>
              <a:avLst/>
              <a:gdLst/>
              <a:ahLst/>
              <a:cxnLst/>
              <a:rect l="l" t="t" r="r" b="b"/>
              <a:pathLst>
                <a:path w="222250" h="284479">
                  <a:moveTo>
                    <a:pt x="221880" y="0"/>
                  </a:moveTo>
                  <a:lnTo>
                    <a:pt x="0" y="162559"/>
                  </a:lnTo>
                  <a:lnTo>
                    <a:pt x="113447" y="284352"/>
                  </a:lnTo>
                  <a:lnTo>
                    <a:pt x="2218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1841" y="2755899"/>
              <a:ext cx="1118235" cy="1219200"/>
            </a:xfrm>
            <a:custGeom>
              <a:avLst/>
              <a:gdLst/>
              <a:ahLst/>
              <a:cxnLst/>
              <a:rect l="l" t="t" r="r" b="b"/>
              <a:pathLst>
                <a:path w="1118235" h="1219200">
                  <a:moveTo>
                    <a:pt x="546658" y="0"/>
                  </a:moveTo>
                  <a:lnTo>
                    <a:pt x="501554" y="5850"/>
                  </a:lnTo>
                  <a:lnTo>
                    <a:pt x="456230" y="13612"/>
                  </a:lnTo>
                  <a:lnTo>
                    <a:pt x="412316" y="25177"/>
                  </a:lnTo>
                  <a:lnTo>
                    <a:pt x="371445" y="42436"/>
                  </a:lnTo>
                  <a:lnTo>
                    <a:pt x="335249" y="67280"/>
                  </a:lnTo>
                  <a:lnTo>
                    <a:pt x="305358" y="101600"/>
                  </a:lnTo>
                  <a:lnTo>
                    <a:pt x="296577" y="106412"/>
                  </a:lnTo>
                  <a:lnTo>
                    <a:pt x="250441" y="135086"/>
                  </a:lnTo>
                  <a:lnTo>
                    <a:pt x="190463" y="189880"/>
                  </a:lnTo>
                  <a:lnTo>
                    <a:pt x="152958" y="228600"/>
                  </a:lnTo>
                  <a:lnTo>
                    <a:pt x="121666" y="263595"/>
                  </a:lnTo>
                  <a:lnTo>
                    <a:pt x="87782" y="302851"/>
                  </a:lnTo>
                  <a:lnTo>
                    <a:pt x="55575" y="344929"/>
                  </a:lnTo>
                  <a:lnTo>
                    <a:pt x="29311" y="388392"/>
                  </a:lnTo>
                  <a:lnTo>
                    <a:pt x="13258" y="431800"/>
                  </a:lnTo>
                  <a:lnTo>
                    <a:pt x="3505" y="486785"/>
                  </a:lnTo>
                  <a:lnTo>
                    <a:pt x="0" y="529366"/>
                  </a:lnTo>
                  <a:lnTo>
                    <a:pt x="1371" y="567314"/>
                  </a:lnTo>
                  <a:lnTo>
                    <a:pt x="6248" y="608401"/>
                  </a:lnTo>
                  <a:lnTo>
                    <a:pt x="13258" y="660400"/>
                  </a:lnTo>
                  <a:lnTo>
                    <a:pt x="15019" y="646176"/>
                  </a:lnTo>
                  <a:lnTo>
                    <a:pt x="15441" y="631380"/>
                  </a:lnTo>
                  <a:lnTo>
                    <a:pt x="17946" y="618394"/>
                  </a:lnTo>
                  <a:lnTo>
                    <a:pt x="25958" y="609600"/>
                  </a:lnTo>
                  <a:lnTo>
                    <a:pt x="32408" y="611088"/>
                  </a:lnTo>
                  <a:lnTo>
                    <a:pt x="34690" y="621506"/>
                  </a:lnTo>
                  <a:lnTo>
                    <a:pt x="35781" y="635496"/>
                  </a:lnTo>
                  <a:lnTo>
                    <a:pt x="38658" y="647700"/>
                  </a:lnTo>
                  <a:lnTo>
                    <a:pt x="55040" y="677189"/>
                  </a:lnTo>
                  <a:lnTo>
                    <a:pt x="62294" y="685875"/>
                  </a:lnTo>
                  <a:lnTo>
                    <a:pt x="64257" y="684958"/>
                  </a:lnTo>
                  <a:lnTo>
                    <a:pt x="64764" y="685640"/>
                  </a:lnTo>
                  <a:lnTo>
                    <a:pt x="67652" y="699120"/>
                  </a:lnTo>
                  <a:lnTo>
                    <a:pt x="76758" y="736600"/>
                  </a:lnTo>
                  <a:lnTo>
                    <a:pt x="96514" y="814446"/>
                  </a:lnTo>
                  <a:lnTo>
                    <a:pt x="100571" y="831453"/>
                  </a:lnTo>
                  <a:lnTo>
                    <a:pt x="103569" y="847137"/>
                  </a:lnTo>
                  <a:lnTo>
                    <a:pt x="114858" y="914400"/>
                  </a:lnTo>
                  <a:lnTo>
                    <a:pt x="133115" y="943546"/>
                  </a:lnTo>
                  <a:lnTo>
                    <a:pt x="165658" y="990600"/>
                  </a:lnTo>
                  <a:lnTo>
                    <a:pt x="193340" y="1020032"/>
                  </a:lnTo>
                  <a:lnTo>
                    <a:pt x="244264" y="1054248"/>
                  </a:lnTo>
                  <a:lnTo>
                    <a:pt x="288491" y="1071165"/>
                  </a:lnTo>
                  <a:lnTo>
                    <a:pt x="334801" y="1082724"/>
                  </a:lnTo>
                  <a:lnTo>
                    <a:pt x="381558" y="1092200"/>
                  </a:lnTo>
                  <a:lnTo>
                    <a:pt x="456700" y="1093216"/>
                  </a:lnTo>
                  <a:lnTo>
                    <a:pt x="521457" y="1095724"/>
                  </a:lnTo>
                  <a:lnTo>
                    <a:pt x="588992" y="1101682"/>
                  </a:lnTo>
                  <a:lnTo>
                    <a:pt x="647795" y="1112678"/>
                  </a:lnTo>
                  <a:lnTo>
                    <a:pt x="686358" y="1130300"/>
                  </a:lnTo>
                  <a:lnTo>
                    <a:pt x="704416" y="1171749"/>
                  </a:lnTo>
                  <a:lnTo>
                    <a:pt x="707120" y="1196147"/>
                  </a:lnTo>
                  <a:lnTo>
                    <a:pt x="711758" y="1219200"/>
                  </a:lnTo>
                  <a:lnTo>
                    <a:pt x="766006" y="1202430"/>
                  </a:lnTo>
                  <a:lnTo>
                    <a:pt x="816087" y="1173458"/>
                  </a:lnTo>
                  <a:lnTo>
                    <a:pt x="826058" y="1168400"/>
                  </a:lnTo>
                  <a:lnTo>
                    <a:pt x="846001" y="1163734"/>
                  </a:lnTo>
                  <a:lnTo>
                    <a:pt x="866540" y="1159843"/>
                  </a:lnTo>
                  <a:lnTo>
                    <a:pt x="885887" y="1153880"/>
                  </a:lnTo>
                  <a:lnTo>
                    <a:pt x="902258" y="1143000"/>
                  </a:lnTo>
                  <a:lnTo>
                    <a:pt x="904962" y="1134814"/>
                  </a:lnTo>
                  <a:lnTo>
                    <a:pt x="901266" y="1125140"/>
                  </a:lnTo>
                  <a:lnTo>
                    <a:pt x="894891" y="1114871"/>
                  </a:lnTo>
                  <a:lnTo>
                    <a:pt x="889558" y="1104900"/>
                  </a:lnTo>
                  <a:lnTo>
                    <a:pt x="835980" y="1086790"/>
                  </a:lnTo>
                  <a:lnTo>
                    <a:pt x="813358" y="1079500"/>
                  </a:lnTo>
                  <a:lnTo>
                    <a:pt x="790736" y="1075942"/>
                  </a:lnTo>
                  <a:lnTo>
                    <a:pt x="765733" y="1073896"/>
                  </a:lnTo>
                  <a:lnTo>
                    <a:pt x="745493" y="1068302"/>
                  </a:lnTo>
                  <a:lnTo>
                    <a:pt x="737158" y="1054100"/>
                  </a:lnTo>
                  <a:lnTo>
                    <a:pt x="745716" y="1042739"/>
                  </a:lnTo>
                  <a:lnTo>
                    <a:pt x="766329" y="1041796"/>
                  </a:lnTo>
                  <a:lnTo>
                    <a:pt x="791406" y="1043830"/>
                  </a:lnTo>
                  <a:lnTo>
                    <a:pt x="813358" y="1041400"/>
                  </a:lnTo>
                  <a:lnTo>
                    <a:pt x="826877" y="1033857"/>
                  </a:lnTo>
                  <a:lnTo>
                    <a:pt x="839354" y="1024112"/>
                  </a:lnTo>
                  <a:lnTo>
                    <a:pt x="851533" y="1013485"/>
                  </a:lnTo>
                  <a:lnTo>
                    <a:pt x="864158" y="1003300"/>
                  </a:lnTo>
                  <a:lnTo>
                    <a:pt x="905446" y="983503"/>
                  </a:lnTo>
                  <a:lnTo>
                    <a:pt x="939664" y="955176"/>
                  </a:lnTo>
                  <a:lnTo>
                    <a:pt x="968078" y="920198"/>
                  </a:lnTo>
                  <a:lnTo>
                    <a:pt x="991952" y="880443"/>
                  </a:lnTo>
                  <a:lnTo>
                    <a:pt x="1012552" y="837789"/>
                  </a:lnTo>
                  <a:lnTo>
                    <a:pt x="1031143" y="794113"/>
                  </a:lnTo>
                  <a:lnTo>
                    <a:pt x="1048990" y="751291"/>
                  </a:lnTo>
                  <a:lnTo>
                    <a:pt x="1067358" y="711200"/>
                  </a:lnTo>
                  <a:lnTo>
                    <a:pt x="1079562" y="691024"/>
                  </a:lnTo>
                  <a:lnTo>
                    <a:pt x="1091171" y="674862"/>
                  </a:lnTo>
                  <a:lnTo>
                    <a:pt x="1100398" y="657818"/>
                  </a:lnTo>
                  <a:lnTo>
                    <a:pt x="1108824" y="581909"/>
                  </a:lnTo>
                  <a:lnTo>
                    <a:pt x="1111220" y="529006"/>
                  </a:lnTo>
                  <a:lnTo>
                    <a:pt x="1112999" y="476202"/>
                  </a:lnTo>
                  <a:lnTo>
                    <a:pt x="1116115" y="370537"/>
                  </a:lnTo>
                  <a:lnTo>
                    <a:pt x="1118158" y="317500"/>
                  </a:lnTo>
                  <a:lnTo>
                    <a:pt x="1104689" y="268682"/>
                  </a:lnTo>
                  <a:lnTo>
                    <a:pt x="1090179" y="231949"/>
                  </a:lnTo>
                  <a:lnTo>
                    <a:pt x="1070608" y="196717"/>
                  </a:lnTo>
                  <a:lnTo>
                    <a:pt x="1041958" y="152400"/>
                  </a:lnTo>
                  <a:lnTo>
                    <a:pt x="1004976" y="123362"/>
                  </a:lnTo>
                  <a:lnTo>
                    <a:pt x="966317" y="88320"/>
                  </a:lnTo>
                  <a:lnTo>
                    <a:pt x="925829" y="53827"/>
                  </a:lnTo>
                  <a:lnTo>
                    <a:pt x="883361" y="26436"/>
                  </a:lnTo>
                  <a:lnTo>
                    <a:pt x="838758" y="12700"/>
                  </a:lnTo>
                  <a:lnTo>
                    <a:pt x="790222" y="8205"/>
                  </a:lnTo>
                  <a:lnTo>
                    <a:pt x="741509" y="5484"/>
                  </a:lnTo>
                  <a:lnTo>
                    <a:pt x="692708" y="3921"/>
                  </a:lnTo>
                  <a:lnTo>
                    <a:pt x="595195" y="1796"/>
                  </a:lnTo>
                  <a:lnTo>
                    <a:pt x="546658" y="0"/>
                  </a:lnTo>
                  <a:close/>
                </a:path>
              </a:pathLst>
            </a:custGeom>
            <a:solidFill>
              <a:srgbClr val="EBF7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317" y="2709036"/>
              <a:ext cx="1270635" cy="1171575"/>
            </a:xfrm>
            <a:custGeom>
              <a:avLst/>
              <a:gdLst/>
              <a:ahLst/>
              <a:cxnLst/>
              <a:rect l="l" t="t" r="r" b="b"/>
              <a:pathLst>
                <a:path w="1270635" h="1171575">
                  <a:moveTo>
                    <a:pt x="504418" y="796671"/>
                  </a:moveTo>
                  <a:lnTo>
                    <a:pt x="451904" y="742823"/>
                  </a:lnTo>
                  <a:lnTo>
                    <a:pt x="420382" y="708533"/>
                  </a:lnTo>
                  <a:lnTo>
                    <a:pt x="391591" y="662559"/>
                  </a:lnTo>
                  <a:lnTo>
                    <a:pt x="368249" y="603250"/>
                  </a:lnTo>
                  <a:lnTo>
                    <a:pt x="357543" y="529717"/>
                  </a:lnTo>
                  <a:lnTo>
                    <a:pt x="364401" y="440690"/>
                  </a:lnTo>
                  <a:lnTo>
                    <a:pt x="395998" y="335407"/>
                  </a:lnTo>
                  <a:lnTo>
                    <a:pt x="366852" y="350647"/>
                  </a:lnTo>
                  <a:lnTo>
                    <a:pt x="335026" y="387223"/>
                  </a:lnTo>
                  <a:lnTo>
                    <a:pt x="304888" y="436499"/>
                  </a:lnTo>
                  <a:lnTo>
                    <a:pt x="278663" y="498983"/>
                  </a:lnTo>
                  <a:lnTo>
                    <a:pt x="262953" y="576199"/>
                  </a:lnTo>
                  <a:lnTo>
                    <a:pt x="268744" y="660781"/>
                  </a:lnTo>
                  <a:lnTo>
                    <a:pt x="297700" y="755777"/>
                  </a:lnTo>
                  <a:lnTo>
                    <a:pt x="353136" y="856869"/>
                  </a:lnTo>
                  <a:lnTo>
                    <a:pt x="379564" y="853313"/>
                  </a:lnTo>
                  <a:lnTo>
                    <a:pt x="405447" y="851916"/>
                  </a:lnTo>
                  <a:lnTo>
                    <a:pt x="434619" y="846594"/>
                  </a:lnTo>
                  <a:lnTo>
                    <a:pt x="458851" y="842391"/>
                  </a:lnTo>
                  <a:lnTo>
                    <a:pt x="479209" y="834898"/>
                  </a:lnTo>
                  <a:lnTo>
                    <a:pt x="495693" y="824103"/>
                  </a:lnTo>
                  <a:lnTo>
                    <a:pt x="503910" y="808863"/>
                  </a:lnTo>
                  <a:lnTo>
                    <a:pt x="504418" y="796671"/>
                  </a:lnTo>
                  <a:close/>
                </a:path>
                <a:path w="1270635" h="1171575">
                  <a:moveTo>
                    <a:pt x="720915" y="1117727"/>
                  </a:moveTo>
                  <a:lnTo>
                    <a:pt x="663028" y="1128903"/>
                  </a:lnTo>
                  <a:lnTo>
                    <a:pt x="601853" y="1134237"/>
                  </a:lnTo>
                  <a:lnTo>
                    <a:pt x="546150" y="1136015"/>
                  </a:lnTo>
                  <a:lnTo>
                    <a:pt x="492633" y="1128395"/>
                  </a:lnTo>
                  <a:lnTo>
                    <a:pt x="440194" y="1116203"/>
                  </a:lnTo>
                  <a:lnTo>
                    <a:pt x="393230" y="1100328"/>
                  </a:lnTo>
                  <a:lnTo>
                    <a:pt x="352818" y="1076071"/>
                  </a:lnTo>
                  <a:lnTo>
                    <a:pt x="311302" y="1056513"/>
                  </a:lnTo>
                  <a:lnTo>
                    <a:pt x="271983" y="1027557"/>
                  </a:lnTo>
                  <a:lnTo>
                    <a:pt x="243586" y="991362"/>
                  </a:lnTo>
                  <a:lnTo>
                    <a:pt x="218465" y="960882"/>
                  </a:lnTo>
                  <a:lnTo>
                    <a:pt x="191160" y="919988"/>
                  </a:lnTo>
                  <a:lnTo>
                    <a:pt x="173685" y="876427"/>
                  </a:lnTo>
                  <a:lnTo>
                    <a:pt x="160566" y="834021"/>
                  </a:lnTo>
                  <a:lnTo>
                    <a:pt x="151828" y="792480"/>
                  </a:lnTo>
                  <a:lnTo>
                    <a:pt x="145275" y="741680"/>
                  </a:lnTo>
                  <a:lnTo>
                    <a:pt x="156197" y="576707"/>
                  </a:lnTo>
                  <a:lnTo>
                    <a:pt x="187883" y="441325"/>
                  </a:lnTo>
                  <a:lnTo>
                    <a:pt x="235940" y="334264"/>
                  </a:lnTo>
                  <a:lnTo>
                    <a:pt x="291642" y="253619"/>
                  </a:lnTo>
                  <a:lnTo>
                    <a:pt x="351726" y="193802"/>
                  </a:lnTo>
                  <a:lnTo>
                    <a:pt x="401967" y="156337"/>
                  </a:lnTo>
                  <a:lnTo>
                    <a:pt x="434733" y="134366"/>
                  </a:lnTo>
                  <a:lnTo>
                    <a:pt x="450024" y="128143"/>
                  </a:lnTo>
                  <a:lnTo>
                    <a:pt x="403059" y="131953"/>
                  </a:lnTo>
                  <a:lnTo>
                    <a:pt x="369201" y="138811"/>
                  </a:lnTo>
                  <a:lnTo>
                    <a:pt x="339699" y="146685"/>
                  </a:lnTo>
                  <a:lnTo>
                    <a:pt x="311302" y="149860"/>
                  </a:lnTo>
                  <a:lnTo>
                    <a:pt x="291642" y="155194"/>
                  </a:lnTo>
                  <a:lnTo>
                    <a:pt x="267614" y="159385"/>
                  </a:lnTo>
                  <a:lnTo>
                    <a:pt x="246862" y="169291"/>
                  </a:lnTo>
                  <a:lnTo>
                    <a:pt x="221742" y="178181"/>
                  </a:lnTo>
                  <a:lnTo>
                    <a:pt x="120154" y="277622"/>
                  </a:lnTo>
                  <a:lnTo>
                    <a:pt x="44792" y="422656"/>
                  </a:lnTo>
                  <a:lnTo>
                    <a:pt x="31686" y="498348"/>
                  </a:lnTo>
                  <a:lnTo>
                    <a:pt x="14198" y="573151"/>
                  </a:lnTo>
                  <a:lnTo>
                    <a:pt x="4368" y="654558"/>
                  </a:lnTo>
                  <a:lnTo>
                    <a:pt x="0" y="732409"/>
                  </a:lnTo>
                  <a:lnTo>
                    <a:pt x="12014" y="819023"/>
                  </a:lnTo>
                  <a:lnTo>
                    <a:pt x="43700" y="900303"/>
                  </a:lnTo>
                  <a:lnTo>
                    <a:pt x="97218" y="986663"/>
                  </a:lnTo>
                  <a:lnTo>
                    <a:pt x="140906" y="1036320"/>
                  </a:lnTo>
                  <a:lnTo>
                    <a:pt x="194437" y="1083310"/>
                  </a:lnTo>
                  <a:lnTo>
                    <a:pt x="259969" y="1118362"/>
                  </a:lnTo>
                  <a:lnTo>
                    <a:pt x="297103" y="1136904"/>
                  </a:lnTo>
                  <a:lnTo>
                    <a:pt x="374662" y="1160018"/>
                  </a:lnTo>
                  <a:lnTo>
                    <a:pt x="464223" y="1171067"/>
                  </a:lnTo>
                  <a:lnTo>
                    <a:pt x="558165" y="1163447"/>
                  </a:lnTo>
                  <a:lnTo>
                    <a:pt x="665213" y="1139190"/>
                  </a:lnTo>
                  <a:lnTo>
                    <a:pt x="720915" y="1117727"/>
                  </a:lnTo>
                  <a:close/>
                </a:path>
                <a:path w="1270635" h="1171575">
                  <a:moveTo>
                    <a:pt x="1270266" y="495427"/>
                  </a:moveTo>
                  <a:lnTo>
                    <a:pt x="1262519" y="370713"/>
                  </a:lnTo>
                  <a:lnTo>
                    <a:pt x="1207655" y="249682"/>
                  </a:lnTo>
                  <a:lnTo>
                    <a:pt x="1143038" y="170688"/>
                  </a:lnTo>
                  <a:lnTo>
                    <a:pt x="1088275" y="108712"/>
                  </a:lnTo>
                  <a:lnTo>
                    <a:pt x="1041196" y="73152"/>
                  </a:lnTo>
                  <a:lnTo>
                    <a:pt x="1003973" y="54610"/>
                  </a:lnTo>
                  <a:lnTo>
                    <a:pt x="973328" y="47371"/>
                  </a:lnTo>
                  <a:lnTo>
                    <a:pt x="908735" y="7747"/>
                  </a:lnTo>
                  <a:lnTo>
                    <a:pt x="707390" y="0"/>
                  </a:lnTo>
                  <a:lnTo>
                    <a:pt x="650494" y="6350"/>
                  </a:lnTo>
                  <a:lnTo>
                    <a:pt x="594690" y="8001"/>
                  </a:lnTo>
                  <a:lnTo>
                    <a:pt x="546557" y="16510"/>
                  </a:lnTo>
                  <a:lnTo>
                    <a:pt x="467791" y="37338"/>
                  </a:lnTo>
                  <a:lnTo>
                    <a:pt x="431698" y="53467"/>
                  </a:lnTo>
                  <a:lnTo>
                    <a:pt x="398894" y="75311"/>
                  </a:lnTo>
                  <a:lnTo>
                    <a:pt x="364998" y="101854"/>
                  </a:lnTo>
                  <a:lnTo>
                    <a:pt x="422986" y="90805"/>
                  </a:lnTo>
                  <a:lnTo>
                    <a:pt x="475500" y="83439"/>
                  </a:lnTo>
                  <a:lnTo>
                    <a:pt x="578345" y="77978"/>
                  </a:lnTo>
                  <a:lnTo>
                    <a:pt x="621017" y="73152"/>
                  </a:lnTo>
                  <a:lnTo>
                    <a:pt x="665886" y="78740"/>
                  </a:lnTo>
                  <a:lnTo>
                    <a:pt x="711835" y="79756"/>
                  </a:lnTo>
                  <a:lnTo>
                    <a:pt x="790638" y="98171"/>
                  </a:lnTo>
                  <a:lnTo>
                    <a:pt x="828954" y="112014"/>
                  </a:lnTo>
                  <a:lnTo>
                    <a:pt x="866165" y="130556"/>
                  </a:lnTo>
                  <a:lnTo>
                    <a:pt x="929678" y="174879"/>
                  </a:lnTo>
                  <a:lnTo>
                    <a:pt x="965809" y="198120"/>
                  </a:lnTo>
                  <a:lnTo>
                    <a:pt x="1024953" y="261112"/>
                  </a:lnTo>
                  <a:lnTo>
                    <a:pt x="1069886" y="345313"/>
                  </a:lnTo>
                  <a:lnTo>
                    <a:pt x="1092962" y="444119"/>
                  </a:lnTo>
                  <a:lnTo>
                    <a:pt x="1089787" y="556514"/>
                  </a:lnTo>
                  <a:lnTo>
                    <a:pt x="1073467" y="665734"/>
                  </a:lnTo>
                  <a:lnTo>
                    <a:pt x="1046226" y="782320"/>
                  </a:lnTo>
                  <a:lnTo>
                    <a:pt x="1008024" y="886460"/>
                  </a:lnTo>
                  <a:lnTo>
                    <a:pt x="973086" y="976503"/>
                  </a:lnTo>
                  <a:lnTo>
                    <a:pt x="933767" y="1045972"/>
                  </a:lnTo>
                  <a:lnTo>
                    <a:pt x="986243" y="999363"/>
                  </a:lnTo>
                  <a:lnTo>
                    <a:pt x="1052931" y="931291"/>
                  </a:lnTo>
                  <a:lnTo>
                    <a:pt x="1125054" y="839978"/>
                  </a:lnTo>
                  <a:lnTo>
                    <a:pt x="1194955" y="738378"/>
                  </a:lnTo>
                  <a:lnTo>
                    <a:pt x="1245247" y="622300"/>
                  </a:lnTo>
                  <a:lnTo>
                    <a:pt x="1270266" y="495427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5601" y="4035933"/>
              <a:ext cx="219075" cy="386080"/>
            </a:xfrm>
            <a:custGeom>
              <a:avLst/>
              <a:gdLst/>
              <a:ahLst/>
              <a:cxnLst/>
              <a:rect l="l" t="t" r="r" b="b"/>
              <a:pathLst>
                <a:path w="219075" h="386079">
                  <a:moveTo>
                    <a:pt x="0" y="0"/>
                  </a:moveTo>
                  <a:lnTo>
                    <a:pt x="127749" y="385699"/>
                  </a:lnTo>
                  <a:lnTo>
                    <a:pt x="219036" y="309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7747" y="3788790"/>
              <a:ext cx="1148080" cy="1190625"/>
            </a:xfrm>
            <a:custGeom>
              <a:avLst/>
              <a:gdLst/>
              <a:ahLst/>
              <a:cxnLst/>
              <a:rect l="l" t="t" r="r" b="b"/>
              <a:pathLst>
                <a:path w="1148080" h="1190625">
                  <a:moveTo>
                    <a:pt x="47345" y="144653"/>
                  </a:moveTo>
                  <a:lnTo>
                    <a:pt x="41097" y="92202"/>
                  </a:lnTo>
                  <a:lnTo>
                    <a:pt x="15176" y="64135"/>
                  </a:lnTo>
                  <a:lnTo>
                    <a:pt x="1993" y="61087"/>
                  </a:lnTo>
                  <a:lnTo>
                    <a:pt x="4000" y="151638"/>
                  </a:lnTo>
                  <a:lnTo>
                    <a:pt x="4152" y="190627"/>
                  </a:lnTo>
                  <a:lnTo>
                    <a:pt x="0" y="248031"/>
                  </a:lnTo>
                  <a:lnTo>
                    <a:pt x="26758" y="212979"/>
                  </a:lnTo>
                  <a:lnTo>
                    <a:pt x="41986" y="177546"/>
                  </a:lnTo>
                  <a:lnTo>
                    <a:pt x="47345" y="144653"/>
                  </a:lnTo>
                  <a:close/>
                </a:path>
                <a:path w="1148080" h="1190625">
                  <a:moveTo>
                    <a:pt x="339572" y="95504"/>
                  </a:moveTo>
                  <a:lnTo>
                    <a:pt x="187502" y="0"/>
                  </a:lnTo>
                  <a:lnTo>
                    <a:pt x="90335" y="27686"/>
                  </a:lnTo>
                  <a:lnTo>
                    <a:pt x="92544" y="28194"/>
                  </a:lnTo>
                  <a:lnTo>
                    <a:pt x="100825" y="32512"/>
                  </a:lnTo>
                  <a:lnTo>
                    <a:pt x="108585" y="39116"/>
                  </a:lnTo>
                  <a:lnTo>
                    <a:pt x="123482" y="45085"/>
                  </a:lnTo>
                  <a:lnTo>
                    <a:pt x="142798" y="51943"/>
                  </a:lnTo>
                  <a:lnTo>
                    <a:pt x="163779" y="61595"/>
                  </a:lnTo>
                  <a:lnTo>
                    <a:pt x="185305" y="69088"/>
                  </a:lnTo>
                  <a:lnTo>
                    <a:pt x="207962" y="81534"/>
                  </a:lnTo>
                  <a:lnTo>
                    <a:pt x="185978" y="86106"/>
                  </a:lnTo>
                  <a:lnTo>
                    <a:pt x="156946" y="100838"/>
                  </a:lnTo>
                  <a:lnTo>
                    <a:pt x="125768" y="124841"/>
                  </a:lnTo>
                  <a:lnTo>
                    <a:pt x="95199" y="156083"/>
                  </a:lnTo>
                  <a:lnTo>
                    <a:pt x="66840" y="187833"/>
                  </a:lnTo>
                  <a:lnTo>
                    <a:pt x="42354" y="222885"/>
                  </a:lnTo>
                  <a:lnTo>
                    <a:pt x="26847" y="279273"/>
                  </a:lnTo>
                  <a:lnTo>
                    <a:pt x="73152" y="220472"/>
                  </a:lnTo>
                  <a:lnTo>
                    <a:pt x="125082" y="177419"/>
                  </a:lnTo>
                  <a:lnTo>
                    <a:pt x="174358" y="145796"/>
                  </a:lnTo>
                  <a:lnTo>
                    <a:pt x="226441" y="121920"/>
                  </a:lnTo>
                  <a:lnTo>
                    <a:pt x="269773" y="105664"/>
                  </a:lnTo>
                  <a:lnTo>
                    <a:pt x="332422" y="96266"/>
                  </a:lnTo>
                  <a:lnTo>
                    <a:pt x="339572" y="95504"/>
                  </a:lnTo>
                  <a:close/>
                </a:path>
                <a:path w="1148080" h="1190625">
                  <a:moveTo>
                    <a:pt x="1147864" y="1158875"/>
                  </a:moveTo>
                  <a:lnTo>
                    <a:pt x="1011212" y="1103249"/>
                  </a:lnTo>
                  <a:lnTo>
                    <a:pt x="872528" y="1033526"/>
                  </a:lnTo>
                  <a:lnTo>
                    <a:pt x="752513" y="960882"/>
                  </a:lnTo>
                  <a:lnTo>
                    <a:pt x="659422" y="879348"/>
                  </a:lnTo>
                  <a:lnTo>
                    <a:pt x="621576" y="840613"/>
                  </a:lnTo>
                  <a:lnTo>
                    <a:pt x="581444" y="806069"/>
                  </a:lnTo>
                  <a:lnTo>
                    <a:pt x="535978" y="763270"/>
                  </a:lnTo>
                  <a:lnTo>
                    <a:pt x="490258" y="707263"/>
                  </a:lnTo>
                  <a:lnTo>
                    <a:pt x="437540" y="637032"/>
                  </a:lnTo>
                  <a:lnTo>
                    <a:pt x="382143" y="544576"/>
                  </a:lnTo>
                  <a:lnTo>
                    <a:pt x="317588" y="423799"/>
                  </a:lnTo>
                  <a:lnTo>
                    <a:pt x="249313" y="264541"/>
                  </a:lnTo>
                  <a:lnTo>
                    <a:pt x="260007" y="335407"/>
                  </a:lnTo>
                  <a:lnTo>
                    <a:pt x="285877" y="414528"/>
                  </a:lnTo>
                  <a:lnTo>
                    <a:pt x="321221" y="498729"/>
                  </a:lnTo>
                  <a:lnTo>
                    <a:pt x="363067" y="589026"/>
                  </a:lnTo>
                  <a:lnTo>
                    <a:pt x="413854" y="676402"/>
                  </a:lnTo>
                  <a:lnTo>
                    <a:pt x="469557" y="763778"/>
                  </a:lnTo>
                  <a:lnTo>
                    <a:pt x="523913" y="839978"/>
                  </a:lnTo>
                  <a:lnTo>
                    <a:pt x="580682" y="907161"/>
                  </a:lnTo>
                  <a:lnTo>
                    <a:pt x="642404" y="974344"/>
                  </a:lnTo>
                  <a:lnTo>
                    <a:pt x="700824" y="1029462"/>
                  </a:lnTo>
                  <a:lnTo>
                    <a:pt x="755307" y="1069213"/>
                  </a:lnTo>
                  <a:lnTo>
                    <a:pt x="806996" y="1105027"/>
                  </a:lnTo>
                  <a:lnTo>
                    <a:pt x="856272" y="1131570"/>
                  </a:lnTo>
                  <a:lnTo>
                    <a:pt x="908850" y="1152144"/>
                  </a:lnTo>
                  <a:lnTo>
                    <a:pt x="963333" y="1173861"/>
                  </a:lnTo>
                  <a:lnTo>
                    <a:pt x="1023023" y="1190371"/>
                  </a:lnTo>
                  <a:lnTo>
                    <a:pt x="1147864" y="1158875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940256" y="4201287"/>
            <a:ext cx="125095" cy="403225"/>
          </a:xfrm>
          <a:custGeom>
            <a:avLst/>
            <a:gdLst/>
            <a:ahLst/>
            <a:cxnLst/>
            <a:rect l="l" t="t" r="r" b="b"/>
            <a:pathLst>
              <a:path w="125095" h="403225">
                <a:moveTo>
                  <a:pt x="90563" y="0"/>
                </a:moveTo>
                <a:lnTo>
                  <a:pt x="0" y="384556"/>
                </a:lnTo>
                <a:lnTo>
                  <a:pt x="124485" y="403098"/>
                </a:lnTo>
                <a:lnTo>
                  <a:pt x="90563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83000" y="5073777"/>
            <a:ext cx="432434" cy="294640"/>
          </a:xfrm>
          <a:custGeom>
            <a:avLst/>
            <a:gdLst/>
            <a:ahLst/>
            <a:cxnLst/>
            <a:rect l="l" t="t" r="r" b="b"/>
            <a:pathLst>
              <a:path w="432435" h="294639">
                <a:moveTo>
                  <a:pt x="57150" y="0"/>
                </a:moveTo>
                <a:lnTo>
                  <a:pt x="0" y="37973"/>
                </a:lnTo>
                <a:lnTo>
                  <a:pt x="143637" y="102362"/>
                </a:lnTo>
                <a:lnTo>
                  <a:pt x="251079" y="165608"/>
                </a:lnTo>
                <a:lnTo>
                  <a:pt x="329183" y="229108"/>
                </a:lnTo>
                <a:lnTo>
                  <a:pt x="381762" y="294513"/>
                </a:lnTo>
                <a:lnTo>
                  <a:pt x="432181" y="287274"/>
                </a:lnTo>
                <a:lnTo>
                  <a:pt x="409956" y="251460"/>
                </a:lnTo>
                <a:lnTo>
                  <a:pt x="385572" y="219710"/>
                </a:lnTo>
                <a:lnTo>
                  <a:pt x="359282" y="187071"/>
                </a:lnTo>
                <a:lnTo>
                  <a:pt x="328802" y="157353"/>
                </a:lnTo>
                <a:lnTo>
                  <a:pt x="272795" y="116459"/>
                </a:lnTo>
                <a:lnTo>
                  <a:pt x="204977" y="74549"/>
                </a:lnTo>
                <a:lnTo>
                  <a:pt x="133095" y="35814"/>
                </a:lnTo>
                <a:lnTo>
                  <a:pt x="57150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13403" y="5524500"/>
            <a:ext cx="59055" cy="195580"/>
          </a:xfrm>
          <a:custGeom>
            <a:avLst/>
            <a:gdLst/>
            <a:ahLst/>
            <a:cxnLst/>
            <a:rect l="l" t="t" r="r" b="b"/>
            <a:pathLst>
              <a:path w="59055" h="195579">
                <a:moveTo>
                  <a:pt x="58547" y="0"/>
                </a:moveTo>
                <a:lnTo>
                  <a:pt x="11049" y="8255"/>
                </a:lnTo>
                <a:lnTo>
                  <a:pt x="13081" y="35306"/>
                </a:lnTo>
                <a:lnTo>
                  <a:pt x="9525" y="90627"/>
                </a:lnTo>
                <a:lnTo>
                  <a:pt x="7112" y="112750"/>
                </a:lnTo>
                <a:lnTo>
                  <a:pt x="2667" y="138899"/>
                </a:lnTo>
                <a:lnTo>
                  <a:pt x="0" y="179108"/>
                </a:lnTo>
                <a:lnTo>
                  <a:pt x="889" y="195186"/>
                </a:lnTo>
                <a:lnTo>
                  <a:pt x="18796" y="171018"/>
                </a:lnTo>
                <a:lnTo>
                  <a:pt x="29210" y="142836"/>
                </a:lnTo>
                <a:lnTo>
                  <a:pt x="39243" y="119697"/>
                </a:lnTo>
                <a:lnTo>
                  <a:pt x="46482" y="97561"/>
                </a:lnTo>
                <a:lnTo>
                  <a:pt x="54737" y="73418"/>
                </a:lnTo>
                <a:lnTo>
                  <a:pt x="56388" y="48259"/>
                </a:lnTo>
                <a:lnTo>
                  <a:pt x="56896" y="25146"/>
                </a:lnTo>
                <a:lnTo>
                  <a:pt x="58547" y="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92376" y="6173482"/>
            <a:ext cx="374015" cy="610870"/>
          </a:xfrm>
          <a:custGeom>
            <a:avLst/>
            <a:gdLst/>
            <a:ahLst/>
            <a:cxnLst/>
            <a:rect l="l" t="t" r="r" b="b"/>
            <a:pathLst>
              <a:path w="374015" h="610870">
                <a:moveTo>
                  <a:pt x="134175" y="584466"/>
                </a:moveTo>
                <a:lnTo>
                  <a:pt x="0" y="257136"/>
                </a:lnTo>
                <a:lnTo>
                  <a:pt x="19354" y="610247"/>
                </a:lnTo>
                <a:lnTo>
                  <a:pt x="134175" y="584466"/>
                </a:lnTo>
                <a:close/>
              </a:path>
              <a:path w="374015" h="610870">
                <a:moveTo>
                  <a:pt x="373938" y="124193"/>
                </a:moveTo>
                <a:lnTo>
                  <a:pt x="144373" y="0"/>
                </a:lnTo>
                <a:lnTo>
                  <a:pt x="282638" y="238798"/>
                </a:lnTo>
                <a:lnTo>
                  <a:pt x="373938" y="124193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6574" y="1810130"/>
            <a:ext cx="304165" cy="180340"/>
          </a:xfrm>
          <a:custGeom>
            <a:avLst/>
            <a:gdLst/>
            <a:ahLst/>
            <a:cxnLst/>
            <a:rect l="l" t="t" r="r" b="b"/>
            <a:pathLst>
              <a:path w="304165" h="180339">
                <a:moveTo>
                  <a:pt x="0" y="0"/>
                </a:moveTo>
                <a:lnTo>
                  <a:pt x="249339" y="180340"/>
                </a:lnTo>
                <a:lnTo>
                  <a:pt x="304088" y="32766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50630" y="2117726"/>
            <a:ext cx="280670" cy="338455"/>
          </a:xfrm>
          <a:custGeom>
            <a:avLst/>
            <a:gdLst/>
            <a:ahLst/>
            <a:cxnLst/>
            <a:rect l="l" t="t" r="r" b="b"/>
            <a:pathLst>
              <a:path w="280669" h="338455">
                <a:moveTo>
                  <a:pt x="0" y="0"/>
                </a:moveTo>
                <a:lnTo>
                  <a:pt x="163918" y="338327"/>
                </a:lnTo>
                <a:lnTo>
                  <a:pt x="280543" y="268604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524000" y="0"/>
            <a:ext cx="1468120" cy="2447290"/>
            <a:chOff x="0" y="0"/>
            <a:chExt cx="1468120" cy="2447290"/>
          </a:xfrm>
        </p:grpSpPr>
        <p:sp>
          <p:nvSpPr>
            <p:cNvPr id="23" name="object 23"/>
            <p:cNvSpPr/>
            <p:nvPr/>
          </p:nvSpPr>
          <p:spPr>
            <a:xfrm>
              <a:off x="355206" y="2081276"/>
              <a:ext cx="130175" cy="365760"/>
            </a:xfrm>
            <a:custGeom>
              <a:avLst/>
              <a:gdLst/>
              <a:ahLst/>
              <a:cxnLst/>
              <a:rect l="l" t="t" r="r" b="b"/>
              <a:pathLst>
                <a:path w="130175" h="365760">
                  <a:moveTo>
                    <a:pt x="69100" y="0"/>
                  </a:moveTo>
                  <a:lnTo>
                    <a:pt x="0" y="344677"/>
                  </a:lnTo>
                  <a:lnTo>
                    <a:pt x="129667" y="365633"/>
                  </a:lnTo>
                  <a:lnTo>
                    <a:pt x="691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416" y="1223899"/>
              <a:ext cx="238925" cy="2052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541" y="1160272"/>
              <a:ext cx="138049" cy="11099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0" y="1406525"/>
              <a:ext cx="571500" cy="1031875"/>
            </a:xfrm>
            <a:custGeom>
              <a:avLst/>
              <a:gdLst/>
              <a:ahLst/>
              <a:cxnLst/>
              <a:rect l="l" t="t" r="r" b="b"/>
              <a:pathLst>
                <a:path w="571500" h="1031875">
                  <a:moveTo>
                    <a:pt x="419100" y="0"/>
                  </a:moveTo>
                  <a:lnTo>
                    <a:pt x="427037" y="14224"/>
                  </a:lnTo>
                  <a:lnTo>
                    <a:pt x="439737" y="34925"/>
                  </a:lnTo>
                  <a:lnTo>
                    <a:pt x="454025" y="61849"/>
                  </a:lnTo>
                  <a:lnTo>
                    <a:pt x="490537" y="131699"/>
                  </a:lnTo>
                  <a:lnTo>
                    <a:pt x="506412" y="171450"/>
                  </a:lnTo>
                  <a:lnTo>
                    <a:pt x="522287" y="215900"/>
                  </a:lnTo>
                  <a:lnTo>
                    <a:pt x="528637" y="258699"/>
                  </a:lnTo>
                  <a:lnTo>
                    <a:pt x="533400" y="306324"/>
                  </a:lnTo>
                  <a:lnTo>
                    <a:pt x="527050" y="353949"/>
                  </a:lnTo>
                  <a:lnTo>
                    <a:pt x="512762" y="404749"/>
                  </a:lnTo>
                  <a:lnTo>
                    <a:pt x="492125" y="452374"/>
                  </a:lnTo>
                  <a:lnTo>
                    <a:pt x="455612" y="499999"/>
                  </a:lnTo>
                  <a:lnTo>
                    <a:pt x="407987" y="544449"/>
                  </a:lnTo>
                  <a:lnTo>
                    <a:pt x="346075" y="587375"/>
                  </a:lnTo>
                  <a:lnTo>
                    <a:pt x="265112" y="628650"/>
                  </a:lnTo>
                  <a:lnTo>
                    <a:pt x="176212" y="674624"/>
                  </a:lnTo>
                  <a:lnTo>
                    <a:pt x="109537" y="725424"/>
                  </a:lnTo>
                  <a:lnTo>
                    <a:pt x="55562" y="777875"/>
                  </a:lnTo>
                  <a:lnTo>
                    <a:pt x="19050" y="835025"/>
                  </a:lnTo>
                  <a:lnTo>
                    <a:pt x="0" y="877824"/>
                  </a:lnTo>
                  <a:lnTo>
                    <a:pt x="0" y="1031875"/>
                  </a:lnTo>
                  <a:lnTo>
                    <a:pt x="9525" y="996950"/>
                  </a:lnTo>
                  <a:lnTo>
                    <a:pt x="30162" y="942975"/>
                  </a:lnTo>
                  <a:lnTo>
                    <a:pt x="68262" y="874649"/>
                  </a:lnTo>
                  <a:lnTo>
                    <a:pt x="120650" y="798449"/>
                  </a:lnTo>
                  <a:lnTo>
                    <a:pt x="198437" y="720725"/>
                  </a:lnTo>
                  <a:lnTo>
                    <a:pt x="301625" y="647700"/>
                  </a:lnTo>
                  <a:lnTo>
                    <a:pt x="436562" y="579374"/>
                  </a:lnTo>
                  <a:lnTo>
                    <a:pt x="488950" y="542925"/>
                  </a:lnTo>
                  <a:lnTo>
                    <a:pt x="531812" y="484124"/>
                  </a:lnTo>
                  <a:lnTo>
                    <a:pt x="558800" y="404749"/>
                  </a:lnTo>
                  <a:lnTo>
                    <a:pt x="571500" y="319024"/>
                  </a:lnTo>
                  <a:lnTo>
                    <a:pt x="565150" y="228600"/>
                  </a:lnTo>
                  <a:lnTo>
                    <a:pt x="541337" y="139700"/>
                  </a:lnTo>
                  <a:lnTo>
                    <a:pt x="493712" y="61849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3749" y="0"/>
              <a:ext cx="174625" cy="219075"/>
            </a:xfrm>
            <a:custGeom>
              <a:avLst/>
              <a:gdLst/>
              <a:ahLst/>
              <a:cxnLst/>
              <a:rect l="l" t="t" r="r" b="b"/>
              <a:pathLst>
                <a:path w="174625" h="219075">
                  <a:moveTo>
                    <a:pt x="56641" y="0"/>
                  </a:moveTo>
                  <a:lnTo>
                    <a:pt x="0" y="218948"/>
                  </a:lnTo>
                  <a:lnTo>
                    <a:pt x="174116" y="52450"/>
                  </a:lnTo>
                  <a:lnTo>
                    <a:pt x="5664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8112" y="149225"/>
              <a:ext cx="1104265" cy="1200150"/>
            </a:xfrm>
            <a:custGeom>
              <a:avLst/>
              <a:gdLst/>
              <a:ahLst/>
              <a:cxnLst/>
              <a:rect l="l" t="t" r="r" b="b"/>
              <a:pathLst>
                <a:path w="1104265" h="1200150">
                  <a:moveTo>
                    <a:pt x="420687" y="0"/>
                  </a:moveTo>
                  <a:lnTo>
                    <a:pt x="410964" y="2555"/>
                  </a:lnTo>
                  <a:lnTo>
                    <a:pt x="402604" y="4661"/>
                  </a:lnTo>
                  <a:lnTo>
                    <a:pt x="395287" y="6350"/>
                  </a:lnTo>
                  <a:lnTo>
                    <a:pt x="357187" y="15875"/>
                  </a:lnTo>
                  <a:lnTo>
                    <a:pt x="309760" y="26939"/>
                  </a:lnTo>
                  <a:lnTo>
                    <a:pt x="286866" y="35038"/>
                  </a:lnTo>
                  <a:lnTo>
                    <a:pt x="268287" y="47625"/>
                  </a:lnTo>
                  <a:lnTo>
                    <a:pt x="244301" y="60289"/>
                  </a:lnTo>
                  <a:lnTo>
                    <a:pt x="220464" y="78930"/>
                  </a:lnTo>
                  <a:lnTo>
                    <a:pt x="197519" y="99381"/>
                  </a:lnTo>
                  <a:lnTo>
                    <a:pt x="176212" y="117475"/>
                  </a:lnTo>
                  <a:lnTo>
                    <a:pt x="147488" y="133796"/>
                  </a:lnTo>
                  <a:lnTo>
                    <a:pt x="119062" y="159940"/>
                  </a:lnTo>
                  <a:lnTo>
                    <a:pt x="95398" y="190251"/>
                  </a:lnTo>
                  <a:lnTo>
                    <a:pt x="80962" y="219075"/>
                  </a:lnTo>
                  <a:lnTo>
                    <a:pt x="78655" y="221704"/>
                  </a:lnTo>
                  <a:lnTo>
                    <a:pt x="56753" y="255402"/>
                  </a:lnTo>
                  <a:lnTo>
                    <a:pt x="49410" y="277925"/>
                  </a:lnTo>
                  <a:lnTo>
                    <a:pt x="46037" y="288925"/>
                  </a:lnTo>
                  <a:lnTo>
                    <a:pt x="33337" y="333375"/>
                  </a:lnTo>
                  <a:lnTo>
                    <a:pt x="16073" y="366712"/>
                  </a:lnTo>
                  <a:lnTo>
                    <a:pt x="8111" y="383381"/>
                  </a:lnTo>
                  <a:lnTo>
                    <a:pt x="4762" y="400050"/>
                  </a:lnTo>
                  <a:lnTo>
                    <a:pt x="3819" y="455725"/>
                  </a:lnTo>
                  <a:lnTo>
                    <a:pt x="2530" y="566552"/>
                  </a:lnTo>
                  <a:lnTo>
                    <a:pt x="1598" y="621621"/>
                  </a:lnTo>
                  <a:lnTo>
                    <a:pt x="7937" y="625475"/>
                  </a:lnTo>
                  <a:lnTo>
                    <a:pt x="7937" y="628650"/>
                  </a:lnTo>
                  <a:lnTo>
                    <a:pt x="9549" y="643201"/>
                  </a:lnTo>
                  <a:lnTo>
                    <a:pt x="10120" y="658193"/>
                  </a:lnTo>
                  <a:lnTo>
                    <a:pt x="10393" y="673494"/>
                  </a:lnTo>
                  <a:lnTo>
                    <a:pt x="11112" y="688975"/>
                  </a:lnTo>
                  <a:lnTo>
                    <a:pt x="26516" y="731605"/>
                  </a:lnTo>
                  <a:lnTo>
                    <a:pt x="52635" y="759073"/>
                  </a:lnTo>
                  <a:lnTo>
                    <a:pt x="67865" y="773509"/>
                  </a:lnTo>
                  <a:lnTo>
                    <a:pt x="96837" y="803275"/>
                  </a:lnTo>
                  <a:lnTo>
                    <a:pt x="110951" y="815542"/>
                  </a:lnTo>
                  <a:lnTo>
                    <a:pt x="126404" y="826642"/>
                  </a:lnTo>
                  <a:lnTo>
                    <a:pt x="142155" y="837172"/>
                  </a:lnTo>
                  <a:lnTo>
                    <a:pt x="157162" y="847725"/>
                  </a:lnTo>
                  <a:lnTo>
                    <a:pt x="185365" y="870015"/>
                  </a:lnTo>
                  <a:lnTo>
                    <a:pt x="212526" y="893937"/>
                  </a:lnTo>
                  <a:lnTo>
                    <a:pt x="238199" y="919358"/>
                  </a:lnTo>
                  <a:lnTo>
                    <a:pt x="261937" y="946150"/>
                  </a:lnTo>
                  <a:lnTo>
                    <a:pt x="272504" y="957014"/>
                  </a:lnTo>
                  <a:lnTo>
                    <a:pt x="284559" y="966390"/>
                  </a:lnTo>
                  <a:lnTo>
                    <a:pt x="297209" y="975171"/>
                  </a:lnTo>
                  <a:lnTo>
                    <a:pt x="309562" y="984250"/>
                  </a:lnTo>
                  <a:lnTo>
                    <a:pt x="315267" y="986595"/>
                  </a:lnTo>
                  <a:lnTo>
                    <a:pt x="321865" y="987774"/>
                  </a:lnTo>
                  <a:lnTo>
                    <a:pt x="327868" y="989572"/>
                  </a:lnTo>
                  <a:lnTo>
                    <a:pt x="331787" y="993775"/>
                  </a:lnTo>
                  <a:lnTo>
                    <a:pt x="334069" y="1000222"/>
                  </a:lnTo>
                  <a:lnTo>
                    <a:pt x="334565" y="1007443"/>
                  </a:lnTo>
                  <a:lnTo>
                    <a:pt x="334466" y="1014974"/>
                  </a:lnTo>
                  <a:lnTo>
                    <a:pt x="334962" y="1022350"/>
                  </a:lnTo>
                  <a:lnTo>
                    <a:pt x="327645" y="1033131"/>
                  </a:lnTo>
                  <a:lnTo>
                    <a:pt x="320476" y="1045543"/>
                  </a:lnTo>
                  <a:lnTo>
                    <a:pt x="314200" y="1058265"/>
                  </a:lnTo>
                  <a:lnTo>
                    <a:pt x="309562" y="1069975"/>
                  </a:lnTo>
                  <a:lnTo>
                    <a:pt x="289941" y="1085715"/>
                  </a:lnTo>
                  <a:lnTo>
                    <a:pt x="269279" y="1099692"/>
                  </a:lnTo>
                  <a:lnTo>
                    <a:pt x="251296" y="1115480"/>
                  </a:lnTo>
                  <a:lnTo>
                    <a:pt x="239712" y="1136650"/>
                  </a:lnTo>
                  <a:lnTo>
                    <a:pt x="252412" y="1139825"/>
                  </a:lnTo>
                  <a:lnTo>
                    <a:pt x="258762" y="1143000"/>
                  </a:lnTo>
                  <a:lnTo>
                    <a:pt x="267568" y="1146984"/>
                  </a:lnTo>
                  <a:lnTo>
                    <a:pt x="275629" y="1149921"/>
                  </a:lnTo>
                  <a:lnTo>
                    <a:pt x="293687" y="1155700"/>
                  </a:lnTo>
                  <a:lnTo>
                    <a:pt x="317177" y="1166413"/>
                  </a:lnTo>
                  <a:lnTo>
                    <a:pt x="337542" y="1179687"/>
                  </a:lnTo>
                  <a:lnTo>
                    <a:pt x="358204" y="1192079"/>
                  </a:lnTo>
                  <a:lnTo>
                    <a:pt x="382587" y="1200150"/>
                  </a:lnTo>
                  <a:lnTo>
                    <a:pt x="392856" y="1190144"/>
                  </a:lnTo>
                  <a:lnTo>
                    <a:pt x="401637" y="1176115"/>
                  </a:lnTo>
                  <a:lnTo>
                    <a:pt x="408037" y="1160609"/>
                  </a:lnTo>
                  <a:lnTo>
                    <a:pt x="411162" y="1146175"/>
                  </a:lnTo>
                  <a:lnTo>
                    <a:pt x="412477" y="1111942"/>
                  </a:lnTo>
                  <a:lnTo>
                    <a:pt x="409773" y="1096343"/>
                  </a:lnTo>
                  <a:lnTo>
                    <a:pt x="410939" y="1090578"/>
                  </a:lnTo>
                  <a:lnTo>
                    <a:pt x="423862" y="1085850"/>
                  </a:lnTo>
                  <a:lnTo>
                    <a:pt x="642937" y="1085850"/>
                  </a:lnTo>
                  <a:lnTo>
                    <a:pt x="659432" y="1082540"/>
                  </a:lnTo>
                  <a:lnTo>
                    <a:pt x="678457" y="1082230"/>
                  </a:lnTo>
                  <a:lnTo>
                    <a:pt x="697185" y="1081349"/>
                  </a:lnTo>
                  <a:lnTo>
                    <a:pt x="712787" y="1076325"/>
                  </a:lnTo>
                  <a:lnTo>
                    <a:pt x="716954" y="1073298"/>
                  </a:lnTo>
                  <a:lnTo>
                    <a:pt x="727075" y="1066403"/>
                  </a:lnTo>
                  <a:lnTo>
                    <a:pt x="739576" y="1058912"/>
                  </a:lnTo>
                  <a:lnTo>
                    <a:pt x="750887" y="1054100"/>
                  </a:lnTo>
                  <a:lnTo>
                    <a:pt x="929601" y="952239"/>
                  </a:lnTo>
                  <a:lnTo>
                    <a:pt x="963612" y="933450"/>
                  </a:lnTo>
                  <a:lnTo>
                    <a:pt x="968002" y="932572"/>
                  </a:lnTo>
                  <a:lnTo>
                    <a:pt x="978495" y="930052"/>
                  </a:lnTo>
                  <a:lnTo>
                    <a:pt x="1011535" y="901747"/>
                  </a:lnTo>
                  <a:lnTo>
                    <a:pt x="1014412" y="895350"/>
                  </a:lnTo>
                  <a:lnTo>
                    <a:pt x="1022424" y="883507"/>
                  </a:lnTo>
                  <a:lnTo>
                    <a:pt x="1033264" y="873474"/>
                  </a:lnTo>
                  <a:lnTo>
                    <a:pt x="1044996" y="864060"/>
                  </a:lnTo>
                  <a:lnTo>
                    <a:pt x="1055687" y="854075"/>
                  </a:lnTo>
                  <a:lnTo>
                    <a:pt x="1078334" y="817330"/>
                  </a:lnTo>
                  <a:lnTo>
                    <a:pt x="1088032" y="775668"/>
                  </a:lnTo>
                  <a:lnTo>
                    <a:pt x="1090290" y="731934"/>
                  </a:lnTo>
                  <a:lnTo>
                    <a:pt x="1090612" y="688975"/>
                  </a:lnTo>
                  <a:lnTo>
                    <a:pt x="1096788" y="646674"/>
                  </a:lnTo>
                  <a:lnTo>
                    <a:pt x="1101923" y="604218"/>
                  </a:lnTo>
                  <a:lnTo>
                    <a:pt x="1103783" y="559690"/>
                  </a:lnTo>
                  <a:lnTo>
                    <a:pt x="1100137" y="511175"/>
                  </a:lnTo>
                  <a:lnTo>
                    <a:pt x="1092009" y="461163"/>
                  </a:lnTo>
                  <a:lnTo>
                    <a:pt x="1080071" y="417192"/>
                  </a:lnTo>
                  <a:lnTo>
                    <a:pt x="1065847" y="375368"/>
                  </a:lnTo>
                  <a:lnTo>
                    <a:pt x="1050861" y="331794"/>
                  </a:lnTo>
                  <a:lnTo>
                    <a:pt x="1036637" y="282575"/>
                  </a:lnTo>
                  <a:lnTo>
                    <a:pt x="1025078" y="262135"/>
                  </a:lnTo>
                  <a:lnTo>
                    <a:pt x="1013221" y="238125"/>
                  </a:lnTo>
                  <a:lnTo>
                    <a:pt x="999579" y="216495"/>
                  </a:lnTo>
                  <a:lnTo>
                    <a:pt x="982662" y="203200"/>
                  </a:lnTo>
                  <a:lnTo>
                    <a:pt x="950683" y="177674"/>
                  </a:lnTo>
                  <a:lnTo>
                    <a:pt x="909332" y="147368"/>
                  </a:lnTo>
                  <a:lnTo>
                    <a:pt x="863333" y="115856"/>
                  </a:lnTo>
                  <a:lnTo>
                    <a:pt x="817410" y="86709"/>
                  </a:lnTo>
                  <a:lnTo>
                    <a:pt x="776287" y="63500"/>
                  </a:lnTo>
                  <a:lnTo>
                    <a:pt x="740221" y="40100"/>
                  </a:lnTo>
                  <a:lnTo>
                    <a:pt x="697309" y="27558"/>
                  </a:lnTo>
                  <a:lnTo>
                    <a:pt x="652611" y="19494"/>
                  </a:lnTo>
                  <a:lnTo>
                    <a:pt x="611187" y="9525"/>
                  </a:lnTo>
                  <a:lnTo>
                    <a:pt x="566737" y="3175"/>
                  </a:lnTo>
                  <a:lnTo>
                    <a:pt x="530076" y="1553"/>
                  </a:lnTo>
                  <a:lnTo>
                    <a:pt x="420687" y="0"/>
                  </a:lnTo>
                  <a:close/>
                </a:path>
                <a:path w="1104265" h="1200150">
                  <a:moveTo>
                    <a:pt x="642937" y="1085850"/>
                  </a:moveTo>
                  <a:lnTo>
                    <a:pt x="423862" y="1085850"/>
                  </a:lnTo>
                  <a:lnTo>
                    <a:pt x="505420" y="1091755"/>
                  </a:lnTo>
                  <a:lnTo>
                    <a:pt x="545975" y="1093851"/>
                  </a:lnTo>
                  <a:lnTo>
                    <a:pt x="595312" y="1095375"/>
                  </a:lnTo>
                  <a:lnTo>
                    <a:pt x="607441" y="1093208"/>
                  </a:lnTo>
                  <a:lnTo>
                    <a:pt x="619720" y="1091184"/>
                  </a:lnTo>
                  <a:lnTo>
                    <a:pt x="631700" y="1088874"/>
                  </a:lnTo>
                  <a:lnTo>
                    <a:pt x="642937" y="1085850"/>
                  </a:lnTo>
                  <a:close/>
                </a:path>
                <a:path w="1104265" h="1200150">
                  <a:moveTo>
                    <a:pt x="0" y="620649"/>
                  </a:moveTo>
                  <a:lnTo>
                    <a:pt x="1587" y="622300"/>
                  </a:lnTo>
                  <a:lnTo>
                    <a:pt x="1598" y="621621"/>
                  </a:lnTo>
                  <a:lnTo>
                    <a:pt x="0" y="620649"/>
                  </a:lnTo>
                  <a:close/>
                </a:path>
              </a:pathLst>
            </a:custGeom>
            <a:solidFill>
              <a:srgbClr val="ECF9D2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119" y="415416"/>
              <a:ext cx="1018540" cy="718185"/>
            </a:xfrm>
            <a:custGeom>
              <a:avLst/>
              <a:gdLst/>
              <a:ahLst/>
              <a:cxnLst/>
              <a:rect l="l" t="t" r="r" b="b"/>
              <a:pathLst>
                <a:path w="1018540" h="718185">
                  <a:moveTo>
                    <a:pt x="372427" y="718185"/>
                  </a:moveTo>
                  <a:lnTo>
                    <a:pt x="313258" y="679704"/>
                  </a:lnTo>
                  <a:lnTo>
                    <a:pt x="263182" y="641985"/>
                  </a:lnTo>
                  <a:lnTo>
                    <a:pt x="221437" y="606552"/>
                  </a:lnTo>
                  <a:lnTo>
                    <a:pt x="185394" y="574040"/>
                  </a:lnTo>
                  <a:lnTo>
                    <a:pt x="155359" y="538988"/>
                  </a:lnTo>
                  <a:lnTo>
                    <a:pt x="132943" y="507619"/>
                  </a:lnTo>
                  <a:lnTo>
                    <a:pt x="113880" y="474345"/>
                  </a:lnTo>
                  <a:lnTo>
                    <a:pt x="86728" y="409575"/>
                  </a:lnTo>
                  <a:lnTo>
                    <a:pt x="73469" y="340741"/>
                  </a:lnTo>
                  <a:lnTo>
                    <a:pt x="70205" y="304292"/>
                  </a:lnTo>
                  <a:lnTo>
                    <a:pt x="65036" y="266954"/>
                  </a:lnTo>
                  <a:lnTo>
                    <a:pt x="62064" y="225171"/>
                  </a:lnTo>
                  <a:lnTo>
                    <a:pt x="57912" y="180975"/>
                  </a:lnTo>
                  <a:lnTo>
                    <a:pt x="52590" y="134366"/>
                  </a:lnTo>
                  <a:lnTo>
                    <a:pt x="34340" y="171069"/>
                  </a:lnTo>
                  <a:lnTo>
                    <a:pt x="9271" y="250190"/>
                  </a:lnTo>
                  <a:lnTo>
                    <a:pt x="2006" y="288798"/>
                  </a:lnTo>
                  <a:lnTo>
                    <a:pt x="0" y="326263"/>
                  </a:lnTo>
                  <a:lnTo>
                    <a:pt x="1079" y="367030"/>
                  </a:lnTo>
                  <a:lnTo>
                    <a:pt x="7416" y="406908"/>
                  </a:lnTo>
                  <a:lnTo>
                    <a:pt x="19748" y="444119"/>
                  </a:lnTo>
                  <a:lnTo>
                    <a:pt x="38531" y="482854"/>
                  </a:lnTo>
                  <a:lnTo>
                    <a:pt x="64477" y="521335"/>
                  </a:lnTo>
                  <a:lnTo>
                    <a:pt x="94513" y="556387"/>
                  </a:lnTo>
                  <a:lnTo>
                    <a:pt x="135534" y="593217"/>
                  </a:lnTo>
                  <a:lnTo>
                    <a:pt x="182537" y="627634"/>
                  </a:lnTo>
                  <a:lnTo>
                    <a:pt x="237451" y="660273"/>
                  </a:lnTo>
                  <a:lnTo>
                    <a:pt x="299085" y="689102"/>
                  </a:lnTo>
                  <a:lnTo>
                    <a:pt x="372427" y="718185"/>
                  </a:lnTo>
                  <a:close/>
                </a:path>
                <a:path w="1018540" h="718185">
                  <a:moveTo>
                    <a:pt x="1018438" y="194945"/>
                  </a:moveTo>
                  <a:lnTo>
                    <a:pt x="1003465" y="138430"/>
                  </a:lnTo>
                  <a:lnTo>
                    <a:pt x="979601" y="90170"/>
                  </a:lnTo>
                  <a:lnTo>
                    <a:pt x="948016" y="52705"/>
                  </a:lnTo>
                  <a:lnTo>
                    <a:pt x="916647" y="24384"/>
                  </a:lnTo>
                  <a:lnTo>
                    <a:pt x="885748" y="0"/>
                  </a:lnTo>
                  <a:lnTo>
                    <a:pt x="928547" y="62992"/>
                  </a:lnTo>
                  <a:lnTo>
                    <a:pt x="946658" y="108331"/>
                  </a:lnTo>
                  <a:lnTo>
                    <a:pt x="948245" y="143764"/>
                  </a:lnTo>
                  <a:lnTo>
                    <a:pt x="940968" y="172847"/>
                  </a:lnTo>
                  <a:lnTo>
                    <a:pt x="923632" y="193294"/>
                  </a:lnTo>
                  <a:lnTo>
                    <a:pt x="907021" y="212344"/>
                  </a:lnTo>
                  <a:lnTo>
                    <a:pt x="896162" y="234188"/>
                  </a:lnTo>
                  <a:lnTo>
                    <a:pt x="907326" y="274320"/>
                  </a:lnTo>
                  <a:lnTo>
                    <a:pt x="941082" y="307340"/>
                  </a:lnTo>
                  <a:lnTo>
                    <a:pt x="951141" y="315976"/>
                  </a:lnTo>
                  <a:lnTo>
                    <a:pt x="981824" y="331216"/>
                  </a:lnTo>
                  <a:lnTo>
                    <a:pt x="1012736" y="259334"/>
                  </a:lnTo>
                  <a:lnTo>
                    <a:pt x="1018438" y="194945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9121" y="717804"/>
              <a:ext cx="90792" cy="9677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55016" y="83057"/>
              <a:ext cx="1188085" cy="1210945"/>
            </a:xfrm>
            <a:custGeom>
              <a:avLst/>
              <a:gdLst/>
              <a:ahLst/>
              <a:cxnLst/>
              <a:rect l="l" t="t" r="r" b="b"/>
              <a:pathLst>
                <a:path w="1188085" h="1210945">
                  <a:moveTo>
                    <a:pt x="396328" y="0"/>
                  </a:moveTo>
                  <a:lnTo>
                    <a:pt x="313855" y="12065"/>
                  </a:lnTo>
                  <a:lnTo>
                    <a:pt x="244551" y="36068"/>
                  </a:lnTo>
                  <a:lnTo>
                    <a:pt x="180746" y="68325"/>
                  </a:lnTo>
                  <a:lnTo>
                    <a:pt x="131546" y="109600"/>
                  </a:lnTo>
                  <a:lnTo>
                    <a:pt x="88836" y="152273"/>
                  </a:lnTo>
                  <a:lnTo>
                    <a:pt x="55714" y="199771"/>
                  </a:lnTo>
                  <a:lnTo>
                    <a:pt x="32448" y="246634"/>
                  </a:lnTo>
                  <a:lnTo>
                    <a:pt x="13271" y="290068"/>
                  </a:lnTo>
                  <a:lnTo>
                    <a:pt x="6146" y="328422"/>
                  </a:lnTo>
                  <a:lnTo>
                    <a:pt x="0" y="360045"/>
                  </a:lnTo>
                  <a:lnTo>
                    <a:pt x="4241" y="380492"/>
                  </a:lnTo>
                  <a:lnTo>
                    <a:pt x="14287" y="389128"/>
                  </a:lnTo>
                  <a:lnTo>
                    <a:pt x="49796" y="346456"/>
                  </a:lnTo>
                  <a:lnTo>
                    <a:pt x="84112" y="301498"/>
                  </a:lnTo>
                  <a:lnTo>
                    <a:pt x="121526" y="259715"/>
                  </a:lnTo>
                  <a:lnTo>
                    <a:pt x="160870" y="219075"/>
                  </a:lnTo>
                  <a:lnTo>
                    <a:pt x="202133" y="179324"/>
                  </a:lnTo>
                  <a:lnTo>
                    <a:pt x="246964" y="146812"/>
                  </a:lnTo>
                  <a:lnTo>
                    <a:pt x="295363" y="121539"/>
                  </a:lnTo>
                  <a:lnTo>
                    <a:pt x="346875" y="99695"/>
                  </a:lnTo>
                  <a:lnTo>
                    <a:pt x="401243" y="86487"/>
                  </a:lnTo>
                  <a:lnTo>
                    <a:pt x="461556" y="85344"/>
                  </a:lnTo>
                  <a:lnTo>
                    <a:pt x="524713" y="92964"/>
                  </a:lnTo>
                  <a:lnTo>
                    <a:pt x="593826" y="112649"/>
                  </a:lnTo>
                  <a:lnTo>
                    <a:pt x="670090" y="146939"/>
                  </a:lnTo>
                  <a:lnTo>
                    <a:pt x="751585" y="194691"/>
                  </a:lnTo>
                  <a:lnTo>
                    <a:pt x="842137" y="257937"/>
                  </a:lnTo>
                  <a:lnTo>
                    <a:pt x="936459" y="337566"/>
                  </a:lnTo>
                  <a:lnTo>
                    <a:pt x="991704" y="399669"/>
                  </a:lnTo>
                  <a:lnTo>
                    <a:pt x="1027696" y="466852"/>
                  </a:lnTo>
                  <a:lnTo>
                    <a:pt x="1046365" y="540004"/>
                  </a:lnTo>
                  <a:lnTo>
                    <a:pt x="1050620" y="613283"/>
                  </a:lnTo>
                  <a:lnTo>
                    <a:pt x="1040917" y="690626"/>
                  </a:lnTo>
                  <a:lnTo>
                    <a:pt x="1016330" y="764286"/>
                  </a:lnTo>
                  <a:lnTo>
                    <a:pt x="981887" y="838454"/>
                  </a:lnTo>
                  <a:lnTo>
                    <a:pt x="940511" y="907288"/>
                  </a:lnTo>
                  <a:lnTo>
                    <a:pt x="888809" y="972947"/>
                  </a:lnTo>
                  <a:lnTo>
                    <a:pt x="831608" y="1030351"/>
                  </a:lnTo>
                  <a:lnTo>
                    <a:pt x="771575" y="1079119"/>
                  </a:lnTo>
                  <a:lnTo>
                    <a:pt x="706767" y="1118108"/>
                  </a:lnTo>
                  <a:lnTo>
                    <a:pt x="639851" y="1146937"/>
                  </a:lnTo>
                  <a:lnTo>
                    <a:pt x="575640" y="1160653"/>
                  </a:lnTo>
                  <a:lnTo>
                    <a:pt x="509574" y="1158875"/>
                  </a:lnTo>
                  <a:lnTo>
                    <a:pt x="448856" y="1141603"/>
                  </a:lnTo>
                  <a:lnTo>
                    <a:pt x="560374" y="1191387"/>
                  </a:lnTo>
                  <a:lnTo>
                    <a:pt x="665530" y="1210818"/>
                  </a:lnTo>
                  <a:lnTo>
                    <a:pt x="767905" y="1206881"/>
                  </a:lnTo>
                  <a:lnTo>
                    <a:pt x="861009" y="1178179"/>
                  </a:lnTo>
                  <a:lnTo>
                    <a:pt x="946518" y="1131189"/>
                  </a:lnTo>
                  <a:lnTo>
                    <a:pt x="1023683" y="1067308"/>
                  </a:lnTo>
                  <a:lnTo>
                    <a:pt x="1086485" y="988949"/>
                  </a:lnTo>
                  <a:lnTo>
                    <a:pt x="1133525" y="899033"/>
                  </a:lnTo>
                  <a:lnTo>
                    <a:pt x="1169720" y="802005"/>
                  </a:lnTo>
                  <a:lnTo>
                    <a:pt x="1187881" y="697865"/>
                  </a:lnTo>
                  <a:lnTo>
                    <a:pt x="1185214" y="592582"/>
                  </a:lnTo>
                  <a:lnTo>
                    <a:pt x="1165529" y="487807"/>
                  </a:lnTo>
                  <a:lnTo>
                    <a:pt x="1121460" y="383794"/>
                  </a:lnTo>
                  <a:lnTo>
                    <a:pt x="1054900" y="286893"/>
                  </a:lnTo>
                  <a:lnTo>
                    <a:pt x="964933" y="198374"/>
                  </a:lnTo>
                  <a:lnTo>
                    <a:pt x="844880" y="122300"/>
                  </a:lnTo>
                  <a:lnTo>
                    <a:pt x="714908" y="61468"/>
                  </a:lnTo>
                  <a:lnTo>
                    <a:pt x="597573" y="23241"/>
                  </a:lnTo>
                  <a:lnTo>
                    <a:pt x="492417" y="3937"/>
                  </a:lnTo>
                  <a:lnTo>
                    <a:pt x="396328" y="0"/>
                  </a:lnTo>
                  <a:close/>
                </a:path>
              </a:pathLst>
            </a:custGeom>
            <a:solidFill>
              <a:srgbClr val="ECF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068319" y="103887"/>
            <a:ext cx="297180" cy="182245"/>
          </a:xfrm>
          <a:custGeom>
            <a:avLst/>
            <a:gdLst/>
            <a:ahLst/>
            <a:cxnLst/>
            <a:rect l="l" t="t" r="r" b="b"/>
            <a:pathLst>
              <a:path w="297180" h="182245">
                <a:moveTo>
                  <a:pt x="250444" y="0"/>
                </a:moveTo>
                <a:lnTo>
                  <a:pt x="0" y="181864"/>
                </a:lnTo>
                <a:lnTo>
                  <a:pt x="297180" y="90932"/>
                </a:lnTo>
                <a:lnTo>
                  <a:pt x="250444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2869691" y="0"/>
            <a:ext cx="6475730" cy="996950"/>
            <a:chOff x="1345691" y="0"/>
            <a:chExt cx="6475730" cy="996950"/>
          </a:xfrm>
        </p:grpSpPr>
        <p:sp>
          <p:nvSpPr>
            <p:cNvPr id="34" name="object 34"/>
            <p:cNvSpPr/>
            <p:nvPr/>
          </p:nvSpPr>
          <p:spPr>
            <a:xfrm>
              <a:off x="1484883" y="489838"/>
              <a:ext cx="309880" cy="93345"/>
            </a:xfrm>
            <a:custGeom>
              <a:avLst/>
              <a:gdLst/>
              <a:ahLst/>
              <a:cxnLst/>
              <a:rect l="l" t="t" r="r" b="b"/>
              <a:pathLst>
                <a:path w="309880" h="93345">
                  <a:moveTo>
                    <a:pt x="309879" y="0"/>
                  </a:moveTo>
                  <a:lnTo>
                    <a:pt x="0" y="13208"/>
                  </a:lnTo>
                  <a:lnTo>
                    <a:pt x="280034" y="92837"/>
                  </a:lnTo>
                  <a:lnTo>
                    <a:pt x="30987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5691" y="0"/>
              <a:ext cx="6475476" cy="99669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0491" y="566927"/>
              <a:ext cx="5865876" cy="106679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3171190" y="21081"/>
            <a:ext cx="5835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5" dirty="0">
                <a:solidFill>
                  <a:srgbClr val="006666"/>
                </a:solidFill>
              </a:rPr>
              <a:t>Motor</a:t>
            </a:r>
            <a:r>
              <a:rPr sz="4000" spc="-35" dirty="0">
                <a:solidFill>
                  <a:srgbClr val="006666"/>
                </a:solidFill>
              </a:rPr>
              <a:t> </a:t>
            </a:r>
            <a:r>
              <a:rPr sz="4000" spc="-10" dirty="0">
                <a:solidFill>
                  <a:srgbClr val="006666"/>
                </a:solidFill>
              </a:rPr>
              <a:t>Development:</a:t>
            </a:r>
            <a:endParaRPr sz="4000"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1524000" y="576327"/>
          <a:ext cx="9130029" cy="6251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28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Age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76200">
                      <a:solidFill>
                        <a:srgbClr val="006666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2800" b="1" spc="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76200">
                      <a:solidFill>
                        <a:srgbClr val="006666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Fine</a:t>
                      </a:r>
                      <a:r>
                        <a:rPr sz="2800" b="1" spc="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9050">
                      <a:solidFill>
                        <a:srgbClr val="006699"/>
                      </a:solidFill>
                      <a:prstDash val="solid"/>
                    </a:lnR>
                    <a:lnT w="76200">
                      <a:solidFill>
                        <a:srgbClr val="006666"/>
                      </a:solidFill>
                      <a:prstDash val="solid"/>
                    </a:lnT>
                    <a:lnB w="12700">
                      <a:solidFill>
                        <a:srgbClr val="0066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229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4th</a:t>
                      </a:r>
                      <a:r>
                        <a:rPr sz="2800" b="1" spc="-3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979169">
                        <a:lnSpc>
                          <a:spcPct val="100000"/>
                        </a:lnSpc>
                        <a:spcBef>
                          <a:spcPts val="350"/>
                        </a:spcBef>
                        <a:buSzPct val="95833"/>
                        <a:buFont typeface="Verdana"/>
                        <a:buChar char="•"/>
                        <a:tabLst>
                          <a:tab pos="259079" algn="l"/>
                        </a:tabLst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Walks</a:t>
                      </a:r>
                      <a:r>
                        <a:rPr sz="2400" b="1" spc="-2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400" b="1" spc="-2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balance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beam.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1804670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Verdana"/>
                        <a:buChar char="•"/>
                        <a:tabLst>
                          <a:tab pos="259079" algn="l"/>
                        </a:tabLst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Skips</a:t>
                      </a:r>
                      <a:r>
                        <a:rPr sz="2400" b="1" spc="-7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while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alternating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30035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feet.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534670">
                        <a:lnSpc>
                          <a:spcPct val="100000"/>
                        </a:lnSpc>
                        <a:spcBef>
                          <a:spcPts val="575"/>
                        </a:spcBef>
                        <a:buSzPct val="95833"/>
                        <a:buFont typeface="Verdana"/>
                        <a:buChar char="•"/>
                        <a:tabLst>
                          <a:tab pos="259079" algn="l"/>
                        </a:tabLst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Jumps</a:t>
                      </a:r>
                      <a:r>
                        <a:rPr sz="2400" b="1" spc="-2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rope</a:t>
                      </a:r>
                      <a:r>
                        <a:rPr sz="2400" b="1" spc="-2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sz="2400" b="1" spc="-2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over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objects.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1440" marR="229235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Verdana"/>
                        <a:buChar char="•"/>
                        <a:tabLst>
                          <a:tab pos="259079" algn="l"/>
                        </a:tabLst>
                      </a:pP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Catches a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ball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smoothly</a:t>
                      </a:r>
                      <a:r>
                        <a:rPr sz="2400" b="1" spc="-3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sz="2400" b="1" spc="-3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hands.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270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 marR="1021715">
                        <a:lnSpc>
                          <a:spcPct val="100000"/>
                        </a:lnSpc>
                        <a:spcBef>
                          <a:spcPts val="350"/>
                        </a:spcBef>
                        <a:buSzPct val="95833"/>
                        <a:buFont typeface="Verdana"/>
                        <a:buChar char="•"/>
                        <a:tabLst>
                          <a:tab pos="259715" algn="l"/>
                        </a:tabLst>
                      </a:pP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Copies a </a:t>
                      </a:r>
                      <a:r>
                        <a:rPr sz="2400" b="1" spc="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triangle</a:t>
                      </a:r>
                      <a:r>
                        <a:rPr sz="2400" b="1" spc="-6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letter.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2075" marR="927100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Verdana"/>
                        <a:buChar char="•"/>
                        <a:tabLst>
                          <a:tab pos="259715" algn="l"/>
                        </a:tabLst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Able</a:t>
                      </a:r>
                      <a:r>
                        <a:rPr sz="2400" b="1" spc="-3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2400" b="1" spc="-5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lace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shoes.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2075" marR="294005">
                        <a:lnSpc>
                          <a:spcPct val="100000"/>
                        </a:lnSpc>
                        <a:spcBef>
                          <a:spcPts val="575"/>
                        </a:spcBef>
                        <a:buSzPct val="95833"/>
                        <a:buFont typeface="Verdana"/>
                        <a:buChar char="•"/>
                        <a:tabLst>
                          <a:tab pos="259715" algn="l"/>
                        </a:tabLst>
                      </a:pP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Bathes</a:t>
                      </a:r>
                      <a:r>
                        <a:rPr sz="2400" b="1" spc="-3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self</a:t>
                      </a:r>
                      <a:r>
                        <a:rPr sz="2400" b="1" spc="-3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combs</a:t>
                      </a:r>
                      <a:r>
                        <a:rPr sz="2400" b="1" spc="-1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hair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19748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sz="2400" b="1" spc="-7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help.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92075" marR="446405">
                        <a:lnSpc>
                          <a:spcPct val="100000"/>
                        </a:lnSpc>
                        <a:spcBef>
                          <a:spcPts val="580"/>
                        </a:spcBef>
                        <a:buSzPct val="95833"/>
                        <a:buFont typeface="Verdana"/>
                        <a:buChar char="•"/>
                        <a:tabLst>
                          <a:tab pos="259715" algn="l"/>
                        </a:tabLst>
                      </a:pP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Can</a:t>
                      </a:r>
                      <a:r>
                        <a:rPr sz="2400" b="1" spc="-5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blow</a:t>
                      </a:r>
                      <a:r>
                        <a:rPr sz="2400" b="1" spc="-50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nose </a:t>
                      </a:r>
                      <a:r>
                        <a:rPr sz="2400" b="1" spc="-80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when</a:t>
                      </a:r>
                      <a:r>
                        <a:rPr sz="2400" b="1" spc="-5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b="1" dirty="0">
                          <a:solidFill>
                            <a:srgbClr val="006699"/>
                          </a:solidFill>
                          <a:latin typeface="Verdana"/>
                          <a:cs typeface="Verdana"/>
                        </a:rPr>
                        <a:t>asked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300">
                        <a:latin typeface="Times New Roman"/>
                        <a:cs typeface="Times New Roman"/>
                      </a:endParaRPr>
                    </a:p>
                    <a:p>
                      <a:pPr marR="533400" algn="r">
                        <a:lnSpc>
                          <a:spcPct val="100000"/>
                        </a:lnSpc>
                      </a:pPr>
                      <a:r>
                        <a:rPr sz="1400" spc="-40" dirty="0">
                          <a:solidFill>
                            <a:srgbClr val="006699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6699"/>
                      </a:solidFill>
                      <a:prstDash val="solid"/>
                    </a:lnL>
                    <a:lnR w="19050">
                      <a:solidFill>
                        <a:srgbClr val="006699"/>
                      </a:solidFill>
                      <a:prstDash val="solid"/>
                    </a:lnR>
                    <a:lnT w="12700">
                      <a:solidFill>
                        <a:srgbClr val="0066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613" y="197942"/>
            <a:ext cx="10124777" cy="751360"/>
          </a:xfrm>
          <a:prstGeom prst="rect">
            <a:avLst/>
          </a:prstGeom>
        </p:spPr>
        <p:txBody>
          <a:bodyPr vert="horz" wrap="square" lIns="0" tIns="299593" rIns="0" bIns="0" rtlCol="0">
            <a:spAutoFit/>
          </a:bodyPr>
          <a:lstStyle/>
          <a:p>
            <a:pPr marL="3665854" marR="5080" indent="-2428240">
              <a:lnSpc>
                <a:spcPts val="3460"/>
              </a:lnSpc>
              <a:spcBef>
                <a:spcPts val="535"/>
              </a:spcBef>
            </a:pPr>
            <a:r>
              <a:rPr b="0" dirty="0">
                <a:solidFill>
                  <a:srgbClr val="006666"/>
                </a:solidFill>
                <a:latin typeface="Verdana"/>
                <a:cs typeface="Verdana"/>
              </a:rPr>
              <a:t>Preschooler </a:t>
            </a:r>
            <a:r>
              <a:rPr b="0" spc="-5" dirty="0">
                <a:solidFill>
                  <a:srgbClr val="006666"/>
                </a:solidFill>
              </a:rPr>
              <a:t>walks </a:t>
            </a:r>
            <a:r>
              <a:rPr b="0" dirty="0">
                <a:solidFill>
                  <a:srgbClr val="006666"/>
                </a:solidFill>
                <a:latin typeface="Verdana"/>
                <a:cs typeface="Verdana"/>
              </a:rPr>
              <a:t>a </a:t>
            </a:r>
            <a:r>
              <a:rPr b="0" spc="-5" dirty="0">
                <a:solidFill>
                  <a:srgbClr val="006666"/>
                </a:solidFill>
              </a:rPr>
              <a:t>balanced </a:t>
            </a:r>
            <a:r>
              <a:rPr b="0" spc="-1115" dirty="0">
                <a:solidFill>
                  <a:srgbClr val="006666"/>
                </a:solidFill>
              </a:rPr>
              <a:t> </a:t>
            </a:r>
            <a:r>
              <a:rPr b="0" spc="-5" dirty="0">
                <a:solidFill>
                  <a:srgbClr val="006666"/>
                </a:solidFill>
              </a:rPr>
              <a:t>beam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002" y="1916177"/>
            <a:ext cx="3526971" cy="39607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25267" y="489838"/>
            <a:ext cx="7162800" cy="1266190"/>
            <a:chOff x="1001267" y="489838"/>
            <a:chExt cx="7162800" cy="1266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7" y="524255"/>
              <a:ext cx="7162800" cy="12313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6547" y="1284731"/>
              <a:ext cx="6492239" cy="1158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58517" y="684403"/>
            <a:ext cx="64560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Social</a:t>
            </a:r>
            <a:r>
              <a:rPr sz="4400" u="sng" spc="-7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Development:</a:t>
            </a:r>
            <a:endParaRPr sz="4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14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000" y="1541146"/>
            <a:ext cx="8556776" cy="4064046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spcBef>
                <a:spcPts val="870"/>
              </a:spcBef>
            </a:pP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A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.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Language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Uses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3-7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words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sentences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Asks</a:t>
            </a:r>
            <a:r>
              <a:rPr sz="32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Why?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Uses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"I"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in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his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speech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Ask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meaning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words</a:t>
            </a:r>
            <a:endParaRPr sz="3200" dirty="0">
              <a:latin typeface="Verdana"/>
              <a:cs typeface="Verdana"/>
            </a:endParaRPr>
          </a:p>
          <a:p>
            <a:pPr marL="354965" marR="795655" indent="-342900">
              <a:spcBef>
                <a:spcPts val="77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Repeats sentence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 12 or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more syllables.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838200"/>
            <a:ext cx="8598917" cy="298350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spcBef>
                <a:spcPts val="865"/>
              </a:spcBef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</a:t>
            </a:r>
            <a:r>
              <a:rPr sz="3200" b="1" spc="-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.</a:t>
            </a:r>
            <a:r>
              <a:rPr sz="3200" b="1" u="sng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Play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More</a:t>
            </a:r>
            <a:r>
              <a:rPr sz="3200" b="1" spc="-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cooperative</a:t>
            </a:r>
            <a:endParaRPr sz="3200" dirty="0">
              <a:latin typeface="Verdana"/>
              <a:cs typeface="Verdana"/>
            </a:endParaRPr>
          </a:p>
          <a:p>
            <a:pPr marL="355600" marR="15748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Understand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concept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sharing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Needs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regular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socialization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Imaginary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play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mates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3318" y="826381"/>
            <a:ext cx="4684983" cy="59051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7450" y="684403"/>
            <a:ext cx="4716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0" dirty="0">
                <a:solidFill>
                  <a:srgbClr val="006666"/>
                </a:solidFill>
              </a:rPr>
              <a:t>Suggested</a:t>
            </a:r>
            <a:r>
              <a:rPr sz="4400" b="0" spc="-90" dirty="0">
                <a:solidFill>
                  <a:srgbClr val="006666"/>
                </a:solidFill>
              </a:rPr>
              <a:t> </a:t>
            </a:r>
            <a:r>
              <a:rPr sz="4400" b="0" spc="-15" dirty="0">
                <a:solidFill>
                  <a:srgbClr val="006666"/>
                </a:solidFill>
              </a:rPr>
              <a:t>items</a:t>
            </a:r>
            <a:endParaRPr sz="4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801" y="1416899"/>
            <a:ext cx="7943470" cy="288091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spcBef>
                <a:spcPts val="8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Large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space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play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Field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trips</a:t>
            </a:r>
            <a:endParaRPr sz="3200" dirty="0">
              <a:latin typeface="Verdana"/>
              <a:cs typeface="Verdana"/>
            </a:endParaRPr>
          </a:p>
          <a:p>
            <a:pPr marL="355600" marR="508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Dress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up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clothes, paints,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paper,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crayons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Swimming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9" y="1143000"/>
            <a:ext cx="8887487" cy="27783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spcBef>
                <a:spcPts val="865"/>
              </a:spcBef>
            </a:pPr>
            <a:r>
              <a:rPr sz="3200" b="1" u="sng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C</a:t>
            </a:r>
            <a:r>
              <a:rPr sz="3200" b="1" u="sng" spc="-3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.Socialization</a:t>
            </a:r>
            <a:endParaRPr sz="3200" dirty="0">
              <a:latin typeface="Verdana"/>
              <a:cs typeface="Verdana"/>
            </a:endParaRPr>
          </a:p>
          <a:p>
            <a:pPr marL="354965" marR="508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A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need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for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regular interaction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with age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mates</a:t>
            </a:r>
            <a:endParaRPr sz="3200" dirty="0">
              <a:latin typeface="Verdana"/>
              <a:cs typeface="Verdana"/>
            </a:endParaRPr>
          </a:p>
          <a:p>
            <a:pPr marL="354965" marR="142748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Their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significant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others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expand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beyond</a:t>
            </a:r>
            <a:r>
              <a:rPr sz="32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parents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990601"/>
            <a:ext cx="8167522" cy="1691489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spcBef>
                <a:spcPts val="870"/>
              </a:spcBef>
            </a:pP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D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.</a:t>
            </a:r>
            <a:r>
              <a:rPr sz="3200" b="1" u="sng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Temperament</a:t>
            </a:r>
            <a:endParaRPr sz="3200" dirty="0">
              <a:latin typeface="Verdana"/>
              <a:cs typeface="Verdana"/>
            </a:endParaRPr>
          </a:p>
          <a:p>
            <a:pPr marL="354965" marR="5080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Characteristics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observed in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infancy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and toddler hood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persist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609600"/>
            <a:ext cx="9284970" cy="5484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3535">
              <a:spcBef>
                <a:spcPts val="48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E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.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Discipline</a:t>
            </a:r>
            <a:endParaRPr sz="3200" dirty="0">
              <a:latin typeface="Verdana"/>
              <a:cs typeface="Verdana"/>
            </a:endParaRPr>
          </a:p>
          <a:p>
            <a:pPr marL="355600" marR="795655" indent="-343535">
              <a:lnSpc>
                <a:spcPts val="3460"/>
              </a:lnSpc>
              <a:spcBef>
                <a:spcPts val="82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Teach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responsibility</a:t>
            </a:r>
            <a:r>
              <a:rPr sz="32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inner </a:t>
            </a:r>
            <a:r>
              <a:rPr sz="3200" b="1" spc="-107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control</a:t>
            </a:r>
            <a:endParaRPr sz="3200" dirty="0">
              <a:latin typeface="Verdana"/>
              <a:cs typeface="Verdana"/>
            </a:endParaRPr>
          </a:p>
          <a:p>
            <a:pPr marL="355600" marR="162560" indent="-343535">
              <a:lnSpc>
                <a:spcPts val="3460"/>
              </a:lnSpc>
              <a:spcBef>
                <a:spcPts val="76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Agree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to the limits and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discipline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measures</a:t>
            </a:r>
            <a:endParaRPr sz="3200" dirty="0">
              <a:latin typeface="Verdana"/>
              <a:cs typeface="Verdana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670"/>
              </a:spcBef>
              <a:buFont typeface="Verdana"/>
              <a:buChar char="–"/>
              <a:tabLst>
                <a:tab pos="756920" algn="l"/>
              </a:tabLst>
            </a:pP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Spanking</a:t>
            </a:r>
            <a:r>
              <a:rPr sz="2800" b="1" spc="3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removes</a:t>
            </a:r>
            <a:r>
              <a:rPr sz="2800" b="1" spc="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the</a:t>
            </a:r>
            <a:r>
              <a:rPr sz="2800" b="1" spc="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responsibility </a:t>
            </a:r>
            <a:r>
              <a:rPr sz="2800" b="1" spc="-9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from</a:t>
            </a:r>
            <a:r>
              <a:rPr sz="2800" b="1" spc="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the</a:t>
            </a:r>
            <a:r>
              <a:rPr sz="2800" b="1" spc="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child</a:t>
            </a:r>
            <a:endParaRPr sz="2800" dirty="0">
              <a:latin typeface="Verdana"/>
              <a:cs typeface="Verdana"/>
            </a:endParaRPr>
          </a:p>
          <a:p>
            <a:pPr marL="756285" marR="879475" lvl="1" indent="-287020">
              <a:lnSpc>
                <a:spcPts val="3030"/>
              </a:lnSpc>
              <a:spcBef>
                <a:spcPts val="675"/>
              </a:spcBef>
              <a:buFont typeface="Verdana"/>
              <a:buChar char="–"/>
              <a:tabLst>
                <a:tab pos="756920" algn="l"/>
              </a:tabLst>
            </a:pPr>
            <a:r>
              <a:rPr sz="2800" b="1" spc="-5" dirty="0">
                <a:solidFill>
                  <a:srgbClr val="0099FF"/>
                </a:solidFill>
                <a:latin typeface="Verdana"/>
                <a:cs typeface="Verdana"/>
              </a:rPr>
              <a:t>Taking</a:t>
            </a:r>
            <a:r>
              <a:rPr sz="2800" b="1" spc="25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99FF"/>
                </a:solidFill>
                <a:latin typeface="Verdana"/>
                <a:cs typeface="Verdana"/>
              </a:rPr>
              <a:t>away</a:t>
            </a:r>
            <a:r>
              <a:rPr sz="2800" b="1" spc="20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99FF"/>
                </a:solidFill>
                <a:latin typeface="Verdana"/>
                <a:cs typeface="Verdana"/>
              </a:rPr>
              <a:t>a</a:t>
            </a:r>
            <a:r>
              <a:rPr sz="2800" b="1" spc="10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99FF"/>
                </a:solidFill>
                <a:latin typeface="Verdana"/>
                <a:cs typeface="Verdana"/>
              </a:rPr>
              <a:t>privilege</a:t>
            </a:r>
            <a:r>
              <a:rPr sz="2800" b="1" spc="40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99FF"/>
                </a:solidFill>
                <a:latin typeface="Verdana"/>
                <a:cs typeface="Verdana"/>
              </a:rPr>
              <a:t>is</a:t>
            </a:r>
            <a:r>
              <a:rPr sz="2800" b="1" spc="5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99FF"/>
                </a:solidFill>
                <a:latin typeface="Verdana"/>
                <a:cs typeface="Verdana"/>
              </a:rPr>
              <a:t>much </a:t>
            </a:r>
            <a:r>
              <a:rPr sz="2800" b="1" spc="-940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99FF"/>
                </a:solidFill>
                <a:latin typeface="Verdana"/>
                <a:cs typeface="Verdana"/>
              </a:rPr>
              <a:t>more</a:t>
            </a:r>
            <a:r>
              <a:rPr sz="2800" b="1" dirty="0">
                <a:solidFill>
                  <a:srgbClr val="0099FF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99FF"/>
                </a:solidFill>
                <a:latin typeface="Verdana"/>
                <a:cs typeface="Verdana"/>
              </a:rPr>
              <a:t>effective</a:t>
            </a:r>
            <a:endParaRPr sz="2800" dirty="0">
              <a:latin typeface="Verdana"/>
              <a:cs typeface="Verdana"/>
            </a:endParaRPr>
          </a:p>
          <a:p>
            <a:pPr marL="355600" indent="-343535">
              <a:spcBef>
                <a:spcPts val="33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Keep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period 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time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out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brief</a:t>
            </a:r>
            <a:endParaRPr sz="3200" dirty="0">
              <a:latin typeface="Verdana"/>
              <a:cs typeface="Verdana"/>
            </a:endParaRPr>
          </a:p>
          <a:p>
            <a:pPr marL="756285" marR="699770" lvl="1" indent="-287020">
              <a:lnSpc>
                <a:spcPts val="3030"/>
              </a:lnSpc>
              <a:spcBef>
                <a:spcPts val="715"/>
              </a:spcBef>
              <a:buFont typeface="Verdana"/>
              <a:buChar char="–"/>
              <a:tabLst>
                <a:tab pos="75692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child’s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concept</a:t>
            </a:r>
            <a:r>
              <a:rPr sz="2800" b="1" spc="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time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is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not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clear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533400"/>
            <a:ext cx="928606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u="sng" spc="-5" dirty="0">
                <a:uFill>
                  <a:solidFill>
                    <a:srgbClr val="006699"/>
                  </a:solidFill>
                </a:uFill>
              </a:rPr>
              <a:t>Psychosocial</a:t>
            </a:r>
            <a:r>
              <a:rPr sz="4000" u="sng" spc="-30" dirty="0">
                <a:uFill>
                  <a:solidFill>
                    <a:srgbClr val="006699"/>
                  </a:solidFill>
                </a:uFill>
              </a:rPr>
              <a:t> </a:t>
            </a:r>
            <a:r>
              <a:rPr sz="4000" u="sng" spc="-10" dirty="0">
                <a:uFill>
                  <a:solidFill>
                    <a:srgbClr val="006699"/>
                  </a:solidFill>
                </a:uFill>
              </a:rPr>
              <a:t>Development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9917684" y="6290386"/>
            <a:ext cx="21462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40" dirty="0">
                <a:solidFill>
                  <a:srgbClr val="006699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295399"/>
            <a:ext cx="9155887" cy="37683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2560" indent="-342900">
              <a:spcBef>
                <a:spcPts val="10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Egocentric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his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thought &amp;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behavior, unable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to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see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others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viewpoints.</a:t>
            </a:r>
            <a:endParaRPr sz="3200" dirty="0">
              <a:latin typeface="Verdana"/>
              <a:cs typeface="Verdana"/>
            </a:endParaRPr>
          </a:p>
          <a:p>
            <a:pPr marL="355600" marR="1191895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Tolerates separation from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parents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by</a:t>
            </a:r>
            <a:r>
              <a:rPr sz="32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3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years</a:t>
            </a:r>
            <a:endParaRPr sz="3200" dirty="0">
              <a:latin typeface="Verdana"/>
              <a:cs typeface="Verdana"/>
            </a:endParaRPr>
          </a:p>
          <a:p>
            <a:pPr marL="355600" marR="27305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Separates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easily</a:t>
            </a:r>
            <a:r>
              <a:rPr sz="32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by</a:t>
            </a:r>
            <a:r>
              <a:rPr sz="32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5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years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age</a:t>
            </a:r>
            <a:endParaRPr sz="3200" dirty="0">
              <a:latin typeface="Verdana"/>
              <a:cs typeface="Verdana"/>
            </a:endParaRPr>
          </a:p>
          <a:p>
            <a:pPr marL="355600" marR="508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Less dependent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on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parents but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needs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their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reassurance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&amp;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help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762000"/>
            <a:ext cx="9045525" cy="49517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marR="820419" indent="-343535">
              <a:lnSpc>
                <a:spcPts val="2690"/>
              </a:lnSpc>
              <a:spcBef>
                <a:spcPts val="740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According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Eriksson</a:t>
            </a:r>
            <a:r>
              <a:rPr sz="2800" b="1" spc="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(initiative </a:t>
            </a:r>
            <a:r>
              <a:rPr sz="2800" b="1" spc="-9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versus</a:t>
            </a:r>
            <a:r>
              <a:rPr sz="2800" b="1" spc="2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guilt)</a:t>
            </a:r>
            <a:endParaRPr sz="2800" dirty="0">
              <a:latin typeface="Verdana"/>
              <a:cs typeface="Verdana"/>
            </a:endParaRPr>
          </a:p>
          <a:p>
            <a:pPr marL="355600" marR="5080" indent="-343535">
              <a:lnSpc>
                <a:spcPts val="2690"/>
              </a:lnSpc>
              <a:spcBef>
                <a:spcPts val="675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Eriksson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views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crises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at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time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as </a:t>
            </a:r>
            <a:r>
              <a:rPr sz="2800" b="1" spc="-94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important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development</a:t>
            </a:r>
            <a:r>
              <a:rPr sz="2800" b="1" spc="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endParaRPr sz="2800" dirty="0">
              <a:latin typeface="Verdana"/>
              <a:cs typeface="Verdana"/>
            </a:endParaRPr>
          </a:p>
          <a:p>
            <a:pPr marL="355600" marR="688975">
              <a:lnSpc>
                <a:spcPct val="80100"/>
              </a:lnSpc>
              <a:spcBef>
                <a:spcPts val="15"/>
              </a:spcBef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individual‘s</a:t>
            </a:r>
            <a:r>
              <a:rPr sz="2800" b="1" spc="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self-</a:t>
            </a:r>
            <a:r>
              <a:rPr sz="2800" b="1" spc="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concept</a:t>
            </a:r>
            <a:r>
              <a:rPr sz="2800" b="1" spc="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&amp;</a:t>
            </a:r>
            <a:r>
              <a:rPr sz="28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a </a:t>
            </a:r>
            <a:r>
              <a:rPr sz="2800" b="1" spc="-9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sense</a:t>
            </a:r>
            <a:r>
              <a:rPr sz="2800" b="1" spc="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of</a:t>
            </a:r>
            <a:r>
              <a:rPr sz="2800" b="1" spc="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66"/>
                </a:solidFill>
                <a:latin typeface="Verdana"/>
                <a:cs typeface="Verdana"/>
              </a:rPr>
              <a:t>initiative</a:t>
            </a:r>
            <a:endParaRPr sz="2800" dirty="0">
              <a:latin typeface="Verdana"/>
              <a:cs typeface="Verdana"/>
            </a:endParaRPr>
          </a:p>
          <a:p>
            <a:pPr marL="355600" marR="239395" indent="-343535">
              <a:lnSpc>
                <a:spcPct val="80000"/>
              </a:lnSpc>
              <a:spcBef>
                <a:spcPts val="670"/>
              </a:spcBef>
              <a:buClr>
                <a:srgbClr val="006699"/>
              </a:buClr>
              <a:buFont typeface="Verdana"/>
              <a:buChar char="•"/>
              <a:tabLst>
                <a:tab pos="476884" algn="l"/>
                <a:tab pos="478155" algn="l"/>
                <a:tab pos="3538854" algn="l"/>
              </a:tabLst>
            </a:pPr>
            <a:r>
              <a:rPr dirty="0"/>
              <a:t>	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He/she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wants	to</a:t>
            </a:r>
            <a:r>
              <a:rPr sz="28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learn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what to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do </a:t>
            </a:r>
            <a:r>
              <a:rPr sz="2800" b="1" spc="-94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himself,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learn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about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world 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other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people.</a:t>
            </a:r>
            <a:endParaRPr sz="2800" dirty="0">
              <a:latin typeface="Verdana"/>
              <a:cs typeface="Verdana"/>
            </a:endParaRPr>
          </a:p>
          <a:p>
            <a:pPr marL="355600" marR="88265" indent="-343535">
              <a:lnSpc>
                <a:spcPct val="80000"/>
              </a:lnSpc>
              <a:spcBef>
                <a:spcPts val="675"/>
              </a:spcBef>
              <a:buClr>
                <a:srgbClr val="006699"/>
              </a:buClr>
              <a:buFont typeface="Verdana"/>
              <a:buChar char="•"/>
              <a:tabLst>
                <a:tab pos="476884" algn="l"/>
                <a:tab pos="478155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he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fails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achieve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sense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of 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initiative,</a:t>
            </a:r>
            <a:r>
              <a:rPr sz="2800" b="1" spc="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he/she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will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develop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 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sense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guilt,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where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he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will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appear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anxious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frightened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in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his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contact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with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others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838199"/>
            <a:ext cx="8599119" cy="52456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34440" indent="-343535">
              <a:spcBef>
                <a:spcPts val="10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Demonstrates strong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attachment</a:t>
            </a:r>
            <a:r>
              <a:rPr sz="3200" b="1" spc="-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parent</a:t>
            </a:r>
            <a:r>
              <a:rPr sz="32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opposite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sex (Oedipus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&amp;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Electra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complex)</a:t>
            </a:r>
            <a:endParaRPr sz="3200" dirty="0">
              <a:latin typeface="Verdana"/>
              <a:cs typeface="Verdana"/>
            </a:endParaRPr>
          </a:p>
          <a:p>
            <a:pPr marL="355600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More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cooperative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play</a:t>
            </a:r>
            <a:endParaRPr sz="3200" dirty="0">
              <a:latin typeface="Verdana"/>
              <a:cs typeface="Verdana"/>
            </a:endParaRPr>
          </a:p>
          <a:p>
            <a:pPr marL="355600" marR="5080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Becomes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interested in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clothes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&amp;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hair styles.</a:t>
            </a:r>
            <a:endParaRPr sz="3200" dirty="0">
              <a:latin typeface="Verdana"/>
              <a:cs typeface="Verdana"/>
            </a:endParaRPr>
          </a:p>
          <a:p>
            <a:pPr marL="355600" marR="563245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Freud theorizes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that the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preschooler is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 the</a:t>
            </a:r>
            <a:r>
              <a:rPr sz="3200" b="1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Verdana"/>
                <a:cs typeface="Verdana"/>
              </a:rPr>
              <a:t>phallic </a:t>
            </a:r>
            <a:r>
              <a:rPr sz="3200" b="1" spc="-108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Verdana"/>
                <a:cs typeface="Verdana"/>
              </a:rPr>
              <a:t>stage</a:t>
            </a:r>
            <a:r>
              <a:rPr sz="32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66"/>
                </a:solidFill>
                <a:latin typeface="Verdana"/>
                <a:cs typeface="Verdana"/>
              </a:rPr>
              <a:t>of </a:t>
            </a:r>
            <a:r>
              <a:rPr sz="3200" b="1" spc="-5" dirty="0">
                <a:solidFill>
                  <a:srgbClr val="FF0066"/>
                </a:solidFill>
                <a:latin typeface="Verdana"/>
                <a:cs typeface="Verdana"/>
              </a:rPr>
              <a:t>development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5189" y="489838"/>
            <a:ext cx="8444865" cy="1266190"/>
            <a:chOff x="361188" y="489838"/>
            <a:chExt cx="8444865" cy="1266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188" y="524255"/>
              <a:ext cx="8444484" cy="12313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468" y="1284731"/>
              <a:ext cx="7773924" cy="1158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8437" y="684403"/>
            <a:ext cx="7740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Emotional</a:t>
            </a:r>
            <a:r>
              <a:rPr sz="4400" u="sng" spc="-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Development:</a:t>
            </a:r>
            <a:endParaRPr sz="4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400" y="1541146"/>
            <a:ext cx="8862009" cy="3374001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spcBef>
                <a:spcPts val="8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Fears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dark.</a:t>
            </a:r>
            <a:endParaRPr sz="3200" dirty="0">
              <a:latin typeface="Verdana"/>
              <a:cs typeface="Verdana"/>
            </a:endParaRPr>
          </a:p>
          <a:p>
            <a:pPr marL="355600" marR="925830" indent="-343535">
              <a:spcBef>
                <a:spcPts val="76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Tends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5" dirty="0">
                <a:solidFill>
                  <a:srgbClr val="006699"/>
                </a:solidFill>
                <a:latin typeface="Verdana"/>
                <a:cs typeface="Verdana"/>
              </a:rPr>
              <a:t>be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impatient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and </a:t>
            </a:r>
            <a:r>
              <a:rPr sz="3200" b="1" spc="-107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selfish</a:t>
            </a:r>
            <a:endParaRPr sz="3200" dirty="0">
              <a:latin typeface="Verdana"/>
              <a:cs typeface="Verdana"/>
            </a:endParaRPr>
          </a:p>
          <a:p>
            <a:pPr marL="355600" marR="5080" indent="-343535">
              <a:spcBef>
                <a:spcPts val="770"/>
              </a:spcBef>
              <a:buFont typeface="Verdana"/>
              <a:buChar char="•"/>
              <a:tabLst>
                <a:tab pos="356235" algn="l"/>
                <a:tab pos="285432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Expresses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aggression through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physical</a:t>
            </a:r>
            <a:r>
              <a:rPr sz="32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&amp;	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verbal</a:t>
            </a:r>
            <a:r>
              <a:rPr sz="320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behaviors.</a:t>
            </a:r>
            <a:endParaRPr sz="3200" dirty="0">
              <a:latin typeface="Verdana"/>
              <a:cs typeface="Verdana"/>
            </a:endParaRPr>
          </a:p>
          <a:p>
            <a:pPr marL="355600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Shows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signs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jealousy.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9523" y="826382"/>
            <a:ext cx="4801910" cy="5859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8202" y="684403"/>
            <a:ext cx="4878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0" spc="-5" dirty="0">
                <a:solidFill>
                  <a:srgbClr val="006666"/>
                </a:solidFill>
              </a:rPr>
              <a:t>Health</a:t>
            </a:r>
            <a:r>
              <a:rPr sz="4400" b="0" spc="-65" dirty="0">
                <a:solidFill>
                  <a:srgbClr val="006666"/>
                </a:solidFill>
              </a:rPr>
              <a:t> </a:t>
            </a:r>
            <a:r>
              <a:rPr sz="4400" b="0" dirty="0">
                <a:solidFill>
                  <a:srgbClr val="006666"/>
                </a:solidFill>
              </a:rPr>
              <a:t>protection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3120" y="1531654"/>
            <a:ext cx="7117715" cy="3193823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3535">
              <a:spcBef>
                <a:spcPts val="88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Boosters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of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vaccinations</a:t>
            </a:r>
            <a:endParaRPr sz="3200" dirty="0">
              <a:latin typeface="Verdana"/>
              <a:cs typeface="Verdana"/>
            </a:endParaRPr>
          </a:p>
          <a:p>
            <a:pPr marL="286385" marR="546100" lvl="1" indent="-287020" algn="r">
              <a:spcBef>
                <a:spcPts val="675"/>
              </a:spcBef>
              <a:buFont typeface="Verdana"/>
              <a:buChar char="–"/>
              <a:tabLst>
                <a:tab pos="287020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Given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between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4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6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years</a:t>
            </a:r>
            <a:endParaRPr sz="2800" dirty="0">
              <a:latin typeface="Verdana"/>
              <a:cs typeface="Verdana"/>
            </a:endParaRPr>
          </a:p>
          <a:p>
            <a:pPr marL="355600" marR="600710" indent="-356235" algn="r">
              <a:spcBef>
                <a:spcPts val="76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Annual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health</a:t>
            </a:r>
            <a:r>
              <a:rPr sz="32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examination</a:t>
            </a:r>
            <a:endParaRPr sz="3200" dirty="0">
              <a:latin typeface="Verdana"/>
              <a:cs typeface="Verdana"/>
            </a:endParaRPr>
          </a:p>
          <a:p>
            <a:pPr marL="756285" marR="5080" lvl="1" indent="-287020">
              <a:spcBef>
                <a:spcPts val="675"/>
              </a:spcBef>
              <a:buFont typeface="Verdana"/>
              <a:buChar char="–"/>
              <a:tabLst>
                <a:tab pos="75692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Monitors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child’s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growth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development</a:t>
            </a:r>
            <a:endParaRPr sz="2800" dirty="0">
              <a:latin typeface="Verdana"/>
              <a:cs typeface="Verdana"/>
            </a:endParaRPr>
          </a:p>
          <a:p>
            <a:pPr marL="756285" lvl="1" indent="-287020">
              <a:spcBef>
                <a:spcPts val="675"/>
              </a:spcBef>
              <a:buFont typeface="Verdana"/>
              <a:buChar char="–"/>
              <a:tabLst>
                <a:tab pos="75692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Screens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 health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problems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059" y="524256"/>
            <a:ext cx="8209788" cy="12313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5784" y="684403"/>
            <a:ext cx="75114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0" spc="-5" dirty="0">
                <a:solidFill>
                  <a:srgbClr val="006666"/>
                </a:solidFill>
              </a:rPr>
              <a:t>Topics</a:t>
            </a:r>
            <a:r>
              <a:rPr sz="4400" b="0" spc="-15" dirty="0">
                <a:solidFill>
                  <a:srgbClr val="006666"/>
                </a:solidFill>
              </a:rPr>
              <a:t> </a:t>
            </a:r>
            <a:r>
              <a:rPr sz="4400" b="0" dirty="0">
                <a:solidFill>
                  <a:srgbClr val="006666"/>
                </a:solidFill>
              </a:rPr>
              <a:t>for</a:t>
            </a:r>
            <a:r>
              <a:rPr sz="4400" b="0" spc="-10" dirty="0">
                <a:solidFill>
                  <a:srgbClr val="006666"/>
                </a:solidFill>
              </a:rPr>
              <a:t> </a:t>
            </a:r>
            <a:r>
              <a:rPr sz="4400" b="0" spc="-5" dirty="0">
                <a:solidFill>
                  <a:srgbClr val="006666"/>
                </a:solidFill>
              </a:rPr>
              <a:t>Family Teaching</a:t>
            </a:r>
            <a:endParaRPr sz="4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400" y="1755646"/>
            <a:ext cx="6635623" cy="417422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spcBef>
                <a:spcPts val="8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Bathing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Dental</a:t>
            </a:r>
            <a:r>
              <a:rPr sz="32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care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Dressing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Toileting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Sleep</a:t>
            </a:r>
            <a:r>
              <a:rPr sz="32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needs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7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Accident</a:t>
            </a:r>
            <a:r>
              <a:rPr sz="3200" b="1" spc="-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prevention</a:t>
            </a:r>
            <a:endParaRPr sz="3200" dirty="0">
              <a:latin typeface="Verdana"/>
              <a:cs typeface="Verdana"/>
            </a:endParaRPr>
          </a:p>
          <a:p>
            <a:pPr marL="355600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Infection</a:t>
            </a:r>
            <a:r>
              <a:rPr sz="3200" b="1" spc="-6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prevention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97942"/>
            <a:ext cx="8402320" cy="1670685"/>
            <a:chOff x="473963" y="51815"/>
            <a:chExt cx="8402320" cy="1670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963" y="51815"/>
              <a:ext cx="8401812" cy="11216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1080" y="600456"/>
              <a:ext cx="7123176" cy="11216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65856" y="363264"/>
            <a:ext cx="10124777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560070" marR="5080" indent="-547370">
              <a:lnSpc>
                <a:spcPts val="4320"/>
              </a:lnSpc>
              <a:spcBef>
                <a:spcPts val="640"/>
              </a:spcBef>
            </a:pPr>
            <a:r>
              <a:rPr sz="4000" b="0" spc="-15" dirty="0">
                <a:solidFill>
                  <a:srgbClr val="006666"/>
                </a:solidFill>
              </a:rPr>
              <a:t>Topics</a:t>
            </a:r>
            <a:r>
              <a:rPr sz="4000" b="0" spc="5" dirty="0">
                <a:solidFill>
                  <a:srgbClr val="006666"/>
                </a:solidFill>
              </a:rPr>
              <a:t> </a:t>
            </a:r>
            <a:r>
              <a:rPr sz="4000" b="0" spc="-5" dirty="0">
                <a:solidFill>
                  <a:srgbClr val="006666"/>
                </a:solidFill>
              </a:rPr>
              <a:t>of </a:t>
            </a:r>
            <a:r>
              <a:rPr sz="4000" b="0" spc="-10" dirty="0">
                <a:solidFill>
                  <a:srgbClr val="006666"/>
                </a:solidFill>
              </a:rPr>
              <a:t>Teaching</a:t>
            </a:r>
            <a:r>
              <a:rPr sz="4000" b="0" spc="50" dirty="0">
                <a:solidFill>
                  <a:srgbClr val="006666"/>
                </a:solidFill>
              </a:rPr>
              <a:t> </a:t>
            </a:r>
            <a:r>
              <a:rPr sz="4000" b="0" spc="-5" dirty="0">
                <a:solidFill>
                  <a:srgbClr val="006666"/>
                </a:solidFill>
              </a:rPr>
              <a:t>to </a:t>
            </a:r>
            <a:r>
              <a:rPr sz="4000" b="0" spc="-10" dirty="0">
                <a:solidFill>
                  <a:srgbClr val="006666"/>
                </a:solidFill>
              </a:rPr>
              <a:t>Prevent </a:t>
            </a:r>
            <a:r>
              <a:rPr sz="4000" b="0" spc="-1390" dirty="0">
                <a:solidFill>
                  <a:srgbClr val="006666"/>
                </a:solidFill>
              </a:rPr>
              <a:t> </a:t>
            </a:r>
            <a:r>
              <a:rPr sz="4000" b="0" spc="-5" dirty="0">
                <a:solidFill>
                  <a:srgbClr val="006666"/>
                </a:solidFill>
              </a:rPr>
              <a:t>Accidents</a:t>
            </a:r>
            <a:r>
              <a:rPr sz="4000" b="0" spc="30" dirty="0">
                <a:solidFill>
                  <a:srgbClr val="006666"/>
                </a:solidFill>
              </a:rPr>
              <a:t> </a:t>
            </a:r>
            <a:r>
              <a:rPr sz="4000" b="0" spc="-15" dirty="0">
                <a:solidFill>
                  <a:srgbClr val="006666"/>
                </a:solidFill>
              </a:rPr>
              <a:t>in</a:t>
            </a:r>
            <a:r>
              <a:rPr sz="4000" b="0" spc="-10" dirty="0">
                <a:solidFill>
                  <a:srgbClr val="006666"/>
                </a:solidFill>
              </a:rPr>
              <a:t> </a:t>
            </a:r>
            <a:r>
              <a:rPr sz="4000" b="0" spc="-5" dirty="0">
                <a:solidFill>
                  <a:srgbClr val="006666"/>
                </a:solidFill>
              </a:rPr>
              <a:t>Preschoolers</a:t>
            </a:r>
            <a:endParaRPr sz="40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65857" y="1600200"/>
            <a:ext cx="8816192" cy="357918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900">
              <a:spcBef>
                <a:spcPts val="8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Seat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belt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use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Wearing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bicycle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safety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helmets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Practicing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street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safety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70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Stranger</a:t>
            </a:r>
            <a:r>
              <a:rPr sz="3200" b="1" spc="-6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danger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6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Fire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drills</a:t>
            </a:r>
            <a:endParaRPr sz="3200" dirty="0">
              <a:latin typeface="Verdana"/>
              <a:cs typeface="Verdana"/>
            </a:endParaRPr>
          </a:p>
          <a:p>
            <a:pPr marL="354965" indent="-342900">
              <a:spcBef>
                <a:spcPts val="775"/>
              </a:spcBef>
              <a:buFont typeface="Verdana"/>
              <a:buChar char="•"/>
              <a:tabLst>
                <a:tab pos="3556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Swimming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safety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5000" y="363264"/>
            <a:ext cx="10124777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45160" marR="5080" indent="-633095">
              <a:lnSpc>
                <a:spcPts val="4320"/>
              </a:lnSpc>
              <a:spcBef>
                <a:spcPts val="640"/>
              </a:spcBef>
            </a:pPr>
            <a:r>
              <a:rPr sz="4000" b="0" spc="-15" dirty="0">
                <a:solidFill>
                  <a:srgbClr val="006666"/>
                </a:solidFill>
              </a:rPr>
              <a:t>Topics</a:t>
            </a:r>
            <a:r>
              <a:rPr sz="4000" b="0" spc="5" dirty="0">
                <a:solidFill>
                  <a:srgbClr val="006666"/>
                </a:solidFill>
              </a:rPr>
              <a:t> </a:t>
            </a:r>
            <a:r>
              <a:rPr sz="4000" b="0" spc="-5" dirty="0">
                <a:solidFill>
                  <a:srgbClr val="006666"/>
                </a:solidFill>
              </a:rPr>
              <a:t>of </a:t>
            </a:r>
            <a:r>
              <a:rPr sz="4000" b="0" spc="-10" dirty="0">
                <a:solidFill>
                  <a:srgbClr val="006666"/>
                </a:solidFill>
              </a:rPr>
              <a:t>Teaching</a:t>
            </a:r>
            <a:r>
              <a:rPr sz="4000" b="0" spc="50" dirty="0">
                <a:solidFill>
                  <a:srgbClr val="006666"/>
                </a:solidFill>
              </a:rPr>
              <a:t> </a:t>
            </a:r>
            <a:r>
              <a:rPr sz="4000" b="0" spc="-5" dirty="0">
                <a:solidFill>
                  <a:srgbClr val="006666"/>
                </a:solidFill>
              </a:rPr>
              <a:t>to </a:t>
            </a:r>
            <a:r>
              <a:rPr sz="4000" b="0" spc="-10" dirty="0">
                <a:solidFill>
                  <a:srgbClr val="006666"/>
                </a:solidFill>
              </a:rPr>
              <a:t>Prevent </a:t>
            </a:r>
            <a:r>
              <a:rPr sz="4000" b="0" spc="-1390" dirty="0">
                <a:solidFill>
                  <a:srgbClr val="006666"/>
                </a:solidFill>
              </a:rPr>
              <a:t> </a:t>
            </a:r>
            <a:r>
              <a:rPr sz="4000" b="0" spc="-10" dirty="0">
                <a:solidFill>
                  <a:srgbClr val="006666"/>
                </a:solidFill>
              </a:rPr>
              <a:t>Infection</a:t>
            </a:r>
            <a:r>
              <a:rPr sz="4000" b="0" spc="55" dirty="0">
                <a:solidFill>
                  <a:srgbClr val="006666"/>
                </a:solidFill>
              </a:rPr>
              <a:t> </a:t>
            </a:r>
            <a:r>
              <a:rPr sz="4000" b="0" spc="-15" dirty="0">
                <a:solidFill>
                  <a:srgbClr val="006666"/>
                </a:solidFill>
              </a:rPr>
              <a:t>in</a:t>
            </a:r>
            <a:r>
              <a:rPr sz="4000" b="0" spc="-5" dirty="0">
                <a:solidFill>
                  <a:srgbClr val="006666"/>
                </a:solidFill>
              </a:rPr>
              <a:t> Preschoolers</a:t>
            </a:r>
            <a:endParaRPr sz="40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9941" y="1630502"/>
            <a:ext cx="7757159" cy="43633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6525" indent="-343535">
              <a:spcBef>
                <a:spcPts val="10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Covering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mouth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when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coughing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or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sneezing</a:t>
            </a:r>
            <a:endParaRPr sz="3200" dirty="0">
              <a:latin typeface="Verdana"/>
              <a:cs typeface="Verdana"/>
            </a:endParaRPr>
          </a:p>
          <a:p>
            <a:pPr marL="355600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Disposing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of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tissues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properly</a:t>
            </a:r>
            <a:endParaRPr sz="3200" dirty="0">
              <a:latin typeface="Verdana"/>
              <a:cs typeface="Verdana"/>
            </a:endParaRPr>
          </a:p>
          <a:p>
            <a:pPr marL="355600" marR="885190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Correctly wiping after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bowel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movements</a:t>
            </a:r>
            <a:endParaRPr sz="3200" dirty="0">
              <a:latin typeface="Verdana"/>
              <a:cs typeface="Verdana"/>
            </a:endParaRPr>
          </a:p>
          <a:p>
            <a:pPr marL="355600" indent="-343535">
              <a:spcBef>
                <a:spcPts val="770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Good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hand</a:t>
            </a:r>
            <a:r>
              <a:rPr sz="32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washing</a:t>
            </a:r>
            <a:endParaRPr sz="3200" dirty="0">
              <a:latin typeface="Verdana"/>
              <a:cs typeface="Verdana"/>
            </a:endParaRPr>
          </a:p>
          <a:p>
            <a:pPr marL="355600" marR="5080" indent="-343535">
              <a:spcBef>
                <a:spcPts val="765"/>
              </a:spcBef>
              <a:buFont typeface="Verdana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Not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 sharing cups,</a:t>
            </a:r>
            <a:r>
              <a:rPr sz="32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utensils,</a:t>
            </a:r>
            <a:r>
              <a:rPr sz="32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food,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or toothbrushes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3136" y="489838"/>
            <a:ext cx="6230620" cy="1266190"/>
            <a:chOff x="1469136" y="489838"/>
            <a:chExt cx="6230620" cy="1266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136" y="524255"/>
              <a:ext cx="6230112" cy="12313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4415" y="1284731"/>
              <a:ext cx="5559552" cy="1158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25115" y="684403"/>
            <a:ext cx="55264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Health</a:t>
            </a:r>
            <a:r>
              <a:rPr sz="4400" u="sng" spc="-7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promotion</a:t>
            </a:r>
            <a:endParaRPr sz="4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19200" y="1541146"/>
            <a:ext cx="8292847" cy="409075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spcBef>
                <a:spcPts val="775"/>
              </a:spcBef>
              <a:buFont typeface="Verdana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Sleep</a:t>
            </a:r>
            <a:r>
              <a:rPr sz="28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pattern:</a:t>
            </a:r>
            <a:endParaRPr sz="2800" dirty="0">
              <a:latin typeface="Verdana"/>
              <a:cs typeface="Verdana"/>
            </a:endParaRPr>
          </a:p>
          <a:p>
            <a:pPr marL="379730">
              <a:spcBef>
                <a:spcPts val="670"/>
              </a:spcBef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toddlers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needs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12hrs/day</a:t>
            </a:r>
            <a:endParaRPr sz="2800" dirty="0">
              <a:latin typeface="Verdana"/>
              <a:cs typeface="Verdana"/>
            </a:endParaRPr>
          </a:p>
          <a:p>
            <a:pPr>
              <a:spcBef>
                <a:spcPts val="25"/>
              </a:spcBef>
            </a:pPr>
            <a:endParaRPr sz="3300" dirty="0">
              <a:latin typeface="Verdana"/>
              <a:cs typeface="Verdana"/>
            </a:endParaRPr>
          </a:p>
          <a:p>
            <a:pPr marL="256540" marR="738505" indent="-243840">
              <a:lnSpc>
                <a:spcPct val="120000"/>
              </a:lnSpc>
              <a:buClr>
                <a:srgbClr val="006699"/>
              </a:buClr>
              <a:buFont typeface="Verdana"/>
              <a:buChar char="•"/>
              <a:tabLst>
                <a:tab pos="355600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Nutrition</a:t>
            </a:r>
            <a:r>
              <a:rPr sz="2800" b="1" spc="94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requirement: 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Daily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caloric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requirements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is</a:t>
            </a:r>
            <a:endParaRPr sz="2800" dirty="0">
              <a:latin typeface="Verdana"/>
              <a:cs typeface="Verdana"/>
            </a:endParaRPr>
          </a:p>
          <a:p>
            <a:pPr marL="355600"/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90kcal/kg,about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1,800kcal/day</a:t>
            </a:r>
            <a:endParaRPr sz="2800" dirty="0">
              <a:latin typeface="Verdana"/>
              <a:cs typeface="Verdana"/>
            </a:endParaRPr>
          </a:p>
          <a:p>
            <a:pPr marL="355600" indent="-342900">
              <a:spcBef>
                <a:spcPts val="675"/>
              </a:spcBef>
              <a:buFont typeface="Verdana"/>
              <a:buChar char="•"/>
              <a:tabLst>
                <a:tab pos="355600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Dental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health:</a:t>
            </a:r>
            <a:endParaRPr sz="2800" dirty="0">
              <a:latin typeface="Verdana"/>
              <a:cs typeface="Verdana"/>
            </a:endParaRPr>
          </a:p>
          <a:p>
            <a:pPr marL="256540">
              <a:spcBef>
                <a:spcPts val="670"/>
              </a:spcBef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teeth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brushing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flossing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7172" y="489838"/>
            <a:ext cx="8700770" cy="1266190"/>
            <a:chOff x="233172" y="489838"/>
            <a:chExt cx="8700770" cy="1266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2" y="524255"/>
              <a:ext cx="8700516" cy="12313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452" y="1284731"/>
              <a:ext cx="8029956" cy="1158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0419" y="684403"/>
            <a:ext cx="79933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Selected</a:t>
            </a:r>
            <a:r>
              <a:rPr sz="4400" u="sng" spc="-5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health</a:t>
            </a:r>
            <a:r>
              <a:rPr sz="4400" u="sng" spc="-3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 </a:t>
            </a:r>
            <a:r>
              <a:rPr sz="4400" u="sng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</a:rPr>
              <a:t>problems</a:t>
            </a:r>
            <a:endParaRPr sz="4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29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19200" y="1541146"/>
            <a:ext cx="6327394" cy="4166638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spcBef>
                <a:spcPts val="870"/>
              </a:spcBef>
            </a:pP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Fears</a:t>
            </a:r>
            <a:endParaRPr sz="3200" dirty="0">
              <a:latin typeface="Verdana"/>
              <a:cs typeface="Verdana"/>
            </a:endParaRPr>
          </a:p>
          <a:p>
            <a:pPr marL="12700">
              <a:spcBef>
                <a:spcPts val="765"/>
              </a:spcBef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Common</a:t>
            </a:r>
            <a:r>
              <a:rPr sz="3200" b="1" spc="-5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Fears:</a:t>
            </a:r>
            <a:endParaRPr sz="3200" dirty="0">
              <a:latin typeface="Verdana"/>
              <a:cs typeface="Verdana"/>
            </a:endParaRPr>
          </a:p>
          <a:p>
            <a:pPr marL="901065" indent="-889000">
              <a:spcBef>
                <a:spcPts val="770"/>
              </a:spcBef>
              <a:buAutoNum type="arabicPeriod"/>
              <a:tabLst>
                <a:tab pos="901065" algn="l"/>
                <a:tab pos="9017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Darkness</a:t>
            </a:r>
            <a:endParaRPr sz="3200" dirty="0">
              <a:latin typeface="Verdana"/>
              <a:cs typeface="Verdana"/>
            </a:endParaRPr>
          </a:p>
          <a:p>
            <a:pPr marL="901065" indent="-889000">
              <a:spcBef>
                <a:spcPts val="770"/>
              </a:spcBef>
              <a:buAutoNum type="arabicPeriod"/>
              <a:tabLst>
                <a:tab pos="901065" algn="l"/>
                <a:tab pos="9017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Being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left</a:t>
            </a:r>
            <a:r>
              <a:rPr sz="32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alone</a:t>
            </a:r>
            <a:endParaRPr sz="3200" dirty="0">
              <a:latin typeface="Verdana"/>
              <a:cs typeface="Verdana"/>
            </a:endParaRPr>
          </a:p>
          <a:p>
            <a:pPr marL="901065" indent="-889000">
              <a:spcBef>
                <a:spcPts val="765"/>
              </a:spcBef>
              <a:buAutoNum type="arabicPeriod"/>
              <a:tabLst>
                <a:tab pos="901065" algn="l"/>
                <a:tab pos="901700" algn="l"/>
              </a:tabLst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Animals</a:t>
            </a:r>
            <a:endParaRPr sz="3200" dirty="0">
              <a:latin typeface="Verdana"/>
              <a:cs typeface="Verdana"/>
            </a:endParaRPr>
          </a:p>
          <a:p>
            <a:pPr marL="901065" indent="-889000">
              <a:spcBef>
                <a:spcPts val="775"/>
              </a:spcBef>
              <a:buClr>
                <a:srgbClr val="006699"/>
              </a:buClr>
              <a:buAutoNum type="arabicPeriod"/>
              <a:tabLst>
                <a:tab pos="901065" algn="l"/>
                <a:tab pos="901700" algn="l"/>
              </a:tabLst>
            </a:pPr>
            <a:r>
              <a:rPr sz="3200" b="1" spc="-5" dirty="0">
                <a:solidFill>
                  <a:srgbClr val="FF0066"/>
                </a:solidFill>
                <a:latin typeface="Verdana"/>
                <a:cs typeface="Verdana"/>
              </a:rPr>
              <a:t>Body</a:t>
            </a:r>
            <a:r>
              <a:rPr sz="32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FF0066"/>
                </a:solidFill>
                <a:latin typeface="Verdana"/>
                <a:cs typeface="Verdana"/>
              </a:rPr>
              <a:t>mutilation</a:t>
            </a:r>
            <a:endParaRPr sz="3200" dirty="0">
              <a:latin typeface="Verdana"/>
              <a:cs typeface="Verdana"/>
            </a:endParaRPr>
          </a:p>
          <a:p>
            <a:pPr marL="901065" indent="-889000">
              <a:spcBef>
                <a:spcPts val="765"/>
              </a:spcBef>
              <a:buAutoNum type="arabicPeriod"/>
              <a:tabLst>
                <a:tab pos="901065" algn="l"/>
                <a:tab pos="901700" algn="l"/>
              </a:tabLst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Pain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609600"/>
            <a:ext cx="8957895" cy="528628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spcBef>
                <a:spcPts val="385"/>
              </a:spcBef>
              <a:tabLst>
                <a:tab pos="843280" algn="l"/>
              </a:tabLst>
            </a:pPr>
            <a:r>
              <a:rPr sz="24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Sex	Education</a:t>
            </a:r>
            <a:endParaRPr sz="2400" dirty="0">
              <a:latin typeface="Verdana"/>
              <a:cs typeface="Verdana"/>
            </a:endParaRPr>
          </a:p>
          <a:p>
            <a:pPr marL="355600" marR="100330" indent="-343535">
              <a:lnSpc>
                <a:spcPts val="2590"/>
              </a:lnSpc>
              <a:spcBef>
                <a:spcPts val="615"/>
              </a:spcBef>
              <a:buFont typeface="Verdana"/>
              <a:buChar char="•"/>
              <a:tabLst>
                <a:tab pos="354965" algn="l"/>
                <a:tab pos="356235" algn="l"/>
              </a:tabLst>
            </a:pP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They</a:t>
            </a:r>
            <a:r>
              <a:rPr sz="24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are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acutely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aware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 of</a:t>
            </a:r>
            <a:r>
              <a:rPr sz="24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their</a:t>
            </a:r>
            <a:r>
              <a:rPr sz="24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sexuality, </a:t>
            </a:r>
            <a:r>
              <a:rPr sz="2400" b="1" spc="-80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including</a:t>
            </a:r>
            <a:r>
              <a:rPr sz="24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sexual roles</a:t>
            </a:r>
            <a:r>
              <a:rPr sz="24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99"/>
                </a:solidFill>
                <a:latin typeface="Verdana"/>
                <a:cs typeface="Verdana"/>
              </a:rPr>
              <a:t>organs</a:t>
            </a:r>
            <a:endParaRPr sz="2400" dirty="0">
              <a:latin typeface="Verdana"/>
              <a:cs typeface="Verdana"/>
            </a:endParaRPr>
          </a:p>
          <a:p>
            <a:pPr marL="355600" marR="5080" indent="-343535">
              <a:lnSpc>
                <a:spcPts val="2590"/>
              </a:lnSpc>
              <a:spcBef>
                <a:spcPts val="585"/>
              </a:spcBef>
              <a:buFont typeface="Verdana"/>
              <a:buChar char="•"/>
              <a:tabLst>
                <a:tab pos="354965" algn="l"/>
                <a:tab pos="356235" algn="l"/>
              </a:tabLst>
            </a:pP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They</a:t>
            </a:r>
            <a:r>
              <a:rPr sz="2400" b="1" spc="9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generally</a:t>
            </a:r>
            <a:r>
              <a:rPr sz="2400" b="1" spc="1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develop</a:t>
            </a:r>
            <a:r>
              <a:rPr sz="2400" b="1" spc="10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a</a:t>
            </a:r>
            <a:r>
              <a:rPr sz="2400" b="1" spc="8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99"/>
                </a:solidFill>
                <a:latin typeface="Verdana"/>
                <a:cs typeface="Verdana"/>
              </a:rPr>
              <a:t>strong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 emotional attachment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to the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parent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of the </a:t>
            </a:r>
            <a:r>
              <a:rPr sz="2400" b="1" spc="-8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opposite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sex</a:t>
            </a:r>
            <a:endParaRPr sz="2400" dirty="0">
              <a:latin typeface="Verdana"/>
              <a:cs typeface="Verdana"/>
            </a:endParaRPr>
          </a:p>
          <a:p>
            <a:pPr marL="355600" marR="653415" indent="-343535">
              <a:lnSpc>
                <a:spcPct val="90000"/>
              </a:lnSpc>
              <a:spcBef>
                <a:spcPts val="540"/>
              </a:spcBef>
              <a:buFont typeface="Verdana"/>
              <a:buChar char="•"/>
              <a:tabLst>
                <a:tab pos="354965" algn="l"/>
                <a:tab pos="356235" algn="l"/>
              </a:tabLst>
            </a:pP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Curiosity about sex may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make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parents </a:t>
            </a:r>
            <a:r>
              <a:rPr sz="2400" b="1" spc="-8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uncomfortable</a:t>
            </a:r>
            <a:r>
              <a:rPr sz="24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 induce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negative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responses</a:t>
            </a:r>
            <a:endParaRPr sz="2400" dirty="0">
              <a:latin typeface="Verdana"/>
              <a:cs typeface="Verdana"/>
            </a:endParaRPr>
          </a:p>
          <a:p>
            <a:pPr marL="355600" marR="519430" indent="-343535">
              <a:lnSpc>
                <a:spcPts val="2590"/>
              </a:lnSpc>
              <a:spcBef>
                <a:spcPts val="620"/>
              </a:spcBef>
              <a:buFont typeface="Verdana"/>
              <a:buChar char="•"/>
              <a:tabLst>
                <a:tab pos="354965" algn="l"/>
                <a:tab pos="356235" algn="l"/>
              </a:tabLst>
            </a:pP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The caregiver </a:t>
            </a:r>
            <a:r>
              <a:rPr sz="2400" b="1" spc="-10" dirty="0">
                <a:solidFill>
                  <a:srgbClr val="006699"/>
                </a:solidFill>
                <a:latin typeface="Verdana"/>
                <a:cs typeface="Verdana"/>
              </a:rPr>
              <a:t>should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teach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responsible </a:t>
            </a:r>
            <a:r>
              <a:rPr sz="2400" b="1" spc="-8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sexual information</a:t>
            </a:r>
            <a:endParaRPr sz="2400" dirty="0">
              <a:latin typeface="Verdana"/>
              <a:cs typeface="Verdana"/>
            </a:endParaRPr>
          </a:p>
          <a:p>
            <a:pPr marL="355600" marR="420370" indent="-343535">
              <a:lnSpc>
                <a:spcPts val="2590"/>
              </a:lnSpc>
              <a:spcBef>
                <a:spcPts val="580"/>
              </a:spcBef>
              <a:buFont typeface="Verdana"/>
              <a:buChar char="•"/>
              <a:tabLst>
                <a:tab pos="354965" algn="l"/>
                <a:tab pos="356235" algn="l"/>
              </a:tabLst>
            </a:pP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Before answering ,understand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what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the </a:t>
            </a:r>
            <a:r>
              <a:rPr sz="2400" b="1" spc="-8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99"/>
                </a:solidFill>
                <a:latin typeface="Verdana"/>
                <a:cs typeface="Verdana"/>
              </a:rPr>
              <a:t>child</a:t>
            </a:r>
            <a:r>
              <a:rPr sz="24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99"/>
                </a:solidFill>
                <a:latin typeface="Verdana"/>
                <a:cs typeface="Verdana"/>
              </a:rPr>
              <a:t>is</a:t>
            </a:r>
            <a:r>
              <a:rPr sz="24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Verdana"/>
                <a:cs typeface="Verdana"/>
              </a:rPr>
              <a:t>asking</a:t>
            </a:r>
            <a:endParaRPr sz="2400" dirty="0">
              <a:latin typeface="Verdana"/>
              <a:cs typeface="Verdana"/>
            </a:endParaRPr>
          </a:p>
          <a:p>
            <a:pPr marL="355600" marR="1016000" indent="-343535">
              <a:lnSpc>
                <a:spcPts val="2590"/>
              </a:lnSpc>
              <a:spcBef>
                <a:spcPts val="580"/>
              </a:spcBef>
              <a:buFont typeface="Verdana"/>
              <a:buChar char="•"/>
              <a:tabLst>
                <a:tab pos="354965" algn="l"/>
                <a:tab pos="356235" algn="l"/>
              </a:tabLst>
            </a:pPr>
            <a:r>
              <a:rPr sz="2400" b="1" spc="-5" dirty="0">
                <a:solidFill>
                  <a:srgbClr val="FF0066"/>
                </a:solidFill>
                <a:latin typeface="Verdana"/>
                <a:cs typeface="Verdana"/>
              </a:rPr>
              <a:t>The</a:t>
            </a:r>
            <a:r>
              <a:rPr sz="24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FF0066"/>
                </a:solidFill>
                <a:latin typeface="Verdana"/>
                <a:cs typeface="Verdana"/>
              </a:rPr>
              <a:t>caregiver</a:t>
            </a:r>
            <a:r>
              <a:rPr sz="24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FF0066"/>
                </a:solidFill>
                <a:latin typeface="Verdana"/>
                <a:cs typeface="Verdana"/>
              </a:rPr>
              <a:t>should</a:t>
            </a:r>
            <a:r>
              <a:rPr sz="2400" b="1" spc="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0066"/>
                </a:solidFill>
                <a:latin typeface="Verdana"/>
                <a:cs typeface="Verdana"/>
              </a:rPr>
              <a:t>teach</a:t>
            </a:r>
            <a:r>
              <a:rPr sz="2400" b="1" spc="-2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0066"/>
                </a:solidFill>
                <a:latin typeface="Verdana"/>
                <a:cs typeface="Verdana"/>
              </a:rPr>
              <a:t>the</a:t>
            </a:r>
            <a:r>
              <a:rPr sz="24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FF0066"/>
                </a:solidFill>
                <a:latin typeface="Verdana"/>
                <a:cs typeface="Verdana"/>
              </a:rPr>
              <a:t>child </a:t>
            </a:r>
            <a:r>
              <a:rPr sz="2400" b="1" spc="-80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FF0066"/>
                </a:solidFill>
                <a:latin typeface="Verdana"/>
                <a:cs typeface="Verdana"/>
              </a:rPr>
              <a:t>“good</a:t>
            </a:r>
            <a:r>
              <a:rPr sz="2400" b="1" spc="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FF0066"/>
                </a:solidFill>
                <a:latin typeface="Verdana"/>
                <a:cs typeface="Verdana"/>
              </a:rPr>
              <a:t>touch”</a:t>
            </a:r>
            <a:r>
              <a:rPr sz="2400" b="1" dirty="0">
                <a:solidFill>
                  <a:srgbClr val="FF0066"/>
                </a:solidFill>
                <a:latin typeface="Verdana"/>
                <a:cs typeface="Verdana"/>
              </a:rPr>
              <a:t> and </a:t>
            </a:r>
            <a:r>
              <a:rPr sz="2400" b="1" spc="-5" dirty="0">
                <a:solidFill>
                  <a:srgbClr val="FF0066"/>
                </a:solidFill>
                <a:latin typeface="Verdana"/>
                <a:cs typeface="Verdana"/>
              </a:rPr>
              <a:t>“bad</a:t>
            </a:r>
            <a:r>
              <a:rPr sz="2400" b="1" spc="-10" dirty="0">
                <a:solidFill>
                  <a:srgbClr val="FF0066"/>
                </a:solidFill>
                <a:latin typeface="Verdana"/>
                <a:cs typeface="Verdana"/>
              </a:rPr>
              <a:t> touch”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17684" y="6290386"/>
            <a:ext cx="21462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40" dirty="0">
                <a:solidFill>
                  <a:srgbClr val="006699"/>
                </a:solidFill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1143000"/>
            <a:ext cx="9525000" cy="3368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23570" indent="-343535">
              <a:spcBef>
                <a:spcPts val="105"/>
              </a:spcBef>
            </a:pP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Dysfunction </a:t>
            </a:r>
            <a:r>
              <a:rPr sz="3200" b="1" u="sng" spc="-1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of </a:t>
            </a: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bowel </a:t>
            </a:r>
            <a:r>
              <a:rPr sz="3200" b="1" u="sng" spc="-1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and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bladder</a:t>
            </a:r>
            <a:r>
              <a:rPr sz="3200" b="1" u="sng" spc="-1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 </a:t>
            </a: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control</a:t>
            </a:r>
            <a:endParaRPr sz="3200" dirty="0">
              <a:latin typeface="Verdana"/>
              <a:cs typeface="Verdana"/>
            </a:endParaRPr>
          </a:p>
          <a:p>
            <a:pPr marL="572135">
              <a:spcBef>
                <a:spcPts val="770"/>
              </a:spcBef>
            </a:pP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-</a:t>
            </a:r>
            <a:r>
              <a:rPr sz="32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daytime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control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by</a:t>
            </a:r>
            <a:r>
              <a:rPr sz="32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4</a:t>
            </a:r>
            <a:endParaRPr sz="3200" dirty="0">
              <a:latin typeface="Verdana"/>
              <a:cs typeface="Verdana"/>
            </a:endParaRPr>
          </a:p>
          <a:p>
            <a:pPr marL="850900" marR="5080" indent="-279400">
              <a:lnSpc>
                <a:spcPts val="4610"/>
              </a:lnSpc>
              <a:spcBef>
                <a:spcPts val="275"/>
              </a:spcBef>
            </a:pP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-day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and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night control for </a:t>
            </a:r>
            <a:r>
              <a:rPr sz="3200" b="1" spc="-10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bladder</a:t>
            </a:r>
            <a:r>
              <a:rPr sz="320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320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6699"/>
                </a:solidFill>
                <a:latin typeface="Verdana"/>
                <a:cs typeface="Verdana"/>
              </a:rPr>
              <a:t>bowel</a:t>
            </a:r>
            <a:endParaRPr sz="3200" dirty="0">
              <a:latin typeface="Verdana"/>
              <a:cs typeface="Verdana"/>
            </a:endParaRPr>
          </a:p>
          <a:p>
            <a:pPr marL="12700">
              <a:spcBef>
                <a:spcPts val="490"/>
              </a:spcBef>
            </a:pPr>
            <a:r>
              <a:rPr sz="3200" b="1" u="sng" spc="-5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latin typeface="Verdana"/>
                <a:cs typeface="Verdana"/>
              </a:rPr>
              <a:t>Tonsillitis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1" y="228600"/>
            <a:ext cx="10820399" cy="1228464"/>
          </a:xfrm>
          <a:prstGeom prst="rect">
            <a:avLst/>
          </a:prstGeom>
        </p:spPr>
        <p:txBody>
          <a:bodyPr vert="horz" wrap="square" lIns="0" tIns="327583" rIns="0" bIns="0" rtlCol="0">
            <a:spAutoFit/>
          </a:bodyPr>
          <a:lstStyle/>
          <a:p>
            <a:pPr marL="1249680" marR="5080" indent="-1201420">
              <a:lnSpc>
                <a:spcPts val="3460"/>
              </a:lnSpc>
              <a:spcBef>
                <a:spcPts val="535"/>
              </a:spcBef>
            </a:pPr>
            <a:r>
              <a:rPr dirty="0"/>
              <a:t>Nursing </a:t>
            </a:r>
            <a:r>
              <a:rPr spc="-5" dirty="0"/>
              <a:t>Care for </a:t>
            </a:r>
            <a:r>
              <a:rPr dirty="0"/>
              <a:t>the </a:t>
            </a:r>
            <a:r>
              <a:rPr spc="-5" dirty="0"/>
              <a:t>Preschooler </a:t>
            </a:r>
            <a:r>
              <a:rPr spc="-108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a </a:t>
            </a:r>
            <a:r>
              <a:rPr spc="-5" dirty="0"/>
              <a:t>Health</a:t>
            </a:r>
            <a:r>
              <a:rPr spc="-20" dirty="0"/>
              <a:t> </a:t>
            </a:r>
            <a:r>
              <a:rPr spc="-5" dirty="0"/>
              <a:t>Care</a:t>
            </a:r>
            <a:r>
              <a:rPr dirty="0"/>
              <a:t> </a:t>
            </a:r>
            <a:r>
              <a:rPr spc="-5" dirty="0"/>
              <a:t>Facility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40" dirty="0"/>
              <a:t>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1" y="1426406"/>
            <a:ext cx="8904606" cy="434734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0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Use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play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act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out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anxieties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and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learn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what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expect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from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hospital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situation</a:t>
            </a:r>
            <a:endParaRPr sz="2800" dirty="0">
              <a:latin typeface="Verdana"/>
              <a:cs typeface="Verdana"/>
            </a:endParaRPr>
          </a:p>
          <a:p>
            <a:pPr marL="355600" indent="-343535">
              <a:spcBef>
                <a:spcPts val="300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Do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not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use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rectal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thermometer</a:t>
            </a:r>
            <a:endParaRPr sz="2800" dirty="0">
              <a:latin typeface="Verdana"/>
              <a:cs typeface="Verdana"/>
            </a:endParaRPr>
          </a:p>
          <a:p>
            <a:pPr marL="355600" marR="595630" indent="-343535">
              <a:lnSpc>
                <a:spcPts val="3030"/>
              </a:lnSpc>
              <a:spcBef>
                <a:spcPts val="715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Do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not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scold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</a:t>
            </a:r>
            <a:r>
              <a:rPr sz="280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child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reverting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bedwetting</a:t>
            </a:r>
            <a:endParaRPr sz="2800" dirty="0">
              <a:latin typeface="Verdana"/>
              <a:cs typeface="Verdana"/>
            </a:endParaRPr>
          </a:p>
          <a:p>
            <a:pPr marL="355600" marR="734060" indent="-343535">
              <a:lnSpc>
                <a:spcPts val="3020"/>
              </a:lnSpc>
              <a:spcBef>
                <a:spcPts val="670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Follow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home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routines</a:t>
            </a:r>
            <a:r>
              <a:rPr sz="2800" b="1" spc="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as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closely</a:t>
            </a:r>
            <a:r>
              <a:rPr sz="2800" b="1" spc="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as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possible</a:t>
            </a:r>
            <a:endParaRPr sz="2800" dirty="0">
              <a:latin typeface="Verdana"/>
              <a:cs typeface="Verdana"/>
            </a:endParaRPr>
          </a:p>
          <a:p>
            <a:pPr marL="355600" marR="57150" indent="-343535">
              <a:lnSpc>
                <a:spcPts val="3020"/>
              </a:lnSpc>
              <a:spcBef>
                <a:spcPts val="680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Carefully</a:t>
            </a:r>
            <a:r>
              <a:rPr sz="280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explain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all</a:t>
            </a:r>
            <a:r>
              <a:rPr sz="2800" b="1" spc="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procedures</a:t>
            </a:r>
            <a:r>
              <a:rPr sz="280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to</a:t>
            </a:r>
            <a:r>
              <a:rPr sz="280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the </a:t>
            </a:r>
            <a:r>
              <a:rPr sz="2800" b="1" spc="-9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99"/>
                </a:solidFill>
                <a:latin typeface="Verdana"/>
                <a:cs typeface="Verdana"/>
              </a:rPr>
              <a:t>child</a:t>
            </a:r>
            <a:endParaRPr sz="2800" dirty="0">
              <a:latin typeface="Verdana"/>
              <a:cs typeface="Verdana"/>
            </a:endParaRPr>
          </a:p>
          <a:p>
            <a:pPr marL="355600" indent="-343535">
              <a:spcBef>
                <a:spcPts val="295"/>
              </a:spcBef>
              <a:buFont typeface="Verdana"/>
              <a:buChar char="•"/>
              <a:tabLst>
                <a:tab pos="356235" algn="l"/>
              </a:tabLst>
            </a:pP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Provide</a:t>
            </a:r>
            <a:r>
              <a:rPr sz="2800" b="1" spc="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play</a:t>
            </a:r>
            <a:r>
              <a:rPr sz="2800" b="1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6699"/>
                </a:solidFill>
                <a:latin typeface="Verdana"/>
                <a:cs typeface="Verdana"/>
              </a:rPr>
              <a:t>material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2BFA77-7F13-59F8-014E-C1C67DC6EA6E}"/>
              </a:ext>
            </a:extLst>
          </p:cNvPr>
          <p:cNvSpPr txBox="1"/>
          <p:nvPr/>
        </p:nvSpPr>
        <p:spPr>
          <a:xfrm>
            <a:off x="228600" y="228601"/>
            <a:ext cx="11734800" cy="2133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 algn="l" defTabSz="685800" rtl="0">
              <a:lnSpc>
                <a:spcPts val="1350"/>
              </a:lnSpc>
              <a:spcAft>
                <a:spcPts val="450"/>
              </a:spcAft>
              <a:defRPr/>
            </a:pPr>
            <a:endParaRPr lang="en-US" sz="900" kern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5043" name="Text Placeholder 1">
            <a:extLst>
              <a:ext uri="{FF2B5EF4-FFF2-40B4-BE49-F238E27FC236}">
                <a16:creationId xmlns:a16="http://schemas.microsoft.com/office/drawing/2014/main" id="{51192D33-4BD6-8803-6162-4BCD07099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420" y="1672829"/>
            <a:ext cx="3311129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ctr" defTabSz="685800" rtl="0">
              <a:spcBef>
                <a:spcPts val="750"/>
              </a:spcBef>
              <a:buNone/>
            </a:pPr>
            <a:r>
              <a:rPr lang="en-US" altLang="ko-KR" sz="3600" kern="1200">
                <a:solidFill>
                  <a:srgbClr val="FFFFFF"/>
                </a:solidFill>
                <a:latin typeface="Segoe UI Light" panose="020B0502040204020203" pitchFamily="34" charset="0"/>
                <a:ea typeface="굴림" panose="020B0600000101010101" pitchFamily="34" charset="-127"/>
                <a:cs typeface="+mn-cs"/>
              </a:rPr>
              <a:t>Thank</a:t>
            </a:r>
            <a:r>
              <a:rPr lang="en-US" altLang="ko-KR" sz="3600" kern="1200">
                <a:solidFill>
                  <a:srgbClr val="FFFFFF"/>
                </a:solidFill>
                <a:ea typeface="굴림" panose="020B0600000101010101" pitchFamily="34" charset="-127"/>
                <a:cs typeface="+mn-cs"/>
              </a:rPr>
              <a:t> </a:t>
            </a:r>
            <a:r>
              <a:rPr lang="en-US" altLang="ko-KR" sz="3600" kern="1200">
                <a:solidFill>
                  <a:srgbClr val="FFFFFF"/>
                </a:solidFill>
                <a:latin typeface="Segoe UI Light" panose="020B0502040204020203" pitchFamily="34" charset="0"/>
                <a:ea typeface="굴림" panose="020B0600000101010101" pitchFamily="34" charset="-127"/>
                <a:cs typeface="+mn-cs"/>
              </a:rPr>
              <a:t>you</a:t>
            </a:r>
            <a:endParaRPr lang="ko-KR" altLang="en-US" sz="3600" kern="1200">
              <a:solidFill>
                <a:srgbClr val="FFFFFF"/>
              </a:solidFill>
              <a:latin typeface="Segoe UI Light" panose="020B0502040204020203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15044" name="مربع نص 2">
            <a:extLst>
              <a:ext uri="{FF2B5EF4-FFF2-40B4-BE49-F238E27FC236}">
                <a16:creationId xmlns:a16="http://schemas.microsoft.com/office/drawing/2014/main" id="{0A789539-0ADA-DC85-D3FD-12359B761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4" y="3429002"/>
            <a:ext cx="4237435" cy="141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defTabSz="68580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ar-IQ" sz="8625" kern="1200" dirty="0">
                <a:solidFill>
                  <a:srgbClr val="137333"/>
                </a:solidFill>
                <a:latin typeface="Google Sans Display"/>
                <a:ea typeface="+mn-ea"/>
                <a:cs typeface="+mn-cs"/>
              </a:rPr>
              <a:t>cs5jm5o</a:t>
            </a:r>
            <a:endParaRPr lang="ar-IQ" altLang="ar-IQ" sz="8625" kern="1200" dirty="0">
              <a:solidFill>
                <a:prstClr val="black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5045" name="مربع نص 4">
            <a:extLst>
              <a:ext uri="{FF2B5EF4-FFF2-40B4-BE49-F238E27FC236}">
                <a16:creationId xmlns:a16="http://schemas.microsoft.com/office/drawing/2014/main" id="{40801630-0E58-CCA8-4AEE-1C78B0A0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1878" y="2947988"/>
            <a:ext cx="1214438" cy="32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defTabSz="685800" rtl="0">
              <a:lnSpc>
                <a:spcPts val="1350"/>
              </a:lnSpc>
              <a:spcBef>
                <a:spcPct val="0"/>
              </a:spcBef>
              <a:spcAft>
                <a:spcPts val="450"/>
              </a:spcAft>
              <a:buNone/>
            </a:pPr>
            <a:r>
              <a:rPr lang="ar-IQ" altLang="ar-IQ" sz="1800" kern="1200">
                <a:solidFill>
                  <a:srgbClr val="404040"/>
                </a:solidFill>
                <a:ea typeface="+mn-ea"/>
                <a:cs typeface="Segoe UI" panose="020B0502040204020203" pitchFamily="34" charset="0"/>
              </a:rPr>
              <a:t>رمز الصف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1237</Words>
  <Application>Microsoft Office PowerPoint</Application>
  <PresentationFormat>شاشة عريضة</PresentationFormat>
  <Paragraphs>230</Paragraphs>
  <Slides>33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33</vt:i4>
      </vt:variant>
    </vt:vector>
  </HeadingPairs>
  <TitlesOfParts>
    <vt:vector size="45" baseType="lpstr">
      <vt:lpstr>Arial</vt:lpstr>
      <vt:lpstr>Calibri</vt:lpstr>
      <vt:lpstr>Google Sans Display</vt:lpstr>
      <vt:lpstr>Segoe UI</vt:lpstr>
      <vt:lpstr>Segoe UI Light</vt:lpstr>
      <vt:lpstr>Segoe UI Semibold</vt:lpstr>
      <vt:lpstr>Segoe UI Variable Small Semibol</vt:lpstr>
      <vt:lpstr>Symbol</vt:lpstr>
      <vt:lpstr>Times New Roman</vt:lpstr>
      <vt:lpstr>Verdana</vt:lpstr>
      <vt:lpstr>Office Theme</vt:lpstr>
      <vt:lpstr>Get Started with 3D</vt:lpstr>
      <vt:lpstr>Growth and Development of The Preschoolers</vt:lpstr>
      <vt:lpstr>Learning Objectives:</vt:lpstr>
      <vt:lpstr>عرض تقديمي في PowerPoint</vt:lpstr>
      <vt:lpstr>Preschool stage (3 -5  years)</vt:lpstr>
      <vt:lpstr>Physical Growth</vt:lpstr>
      <vt:lpstr>عرض تقديمي في PowerPoint</vt:lpstr>
      <vt:lpstr>Physiological Growth:</vt:lpstr>
      <vt:lpstr>عرض تقديمي في PowerPoint</vt:lpstr>
      <vt:lpstr>عرض تقديمي في PowerPoint</vt:lpstr>
      <vt:lpstr>Motor Development:</vt:lpstr>
      <vt:lpstr>Motor Development:</vt:lpstr>
      <vt:lpstr>Motor Development:</vt:lpstr>
      <vt:lpstr>Preschooler walks a balanced  beam</vt:lpstr>
      <vt:lpstr>Social Development:</vt:lpstr>
      <vt:lpstr>عرض تقديمي في PowerPoint</vt:lpstr>
      <vt:lpstr>Suggested items</vt:lpstr>
      <vt:lpstr>عرض تقديمي في PowerPoint</vt:lpstr>
      <vt:lpstr>عرض تقديمي في PowerPoint</vt:lpstr>
      <vt:lpstr>عرض تقديمي في PowerPoint</vt:lpstr>
      <vt:lpstr>Psychosocial Development</vt:lpstr>
      <vt:lpstr>عرض تقديمي في PowerPoint</vt:lpstr>
      <vt:lpstr>عرض تقديمي في PowerPoint</vt:lpstr>
      <vt:lpstr>Emotional Development:</vt:lpstr>
      <vt:lpstr>Health protection</vt:lpstr>
      <vt:lpstr>Topics for Family Teaching</vt:lpstr>
      <vt:lpstr>Topics of Teaching to Prevent  Accidents in Preschoolers</vt:lpstr>
      <vt:lpstr>Topics of Teaching to Prevent  Infection in Preschoolers</vt:lpstr>
      <vt:lpstr>Health promotion</vt:lpstr>
      <vt:lpstr>Selected health problems</vt:lpstr>
      <vt:lpstr>عرض تقديمي في PowerPoint</vt:lpstr>
      <vt:lpstr>عرض تقديمي في PowerPoint</vt:lpstr>
      <vt:lpstr>Nursing Care for the Preschooler  in a Health Care Facility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green lanter</cp:lastModifiedBy>
  <cp:revision>3</cp:revision>
  <dcterms:created xsi:type="dcterms:W3CDTF">2023-09-24T19:42:15Z</dcterms:created>
  <dcterms:modified xsi:type="dcterms:W3CDTF">2023-12-05T06:10:34Z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2021-12-20T00:00:00Z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2023-09-24T00:00:00Z</vt:filetime>
  </property>
</Properties>
</file>