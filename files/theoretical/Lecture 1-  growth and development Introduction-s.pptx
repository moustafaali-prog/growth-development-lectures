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13.xml" ContentType="application/vnd.openxmlformats-officedocument.theme+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37" r:id="rId1"/>
    <p:sldMasterId id="2147483866" r:id="rId2"/>
    <p:sldMasterId id="2147483878" r:id="rId3"/>
    <p:sldMasterId id="2147483890" r:id="rId4"/>
    <p:sldMasterId id="2147483902" r:id="rId5"/>
    <p:sldMasterId id="2147483914" r:id="rId6"/>
    <p:sldMasterId id="2147483926" r:id="rId7"/>
    <p:sldMasterId id="2147483938" r:id="rId8"/>
    <p:sldMasterId id="2147483950" r:id="rId9"/>
    <p:sldMasterId id="2147483962" r:id="rId10"/>
    <p:sldMasterId id="2147483974" r:id="rId11"/>
    <p:sldMasterId id="2147483986" r:id="rId12"/>
    <p:sldMasterId id="2147484779" r:id="rId13"/>
    <p:sldMasterId id="2147484790" r:id="rId14"/>
  </p:sldMasterIdLst>
  <p:notesMasterIdLst>
    <p:notesMasterId r:id="rId45"/>
  </p:notesMasterIdLst>
  <p:sldIdLst>
    <p:sldId id="256" r:id="rId15"/>
    <p:sldId id="315" r:id="rId16"/>
    <p:sldId id="257" r:id="rId17"/>
    <p:sldId id="280" r:id="rId18"/>
    <p:sldId id="281" r:id="rId19"/>
    <p:sldId id="292" r:id="rId20"/>
    <p:sldId id="282" r:id="rId21"/>
    <p:sldId id="293" r:id="rId22"/>
    <p:sldId id="283" r:id="rId23"/>
    <p:sldId id="284" r:id="rId24"/>
    <p:sldId id="285" r:id="rId25"/>
    <p:sldId id="286" r:id="rId26"/>
    <p:sldId id="312" r:id="rId27"/>
    <p:sldId id="313" r:id="rId28"/>
    <p:sldId id="314" r:id="rId29"/>
    <p:sldId id="311" r:id="rId30"/>
    <p:sldId id="291" r:id="rId31"/>
    <p:sldId id="295" r:id="rId32"/>
    <p:sldId id="318" r:id="rId33"/>
    <p:sldId id="319" r:id="rId34"/>
    <p:sldId id="320" r:id="rId35"/>
    <p:sldId id="321" r:id="rId36"/>
    <p:sldId id="322" r:id="rId37"/>
    <p:sldId id="323" r:id="rId38"/>
    <p:sldId id="324" r:id="rId39"/>
    <p:sldId id="325" r:id="rId40"/>
    <p:sldId id="326" r:id="rId41"/>
    <p:sldId id="327" r:id="rId42"/>
    <p:sldId id="328" r:id="rId43"/>
    <p:sldId id="262" r:id="rId44"/>
  </p:sldIdLst>
  <p:sldSz cx="12192000" cy="6858000"/>
  <p:notesSz cx="6858000" cy="9144000"/>
  <p:defaultTextStyle>
    <a:defPPr>
      <a:defRPr lang="ar-SA"/>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5F5F5"/>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70642" autoAdjust="0"/>
  </p:normalViewPr>
  <p:slideViewPr>
    <p:cSldViewPr>
      <p:cViewPr varScale="1">
        <p:scale>
          <a:sx n="45" d="100"/>
          <a:sy n="45" d="100"/>
        </p:scale>
        <p:origin x="1596" y="42"/>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slideMaster" Target="slideMasters/slideMaster11.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5.xml"/><Relationship Id="rId31" Type="http://schemas.openxmlformats.org/officeDocument/2006/relationships/slide" Target="slides/slide17.xml"/><Relationship Id="rId44" Type="http://schemas.openxmlformats.org/officeDocument/2006/relationships/slide" Target="slides/slide3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presProps" Target="presProps.xml"/><Relationship Id="rId20" Type="http://schemas.openxmlformats.org/officeDocument/2006/relationships/slide" Target="slides/slide6.xml"/><Relationship Id="rId41"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A43C1EA-95C6-5357-46D2-97B433087CF5}"/>
              </a:ext>
            </a:extLst>
          </p:cNvPr>
          <p:cNvSpPr>
            <a:spLocks noGrp="1" noChangeArrowheads="1"/>
          </p:cNvSpPr>
          <p:nvPr>
            <p:ph type="hdr" sz="quarter"/>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1" eaLnBrk="1" hangingPunct="1">
              <a:defRPr sz="1200">
                <a:latin typeface="Arial" pitchFamily="34" charset="0"/>
                <a:cs typeface="Arial" pitchFamily="34" charset="0"/>
              </a:defRPr>
            </a:lvl1pPr>
          </a:lstStyle>
          <a:p>
            <a:pPr>
              <a:defRPr/>
            </a:pPr>
            <a:endParaRPr lang="en-US"/>
          </a:p>
        </p:txBody>
      </p:sp>
      <p:sp>
        <p:nvSpPr>
          <p:cNvPr id="48131" name="Rectangle 3">
            <a:extLst>
              <a:ext uri="{FF2B5EF4-FFF2-40B4-BE49-F238E27FC236}">
                <a16:creationId xmlns:a16="http://schemas.microsoft.com/office/drawing/2014/main" id="{B6145864-12B0-649C-BF7F-411138523E69}"/>
              </a:ext>
            </a:extLst>
          </p:cNvPr>
          <p:cNvSpPr>
            <a:spLocks noGrp="1" noChangeArrowheads="1"/>
          </p:cNvSpPr>
          <p:nvPr>
            <p:ph type="dt" idx="1"/>
          </p:nvPr>
        </p:nvSpPr>
        <p:spPr bwMode="auto">
          <a:xfrm>
            <a:off x="1588"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1" eaLnBrk="1" hangingPunct="1">
              <a:defRPr sz="1200">
                <a:latin typeface="Arial" pitchFamily="34" charset="0"/>
                <a:cs typeface="Arial" pitchFamily="34" charset="0"/>
              </a:defRPr>
            </a:lvl1pPr>
          </a:lstStyle>
          <a:p>
            <a:pPr>
              <a:defRPr/>
            </a:pPr>
            <a:endParaRPr lang="en-US"/>
          </a:p>
        </p:txBody>
      </p:sp>
      <p:sp>
        <p:nvSpPr>
          <p:cNvPr id="171012" name="Rectangle 4">
            <a:extLst>
              <a:ext uri="{FF2B5EF4-FFF2-40B4-BE49-F238E27FC236}">
                <a16:creationId xmlns:a16="http://schemas.microsoft.com/office/drawing/2014/main" id="{2FEC2F40-8F70-2CA7-F198-01B7AF9A8163}"/>
              </a:ext>
            </a:extLst>
          </p:cNvPr>
          <p:cNvSpPr>
            <a:spLocks noRo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3" name="Rectangle 5">
            <a:extLst>
              <a:ext uri="{FF2B5EF4-FFF2-40B4-BE49-F238E27FC236}">
                <a16:creationId xmlns:a16="http://schemas.microsoft.com/office/drawing/2014/main" id="{3CCC9C05-C02F-65AD-C03F-DCD75F1A301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a:extLst>
              <a:ext uri="{FF2B5EF4-FFF2-40B4-BE49-F238E27FC236}">
                <a16:creationId xmlns:a16="http://schemas.microsoft.com/office/drawing/2014/main" id="{3D9C4673-0C6E-9A5C-AE8A-E2106B4932DB}"/>
              </a:ext>
            </a:extLst>
          </p:cNvPr>
          <p:cNvSpPr>
            <a:spLocks noGrp="1" noChangeArrowheads="1"/>
          </p:cNvSpPr>
          <p:nvPr>
            <p:ph type="ftr" sz="quarter" idx="4"/>
          </p:nvPr>
        </p:nvSpPr>
        <p:spPr bwMode="auto">
          <a:xfrm>
            <a:off x="388620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1" eaLnBrk="1" hangingPunct="1">
              <a:defRPr sz="1200">
                <a:latin typeface="Arial" pitchFamily="34" charset="0"/>
                <a:cs typeface="Arial" pitchFamily="34" charset="0"/>
              </a:defRPr>
            </a:lvl1pPr>
          </a:lstStyle>
          <a:p>
            <a:pPr>
              <a:defRPr/>
            </a:pPr>
            <a:endParaRPr lang="en-US"/>
          </a:p>
        </p:txBody>
      </p:sp>
      <p:sp>
        <p:nvSpPr>
          <p:cNvPr id="48135" name="Rectangle 7">
            <a:extLst>
              <a:ext uri="{FF2B5EF4-FFF2-40B4-BE49-F238E27FC236}">
                <a16:creationId xmlns:a16="http://schemas.microsoft.com/office/drawing/2014/main" id="{3B96B1F2-94CB-067B-B530-C6A87C9ADBA1}"/>
              </a:ext>
            </a:extLst>
          </p:cNvPr>
          <p:cNvSpPr>
            <a:spLocks noGrp="1" noChangeArrowheads="1"/>
          </p:cNvSpPr>
          <p:nvPr>
            <p:ph type="sldNum" sz="quarter" idx="5"/>
          </p:nvPr>
        </p:nvSpPr>
        <p:spPr bwMode="auto">
          <a:xfrm>
            <a:off x="1588"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1" eaLnBrk="1" hangingPunct="1">
              <a:defRPr sz="1200">
                <a:latin typeface="Arial" panose="020B0604020202020204" pitchFamily="34" charset="0"/>
              </a:defRPr>
            </a:lvl1pPr>
          </a:lstStyle>
          <a:p>
            <a:pPr>
              <a:defRPr/>
            </a:pPr>
            <a:fld id="{35106FEE-644D-4C51-9ECB-3C5FADFE4A2B}"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41E8FB44-2CC8-02C4-9D49-B25824E6F5C1}"/>
              </a:ext>
            </a:extLst>
          </p:cNvPr>
          <p:cNvSpPr>
            <a:spLocks noGrp="1" noRot="1" noChangeAspect="1" noChangeArrowheads="1" noTextEdit="1"/>
          </p:cNvSpPr>
          <p:nvPr>
            <p:ph type="sldImg"/>
          </p:nvPr>
        </p:nvSpPr>
        <p:spPr>
          <a:ln/>
        </p:spPr>
      </p:sp>
      <p:sp>
        <p:nvSpPr>
          <p:cNvPr id="173059" name="Notes Placeholder 2">
            <a:extLst>
              <a:ext uri="{FF2B5EF4-FFF2-40B4-BE49-F238E27FC236}">
                <a16:creationId xmlns:a16="http://schemas.microsoft.com/office/drawing/2014/main" id="{13AEF21C-05ED-11A6-1EA2-706A9547AC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1D195CE0-8B69-771E-F7AC-5187A12F0054}"/>
              </a:ext>
            </a:extLst>
          </p:cNvPr>
          <p:cNvSpPr>
            <a:spLocks noGrp="1"/>
          </p:cNvSpPr>
          <p:nvPr>
            <p:ph type="sldNum" sz="quarter" idx="5"/>
          </p:nvPr>
        </p:nvSpPr>
        <p:spPr/>
        <p:txBody>
          <a:bodyPr/>
          <a:lstStyle/>
          <a:p>
            <a:pPr algn="r" rtl="0" fontAlgn="auto">
              <a:spcBef>
                <a:spcPts val="0"/>
              </a:spcBef>
              <a:spcAft>
                <a:spcPts val="0"/>
              </a:spcAft>
              <a:defRPr/>
            </a:pPr>
            <a:fld id="{4F61B563-BCF2-491D-99BD-3F36C2D5A537}" type="slidenum">
              <a:rPr lang="en-US" smtClean="0">
                <a:solidFill>
                  <a:prstClr val="black"/>
                </a:solidFill>
                <a:latin typeface="Calibri" panose="020F0502020204030204"/>
                <a:cs typeface="+mn-cs"/>
              </a:rPr>
              <a:pPr algn="r" rtl="0" fontAlgn="auto">
                <a:spcBef>
                  <a:spcPts val="0"/>
                </a:spcBef>
                <a:spcAft>
                  <a:spcPts val="0"/>
                </a:spcAft>
                <a:defRPr/>
              </a:pPr>
              <a:t>1</a:t>
            </a:fld>
            <a:endParaRPr lang="en-US" dirty="0">
              <a:solidFill>
                <a:prstClr val="black"/>
              </a:solidFill>
              <a:latin typeface="Calibri" panose="020F0502020204030204"/>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عنصر نائب لصورة الشريحة 1">
            <a:extLst>
              <a:ext uri="{FF2B5EF4-FFF2-40B4-BE49-F238E27FC236}">
                <a16:creationId xmlns:a16="http://schemas.microsoft.com/office/drawing/2014/main" id="{780358EE-815C-A652-2F79-D1729547B409}"/>
              </a:ext>
            </a:extLst>
          </p:cNvPr>
          <p:cNvSpPr>
            <a:spLocks noGrp="1" noRot="1" noChangeAspect="1" noChangeArrowheads="1" noTextEdit="1"/>
          </p:cNvSpPr>
          <p:nvPr>
            <p:ph type="sldImg"/>
          </p:nvPr>
        </p:nvSpPr>
        <p:spPr>
          <a:ln/>
        </p:spPr>
      </p:sp>
      <p:sp>
        <p:nvSpPr>
          <p:cNvPr id="178179" name="عنصر نائب للملاحظات 2">
            <a:extLst>
              <a:ext uri="{FF2B5EF4-FFF2-40B4-BE49-F238E27FC236}">
                <a16:creationId xmlns:a16="http://schemas.microsoft.com/office/drawing/2014/main" id="{836BA6BE-7007-B2A2-8683-097FDA9963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ar-IQ"/>
              <a:t>Let's consider a 2-year-old child named Emily. Emily's parents have noticed that she has started to speak in more complex sentences and is pronouncing words more accurately than she did a few months ago.</a:t>
            </a:r>
          </a:p>
          <a:p>
            <a:endParaRPr lang="en-US" altLang="ar-IQ"/>
          </a:p>
          <a:p>
            <a:endParaRPr lang="en-US" altLang="ar-IQ"/>
          </a:p>
          <a:p>
            <a:r>
              <a:rPr lang="en-US" altLang="ar-IQ"/>
              <a:t>Emily's improved language skills are a result of maturation, particularly the maturation of her brain's language centers. While external factors such as exposure to language and interactions with caregivers also play a role, her ability to produce more accurate and complex speech is a qualitative change influenced by her biological development.</a:t>
            </a:r>
            <a:endParaRPr lang="ar-IQ" altLang="ar-IQ"/>
          </a:p>
        </p:txBody>
      </p:sp>
      <p:sp>
        <p:nvSpPr>
          <p:cNvPr id="178180" name="عنصر نائب لرقم الشريحة 3">
            <a:extLst>
              <a:ext uri="{FF2B5EF4-FFF2-40B4-BE49-F238E27FC236}">
                <a16:creationId xmlns:a16="http://schemas.microsoft.com/office/drawing/2014/main" id="{C012A0EA-5ADF-D8C4-D4EF-9478ED5BE9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E876F029-6EE7-436A-B059-75D0A31B4EEF}" type="slidenum">
              <a:rPr lang="ar-SA" altLang="ar-IQ" smtClean="0">
                <a:latin typeface="Arial" panose="020B0604020202020204" pitchFamily="34" charset="0"/>
              </a:rPr>
              <a:pPr/>
              <a:t>5</a:t>
            </a:fld>
            <a:endParaRPr lang="en-US" altLang="ar-IQ">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عنصر نائب لصورة الشريحة 1">
            <a:extLst>
              <a:ext uri="{FF2B5EF4-FFF2-40B4-BE49-F238E27FC236}">
                <a16:creationId xmlns:a16="http://schemas.microsoft.com/office/drawing/2014/main" id="{594A435A-75F1-110C-249A-E826EDBDDF73}"/>
              </a:ext>
            </a:extLst>
          </p:cNvPr>
          <p:cNvSpPr>
            <a:spLocks noGrp="1" noRot="1" noChangeAspect="1" noChangeArrowheads="1" noTextEdit="1"/>
          </p:cNvSpPr>
          <p:nvPr>
            <p:ph type="sldImg"/>
          </p:nvPr>
        </p:nvSpPr>
        <p:spPr>
          <a:ln/>
        </p:spPr>
      </p:sp>
      <p:sp>
        <p:nvSpPr>
          <p:cNvPr id="181251" name="عنصر نائب للملاحظات 2">
            <a:extLst>
              <a:ext uri="{FF2B5EF4-FFF2-40B4-BE49-F238E27FC236}">
                <a16:creationId xmlns:a16="http://schemas.microsoft.com/office/drawing/2014/main" id="{BDFC9C1D-3279-CD30-90EC-DEB45506EF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ar-IQ" altLang="ar-IQ"/>
          </a:p>
        </p:txBody>
      </p:sp>
      <p:sp>
        <p:nvSpPr>
          <p:cNvPr id="181252" name="عنصر نائب لرقم الشريحة 3">
            <a:extLst>
              <a:ext uri="{FF2B5EF4-FFF2-40B4-BE49-F238E27FC236}">
                <a16:creationId xmlns:a16="http://schemas.microsoft.com/office/drawing/2014/main" id="{2AEA68D3-9A4D-2B79-1025-742DB5F590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B508AF8A-DCA8-4F49-A89A-EA301E276846}" type="slidenum">
              <a:rPr lang="ar-SA" altLang="ar-IQ" smtClean="0">
                <a:latin typeface="Arial" panose="020B0604020202020204" pitchFamily="34" charset="0"/>
              </a:rPr>
              <a:pPr/>
              <a:t>7</a:t>
            </a:fld>
            <a:endParaRPr lang="en-US" altLang="ar-IQ">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عنصر نائب لصورة الشريحة 1">
            <a:extLst>
              <a:ext uri="{FF2B5EF4-FFF2-40B4-BE49-F238E27FC236}">
                <a16:creationId xmlns:a16="http://schemas.microsoft.com/office/drawing/2014/main" id="{12709A4B-3D86-5F56-5B39-1687E9FABCFD}"/>
              </a:ext>
            </a:extLst>
          </p:cNvPr>
          <p:cNvSpPr>
            <a:spLocks noGrp="1" noRot="1" noChangeAspect="1" noChangeArrowheads="1" noTextEdit="1"/>
          </p:cNvSpPr>
          <p:nvPr>
            <p:ph type="sldImg"/>
          </p:nvPr>
        </p:nvSpPr>
        <p:spPr>
          <a:ln/>
        </p:spPr>
      </p:sp>
      <p:sp>
        <p:nvSpPr>
          <p:cNvPr id="184323" name="عنصر نائب للملاحظات 2">
            <a:extLst>
              <a:ext uri="{FF2B5EF4-FFF2-40B4-BE49-F238E27FC236}">
                <a16:creationId xmlns:a16="http://schemas.microsoft.com/office/drawing/2014/main" id="{D90C3986-27C2-E3A7-E301-FBE5BD2598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ar-IQ" b="1">
                <a:latin typeface="Söhne"/>
              </a:rPr>
              <a:t>Environmental Factors:</a:t>
            </a:r>
            <a:endParaRPr lang="en-US" altLang="ar-IQ">
              <a:latin typeface="Söhne"/>
            </a:endParaRPr>
          </a:p>
          <a:p>
            <a:pPr algn="l">
              <a:buFont typeface="Calibri" panose="020F0502020204030204" pitchFamily="34" charset="0"/>
              <a:buAutoNum type="arabicPeriod"/>
            </a:pPr>
            <a:r>
              <a:rPr lang="en-US" altLang="ar-IQ" b="1">
                <a:latin typeface="Söhne"/>
              </a:rPr>
              <a:t>Mother's Nutritional Status:</a:t>
            </a:r>
            <a:endParaRPr lang="en-US" altLang="ar-IQ">
              <a:latin typeface="Söhne"/>
            </a:endParaRPr>
          </a:p>
          <a:p>
            <a:pPr marL="742950" lvl="1" indent="-285750" algn="l">
              <a:buFont typeface="Calibri" panose="020F0502020204030204" pitchFamily="34" charset="0"/>
              <a:buAutoNum type="arabicPeriod"/>
            </a:pPr>
            <a:r>
              <a:rPr lang="en-US" altLang="ar-IQ" i="1">
                <a:latin typeface="Söhne"/>
              </a:rPr>
              <a:t>Example:</a:t>
            </a:r>
            <a:r>
              <a:rPr lang="en-US" altLang="ar-IQ">
                <a:latin typeface="Söhne"/>
              </a:rPr>
              <a:t> Maria, a pregnant woman, has a diet that lacks essential nutrients like folic acid. As a result, her developing fetus is at a higher risk of neural tube defects, such as spina bifida, due to insufficient folic acid intake during pregnancy.</a:t>
            </a:r>
          </a:p>
          <a:p>
            <a:pPr algn="l">
              <a:buFont typeface="Calibri" panose="020F0502020204030204" pitchFamily="34" charset="0"/>
              <a:buAutoNum type="arabicPeriod"/>
            </a:pPr>
            <a:r>
              <a:rPr lang="en-US" altLang="ar-IQ" b="1">
                <a:latin typeface="Söhne"/>
              </a:rPr>
              <a:t>Exposure to Infectious Diseases:</a:t>
            </a:r>
            <a:endParaRPr lang="en-US" altLang="ar-IQ">
              <a:latin typeface="Söhne"/>
            </a:endParaRPr>
          </a:p>
          <a:p>
            <a:pPr marL="742950" lvl="1" indent="-285750" algn="l">
              <a:buFont typeface="Calibri" panose="020F0502020204030204" pitchFamily="34" charset="0"/>
              <a:buAutoNum type="arabicPeriod"/>
            </a:pPr>
            <a:r>
              <a:rPr lang="en-US" altLang="ar-IQ" i="1">
                <a:latin typeface="Söhne"/>
              </a:rPr>
              <a:t>Example:</a:t>
            </a:r>
            <a:r>
              <a:rPr lang="en-US" altLang="ar-IQ">
                <a:latin typeface="Söhne"/>
              </a:rPr>
              <a:t> Sarah, a toddler, is exposed to measles in her daycare center. If she contracts the disease during her early years, it can lead to complications such as hearing loss or developmental delays.</a:t>
            </a:r>
          </a:p>
          <a:p>
            <a:pPr algn="l">
              <a:buFont typeface="Calibri" panose="020F0502020204030204" pitchFamily="34" charset="0"/>
              <a:buAutoNum type="arabicPeriod"/>
            </a:pPr>
            <a:r>
              <a:rPr lang="en-US" altLang="ar-IQ" b="1">
                <a:latin typeface="Söhne"/>
              </a:rPr>
              <a:t>Socioeconomic Conditions:</a:t>
            </a:r>
            <a:endParaRPr lang="en-US" altLang="ar-IQ">
              <a:latin typeface="Söhne"/>
            </a:endParaRPr>
          </a:p>
          <a:p>
            <a:pPr marL="742950" lvl="1" indent="-285750" algn="l">
              <a:buFont typeface="Calibri" panose="020F0502020204030204" pitchFamily="34" charset="0"/>
              <a:buAutoNum type="arabicPeriod"/>
            </a:pPr>
            <a:r>
              <a:rPr lang="en-US" altLang="ar-IQ" i="1">
                <a:latin typeface="Söhne"/>
              </a:rPr>
              <a:t>Example:</a:t>
            </a:r>
            <a:r>
              <a:rPr lang="en-US" altLang="ar-IQ">
                <a:latin typeface="Söhne"/>
              </a:rPr>
              <a:t> A family with limited financial resources struggles to provide nutritious food and a safe living environment for their child. This socioeconomic disadvantage can lead to malnutrition and developmental disparities in the child compared to peers from more affluent families.</a:t>
            </a:r>
          </a:p>
          <a:p>
            <a:pPr algn="l"/>
            <a:r>
              <a:rPr lang="en-US" altLang="ar-IQ" b="1">
                <a:latin typeface="Söhne"/>
              </a:rPr>
              <a:t>Nutritional Factors:</a:t>
            </a:r>
            <a:endParaRPr lang="en-US" altLang="ar-IQ">
              <a:latin typeface="Söhne"/>
            </a:endParaRPr>
          </a:p>
          <a:p>
            <a:pPr algn="l">
              <a:buFont typeface="Calibri" panose="020F0502020204030204" pitchFamily="34" charset="0"/>
              <a:buAutoNum type="arabicPeriod"/>
            </a:pPr>
            <a:r>
              <a:rPr lang="en-US" altLang="ar-IQ" b="1">
                <a:latin typeface="Söhne"/>
              </a:rPr>
              <a:t>Adequate Nutrition:</a:t>
            </a:r>
            <a:endParaRPr lang="en-US" altLang="ar-IQ">
              <a:latin typeface="Söhne"/>
            </a:endParaRPr>
          </a:p>
          <a:p>
            <a:pPr marL="742950" lvl="1" indent="-285750" algn="l">
              <a:buFont typeface="Calibri" panose="020F0502020204030204" pitchFamily="34" charset="0"/>
              <a:buAutoNum type="arabicPeriod"/>
            </a:pPr>
            <a:r>
              <a:rPr lang="en-US" altLang="ar-IQ" i="1">
                <a:latin typeface="Söhne"/>
              </a:rPr>
              <a:t>Example:</a:t>
            </a:r>
            <a:r>
              <a:rPr lang="en-US" altLang="ar-IQ">
                <a:latin typeface="Söhne"/>
              </a:rPr>
              <a:t> A child who regularly consumes a balanced diet rich in fruits, vegetables, and protein sources is more likely to have healthy growth and development compared to a child with a diet primarily consisting of processed foods and sugary snacks.</a:t>
            </a:r>
          </a:p>
          <a:p>
            <a:pPr algn="l">
              <a:buFont typeface="Calibri" panose="020F0502020204030204" pitchFamily="34" charset="0"/>
              <a:buAutoNum type="arabicPeriod"/>
            </a:pPr>
            <a:r>
              <a:rPr lang="en-US" altLang="ar-IQ" b="1">
                <a:latin typeface="Söhne"/>
              </a:rPr>
              <a:t>Specific Nutritional Deficiencies:</a:t>
            </a:r>
            <a:endParaRPr lang="en-US" altLang="ar-IQ">
              <a:latin typeface="Söhne"/>
            </a:endParaRPr>
          </a:p>
          <a:p>
            <a:pPr marL="742950" lvl="1" indent="-285750" algn="l">
              <a:buFont typeface="Calibri" panose="020F0502020204030204" pitchFamily="34" charset="0"/>
              <a:buAutoNum type="arabicPeriod"/>
            </a:pPr>
            <a:r>
              <a:rPr lang="en-US" altLang="ar-IQ" i="1">
                <a:latin typeface="Söhne"/>
              </a:rPr>
              <a:t>Example:</a:t>
            </a:r>
            <a:r>
              <a:rPr lang="en-US" altLang="ar-IQ">
                <a:latin typeface="Söhne"/>
              </a:rPr>
              <a:t> A deficiency in iron can result in anemia in a child, leading to symptoms like fatigue and impaired cognitive development due to insufficient oxygen delivery to the brain.</a:t>
            </a:r>
          </a:p>
          <a:p>
            <a:pPr algn="l">
              <a:buFont typeface="Calibri" panose="020F0502020204030204" pitchFamily="34" charset="0"/>
              <a:buAutoNum type="arabicPeriod"/>
            </a:pPr>
            <a:r>
              <a:rPr lang="en-US" altLang="ar-IQ" b="1">
                <a:latin typeface="Söhne"/>
              </a:rPr>
              <a:t>Breastfeeding:</a:t>
            </a:r>
            <a:endParaRPr lang="en-US" altLang="ar-IQ">
              <a:latin typeface="Söhne"/>
            </a:endParaRPr>
          </a:p>
          <a:p>
            <a:pPr marL="742950" lvl="1" indent="-285750" algn="l">
              <a:buFont typeface="Calibri" panose="020F0502020204030204" pitchFamily="34" charset="0"/>
              <a:buAutoNum type="arabicPeriod"/>
            </a:pPr>
            <a:r>
              <a:rPr lang="en-US" altLang="ar-IQ" i="1">
                <a:latin typeface="Söhne"/>
              </a:rPr>
              <a:t>Example:</a:t>
            </a:r>
            <a:r>
              <a:rPr lang="en-US" altLang="ar-IQ">
                <a:latin typeface="Söhne"/>
              </a:rPr>
              <a:t> Emily's mother exclusively breastfeeds her during the first six months of life, providing her with essential nutrients and antibodies. As a result, Emily experiences healthy growth and a reduced risk of infections.</a:t>
            </a:r>
          </a:p>
          <a:p>
            <a:pPr algn="l">
              <a:buFont typeface="Calibri" panose="020F0502020204030204" pitchFamily="34" charset="0"/>
              <a:buAutoNum type="arabicPeriod"/>
            </a:pPr>
            <a:r>
              <a:rPr lang="en-US" altLang="ar-IQ" b="1">
                <a:latin typeface="Söhne"/>
              </a:rPr>
              <a:t>Malnutrition:</a:t>
            </a:r>
            <a:endParaRPr lang="en-US" altLang="ar-IQ">
              <a:latin typeface="Söhne"/>
            </a:endParaRPr>
          </a:p>
          <a:p>
            <a:pPr marL="742950" lvl="1" indent="-285750" algn="l">
              <a:buFont typeface="Calibri" panose="020F0502020204030204" pitchFamily="34" charset="0"/>
              <a:buAutoNum type="arabicPeriod"/>
            </a:pPr>
            <a:r>
              <a:rPr lang="en-US" altLang="ar-IQ" i="1">
                <a:latin typeface="Söhne"/>
              </a:rPr>
              <a:t>Example:</a:t>
            </a:r>
            <a:r>
              <a:rPr lang="en-US" altLang="ar-IQ">
                <a:latin typeface="Söhne"/>
              </a:rPr>
              <a:t> In a region affected by food scarcity, children may experience malnutrition due to inadequate access to nutritious food. This can lead to stunted growth and developmental delays in the affected children.</a:t>
            </a:r>
          </a:p>
          <a:p>
            <a:pPr algn="l"/>
            <a:r>
              <a:rPr lang="en-US" altLang="ar-IQ">
                <a:latin typeface="Söhne"/>
              </a:rPr>
              <a:t>These examples illustrate how environmental factors, such as a mother's nutrition and exposure to diseases, as well as nutritional factors, like diet quality and breastfeeding practices, can have a profound impact on a child's growth and development. Addressing these factors through proper nutrition and supportive environments is essential for promoting healthy child development.</a:t>
            </a:r>
          </a:p>
          <a:p>
            <a:br>
              <a:rPr lang="en-US" altLang="ar-IQ">
                <a:latin typeface="Söhne"/>
              </a:rPr>
            </a:br>
            <a:endParaRPr lang="ar-IQ" altLang="ar-IQ"/>
          </a:p>
        </p:txBody>
      </p:sp>
      <p:sp>
        <p:nvSpPr>
          <p:cNvPr id="184324" name="عنصر نائب لرقم الشريحة 3">
            <a:extLst>
              <a:ext uri="{FF2B5EF4-FFF2-40B4-BE49-F238E27FC236}">
                <a16:creationId xmlns:a16="http://schemas.microsoft.com/office/drawing/2014/main" id="{1C406A7B-F72F-0EC6-0CBD-0BD7A47A77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63117748-0F23-4238-8617-FBF30F152BD4}" type="slidenum">
              <a:rPr lang="ar-SA" altLang="ar-IQ" smtClean="0">
                <a:latin typeface="Arial" panose="020B0604020202020204" pitchFamily="34" charset="0"/>
              </a:rPr>
              <a:pPr/>
              <a:t>9</a:t>
            </a:fld>
            <a:endParaRPr lang="en-US" altLang="ar-IQ">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عنصر نائب لصورة الشريحة 1">
            <a:extLst>
              <a:ext uri="{FF2B5EF4-FFF2-40B4-BE49-F238E27FC236}">
                <a16:creationId xmlns:a16="http://schemas.microsoft.com/office/drawing/2014/main" id="{10FAB486-ACFC-982D-D131-15E7ADB1843D}"/>
              </a:ext>
            </a:extLst>
          </p:cNvPr>
          <p:cNvSpPr>
            <a:spLocks noGrp="1" noRot="1" noChangeAspect="1" noChangeArrowheads="1" noTextEdit="1"/>
          </p:cNvSpPr>
          <p:nvPr>
            <p:ph type="sldImg"/>
          </p:nvPr>
        </p:nvSpPr>
        <p:spPr>
          <a:ln/>
        </p:spPr>
      </p:sp>
      <p:sp>
        <p:nvSpPr>
          <p:cNvPr id="186371" name="عنصر نائب للملاحظات 2">
            <a:extLst>
              <a:ext uri="{FF2B5EF4-FFF2-40B4-BE49-F238E27FC236}">
                <a16:creationId xmlns:a16="http://schemas.microsoft.com/office/drawing/2014/main" id="{6E6FDA7F-6780-ECD1-B9E8-7CE70AEE76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altLang="ar-IQ" b="1">
                <a:solidFill>
                  <a:srgbClr val="374151"/>
                </a:solidFill>
                <a:latin typeface="Söhne"/>
              </a:rPr>
              <a:t>1. Activities:</a:t>
            </a:r>
            <a:endParaRPr lang="en-US" altLang="ar-IQ">
              <a:solidFill>
                <a:srgbClr val="374151"/>
              </a:solidFill>
              <a:latin typeface="Söhne"/>
            </a:endParaRPr>
          </a:p>
          <a:p>
            <a:pPr algn="l">
              <a:buFontTx/>
              <a:buChar char="•"/>
            </a:pPr>
            <a:r>
              <a:rPr lang="en-US" altLang="ar-IQ" b="1">
                <a:solidFill>
                  <a:srgbClr val="374151"/>
                </a:solidFill>
                <a:latin typeface="Söhne"/>
              </a:rPr>
              <a:t>Physical Activity:</a:t>
            </a:r>
            <a:r>
              <a:rPr lang="en-US" altLang="ar-IQ">
                <a:solidFill>
                  <a:srgbClr val="374151"/>
                </a:solidFill>
                <a:latin typeface="Söhne"/>
              </a:rPr>
              <a:t> Engaging in physical activities and exercise is crucial for a child's healthy growth and development. It promotes muscle and bone development, cardiovascular health, and overall physical fitness.</a:t>
            </a:r>
          </a:p>
          <a:p>
            <a:pPr marL="742950" lvl="1" indent="-285750" algn="l">
              <a:buFontTx/>
              <a:buChar char="•"/>
            </a:pPr>
            <a:r>
              <a:rPr lang="en-US" altLang="ar-IQ" i="1">
                <a:solidFill>
                  <a:srgbClr val="374151"/>
                </a:solidFill>
                <a:latin typeface="Söhne"/>
              </a:rPr>
              <a:t>Example:</a:t>
            </a:r>
            <a:r>
              <a:rPr lang="en-US" altLang="ar-IQ">
                <a:solidFill>
                  <a:srgbClr val="374151"/>
                </a:solidFill>
                <a:latin typeface="Söhne"/>
              </a:rPr>
              <a:t> Tim, a 10-year-old boy, participates in regular physical activities like swimming, biking, and playing sports. His active lifestyle contributes to his physical growth, strength, and cardiovascular health.</a:t>
            </a:r>
          </a:p>
          <a:p>
            <a:pPr algn="l">
              <a:buFontTx/>
              <a:buChar char="•"/>
            </a:pPr>
            <a:r>
              <a:rPr lang="en-US" altLang="ar-IQ" b="1">
                <a:solidFill>
                  <a:srgbClr val="374151"/>
                </a:solidFill>
                <a:latin typeface="Söhne"/>
              </a:rPr>
              <a:t>Cognitive Stimulation:</a:t>
            </a:r>
            <a:r>
              <a:rPr lang="en-US" altLang="ar-IQ">
                <a:solidFill>
                  <a:srgbClr val="374151"/>
                </a:solidFill>
                <a:latin typeface="Söhne"/>
              </a:rPr>
              <a:t> Mental activities, such as reading, problem-solving, and educational games, are essential for cognitive development. These activities help build neural connections and enhance intellectual skills.</a:t>
            </a:r>
          </a:p>
          <a:p>
            <a:pPr marL="742950" lvl="1" indent="-285750" algn="l">
              <a:buFontTx/>
              <a:buChar char="•"/>
            </a:pPr>
            <a:r>
              <a:rPr lang="en-US" altLang="ar-IQ" i="1">
                <a:solidFill>
                  <a:srgbClr val="374151"/>
                </a:solidFill>
                <a:latin typeface="Söhne"/>
              </a:rPr>
              <a:t>Example:</a:t>
            </a:r>
            <a:r>
              <a:rPr lang="en-US" altLang="ar-IQ">
                <a:solidFill>
                  <a:srgbClr val="374151"/>
                </a:solidFill>
                <a:latin typeface="Söhne"/>
              </a:rPr>
              <a:t> Emily's parents read to her regularly and provide educational toys. This cognitive stimulation supports her language development, problem-solving abilities, and overall cognitive growth.</a:t>
            </a:r>
          </a:p>
          <a:p>
            <a:pPr algn="l">
              <a:buFontTx/>
              <a:buChar char="•"/>
            </a:pPr>
            <a:r>
              <a:rPr lang="en-US" altLang="ar-IQ" b="1">
                <a:solidFill>
                  <a:srgbClr val="374151"/>
                </a:solidFill>
                <a:latin typeface="Söhne"/>
              </a:rPr>
              <a:t>Social Interaction:</a:t>
            </a:r>
            <a:r>
              <a:rPr lang="en-US" altLang="ar-IQ">
                <a:solidFill>
                  <a:srgbClr val="374151"/>
                </a:solidFill>
                <a:latin typeface="Söhne"/>
              </a:rPr>
              <a:t> Social activities and interactions with peers, family members, and caregivers play a significant role in a child's psychosocial development. They help children learn communication skills, empathy, and social norms.</a:t>
            </a:r>
          </a:p>
          <a:p>
            <a:pPr marL="742950" lvl="1" indent="-285750" algn="l">
              <a:buFontTx/>
              <a:buChar char="•"/>
            </a:pPr>
            <a:r>
              <a:rPr lang="en-US" altLang="ar-IQ" i="1">
                <a:solidFill>
                  <a:srgbClr val="374151"/>
                </a:solidFill>
                <a:latin typeface="Söhne"/>
              </a:rPr>
              <a:t>Example:</a:t>
            </a:r>
            <a:r>
              <a:rPr lang="en-US" altLang="ar-IQ">
                <a:solidFill>
                  <a:srgbClr val="374151"/>
                </a:solidFill>
                <a:latin typeface="Söhne"/>
              </a:rPr>
              <a:t> Sarah attends a preschool where she interacts with other children. These social interactions contribute to her emotional and social growth, helping her develop friendships and social skills.</a:t>
            </a:r>
          </a:p>
          <a:p>
            <a:pPr algn="l"/>
            <a:r>
              <a:rPr lang="en-US" altLang="ar-IQ" b="1">
                <a:solidFill>
                  <a:srgbClr val="374151"/>
                </a:solidFill>
                <a:latin typeface="Söhne"/>
              </a:rPr>
              <a:t>2. Illness and Injuries:</a:t>
            </a:r>
            <a:endParaRPr lang="en-US" altLang="ar-IQ">
              <a:solidFill>
                <a:srgbClr val="374151"/>
              </a:solidFill>
              <a:latin typeface="Söhne"/>
            </a:endParaRPr>
          </a:p>
          <a:p>
            <a:pPr algn="l">
              <a:buFontTx/>
              <a:buChar char="•"/>
            </a:pPr>
            <a:r>
              <a:rPr lang="en-US" altLang="ar-IQ" b="1">
                <a:solidFill>
                  <a:srgbClr val="374151"/>
                </a:solidFill>
                <a:latin typeface="Söhne"/>
              </a:rPr>
              <a:t>Birth-Related Injuries:</a:t>
            </a:r>
            <a:r>
              <a:rPr lang="en-US" altLang="ar-IQ">
                <a:solidFill>
                  <a:srgbClr val="374151"/>
                </a:solidFill>
                <a:latin typeface="Söhne"/>
              </a:rPr>
              <a:t> Injuries during birth, such as oxygen deprivation (birth asphyxia), can lead to permanent damage to vital organs, including the brain. This can result in developmental delays, cognitive impairment, or physical disabilities.</a:t>
            </a:r>
          </a:p>
          <a:p>
            <a:pPr marL="742950" lvl="1" indent="-285750" algn="l">
              <a:buFontTx/>
              <a:buChar char="•"/>
            </a:pPr>
            <a:r>
              <a:rPr lang="en-US" altLang="ar-IQ" i="1">
                <a:solidFill>
                  <a:srgbClr val="374151"/>
                </a:solidFill>
                <a:latin typeface="Söhne"/>
              </a:rPr>
              <a:t>Example:</a:t>
            </a:r>
            <a:r>
              <a:rPr lang="en-US" altLang="ar-IQ">
                <a:solidFill>
                  <a:srgbClr val="374151"/>
                </a:solidFill>
                <a:latin typeface="Söhne"/>
              </a:rPr>
              <a:t> A newborn experiences birth asphyxia during delivery due to complications. This lack of oxygen can cause brain damage and lead to cerebral palsy, affecting the child's motor skills and overall development.</a:t>
            </a:r>
          </a:p>
          <a:p>
            <a:pPr algn="l">
              <a:buFontTx/>
              <a:buChar char="•"/>
            </a:pPr>
            <a:r>
              <a:rPr lang="en-US" altLang="ar-IQ" b="1">
                <a:solidFill>
                  <a:srgbClr val="374151"/>
                </a:solidFill>
                <a:latin typeface="Söhne"/>
              </a:rPr>
              <a:t>Chronic Illness:</a:t>
            </a:r>
            <a:r>
              <a:rPr lang="en-US" altLang="ar-IQ">
                <a:solidFill>
                  <a:srgbClr val="374151"/>
                </a:solidFill>
                <a:latin typeface="Söhne"/>
              </a:rPr>
              <a:t> Children with chronic illnesses, such as diabetes, cystic fibrosis, or cancer, may face challenges in growth and development. Managing these conditions and their treatment can impact a child's overall well-being.</a:t>
            </a:r>
          </a:p>
          <a:p>
            <a:pPr marL="742950" lvl="1" indent="-285750" algn="l">
              <a:buFontTx/>
              <a:buChar char="•"/>
            </a:pPr>
            <a:r>
              <a:rPr lang="en-US" altLang="ar-IQ" i="1">
                <a:solidFill>
                  <a:srgbClr val="374151"/>
                </a:solidFill>
                <a:latin typeface="Söhne"/>
              </a:rPr>
              <a:t>Example:</a:t>
            </a:r>
            <a:r>
              <a:rPr lang="en-US" altLang="ar-IQ">
                <a:solidFill>
                  <a:srgbClr val="374151"/>
                </a:solidFill>
                <a:latin typeface="Söhne"/>
              </a:rPr>
              <a:t> Lily, a 6-year-old, has been diagnosed with type 1 diabetes. Her daily insulin management and dietary restrictions are essential for controlling her condition and preventing complications that could affect her growth and development.</a:t>
            </a:r>
          </a:p>
          <a:p>
            <a:endParaRPr lang="ar-IQ" altLang="ar-IQ"/>
          </a:p>
        </p:txBody>
      </p:sp>
      <p:sp>
        <p:nvSpPr>
          <p:cNvPr id="186372" name="عنصر نائب لرقم الشريحة 3">
            <a:extLst>
              <a:ext uri="{FF2B5EF4-FFF2-40B4-BE49-F238E27FC236}">
                <a16:creationId xmlns:a16="http://schemas.microsoft.com/office/drawing/2014/main" id="{ECFBA059-D3AD-351C-EF28-15E283F0E1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833B4083-3B02-4EB1-B679-54701B202822}" type="slidenum">
              <a:rPr lang="ar-SA" altLang="ar-IQ" smtClean="0">
                <a:latin typeface="Arial" panose="020B0604020202020204" pitchFamily="34" charset="0"/>
              </a:rPr>
              <a:pPr/>
              <a:t>10</a:t>
            </a:fld>
            <a:endParaRPr lang="en-US" altLang="ar-IQ">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عنصر نائب لصورة الشريحة 1">
            <a:extLst>
              <a:ext uri="{FF2B5EF4-FFF2-40B4-BE49-F238E27FC236}">
                <a16:creationId xmlns:a16="http://schemas.microsoft.com/office/drawing/2014/main" id="{4B81CA14-DC2B-B1E4-4ACF-C342BE85E953}"/>
              </a:ext>
            </a:extLst>
          </p:cNvPr>
          <p:cNvSpPr>
            <a:spLocks noGrp="1" noRot="1" noChangeAspect="1" noChangeArrowheads="1" noTextEdit="1"/>
          </p:cNvSpPr>
          <p:nvPr>
            <p:ph type="sldImg"/>
          </p:nvPr>
        </p:nvSpPr>
        <p:spPr>
          <a:ln/>
        </p:spPr>
      </p:sp>
      <p:sp>
        <p:nvSpPr>
          <p:cNvPr id="188419" name="عنصر نائب للملاحظات 2">
            <a:extLst>
              <a:ext uri="{FF2B5EF4-FFF2-40B4-BE49-F238E27FC236}">
                <a16:creationId xmlns:a16="http://schemas.microsoft.com/office/drawing/2014/main" id="{4B7FE176-B2A0-D2AB-AC0C-A812A5A5C6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ar-IQ" altLang="ar-IQ"/>
          </a:p>
        </p:txBody>
      </p:sp>
      <p:sp>
        <p:nvSpPr>
          <p:cNvPr id="188420" name="عنصر نائب لرقم الشريحة 3">
            <a:extLst>
              <a:ext uri="{FF2B5EF4-FFF2-40B4-BE49-F238E27FC236}">
                <a16:creationId xmlns:a16="http://schemas.microsoft.com/office/drawing/2014/main" id="{3EB5EE0A-F117-0D01-9E0E-FBD555DFFA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5FB92D75-A356-48A5-A77A-A36905DDDB9E}" type="slidenum">
              <a:rPr lang="ar-SA" altLang="ar-IQ" smtClean="0">
                <a:latin typeface="Arial" panose="020B0604020202020204" pitchFamily="34" charset="0"/>
              </a:rPr>
              <a:pPr/>
              <a:t>11</a:t>
            </a:fld>
            <a:endParaRPr lang="en-US" altLang="ar-IQ">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a:extLst>
              <a:ext uri="{FF2B5EF4-FFF2-40B4-BE49-F238E27FC236}">
                <a16:creationId xmlns:a16="http://schemas.microsoft.com/office/drawing/2014/main" id="{154E7756-A8F8-5E90-B975-2E5C561990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a:spcBef>
                <a:spcPct val="0"/>
              </a:spcBef>
            </a:pPr>
            <a:fld id="{7636846F-B0B7-490B-8B65-018A557C2678}" type="slidenum">
              <a:rPr lang="ar-SA" altLang="ar-IQ" smtClean="0"/>
              <a:pPr algn="l">
                <a:spcBef>
                  <a:spcPct val="0"/>
                </a:spcBef>
              </a:pPr>
              <a:t>17</a:t>
            </a:fld>
            <a:endParaRPr lang="en-US" altLang="ar-IQ"/>
          </a:p>
        </p:txBody>
      </p:sp>
      <p:sp>
        <p:nvSpPr>
          <p:cNvPr id="195587" name="Rectangle 2">
            <a:extLst>
              <a:ext uri="{FF2B5EF4-FFF2-40B4-BE49-F238E27FC236}">
                <a16:creationId xmlns:a16="http://schemas.microsoft.com/office/drawing/2014/main" id="{A07F3163-3026-FEC1-1720-76D688B4A944}"/>
              </a:ext>
            </a:extLst>
          </p:cNvPr>
          <p:cNvSpPr>
            <a:spLocks noRot="1" noChangeArrowheads="1" noTextEdit="1"/>
          </p:cNvSpPr>
          <p:nvPr>
            <p:ph type="sldImg"/>
          </p:nvPr>
        </p:nvSpPr>
        <p:spPr>
          <a:ln/>
        </p:spPr>
      </p:sp>
      <p:sp>
        <p:nvSpPr>
          <p:cNvPr id="195588" name="Rectangle 3">
            <a:extLst>
              <a:ext uri="{FF2B5EF4-FFF2-40B4-BE49-F238E27FC236}">
                <a16:creationId xmlns:a16="http://schemas.microsoft.com/office/drawing/2014/main" id="{ACCF3E1F-6BB1-68E0-BFBB-29E0D82B38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ar-IQ"/>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a:extLst>
              <a:ext uri="{FF2B5EF4-FFF2-40B4-BE49-F238E27FC236}">
                <a16:creationId xmlns:a16="http://schemas.microsoft.com/office/drawing/2014/main" id="{9715618C-9909-BB9E-97A0-665A58200E22}"/>
              </a:ext>
            </a:extLst>
          </p:cNvPr>
          <p:cNvSpPr>
            <a:spLocks noGrp="1" noRot="1" noChangeAspect="1" noChangeArrowheads="1" noTextEdit="1"/>
          </p:cNvSpPr>
          <p:nvPr>
            <p:ph type="sldImg"/>
          </p:nvPr>
        </p:nvSpPr>
        <p:spPr>
          <a:xfrm>
            <a:off x="685800" y="1143000"/>
            <a:ext cx="5486400" cy="3086100"/>
          </a:xfrm>
          <a:ln/>
        </p:spPr>
      </p:sp>
      <p:sp>
        <p:nvSpPr>
          <p:cNvPr id="209923" name="Notes Placeholder 2">
            <a:extLst>
              <a:ext uri="{FF2B5EF4-FFF2-40B4-BE49-F238E27FC236}">
                <a16:creationId xmlns:a16="http://schemas.microsoft.com/office/drawing/2014/main" id="{B6E0DCEE-09D8-AE48-DCF0-B1622A7915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A096A447-C584-1AF7-548B-48B092C4134C}"/>
              </a:ext>
            </a:extLst>
          </p:cNvPr>
          <p:cNvSpPr>
            <a:spLocks noGrp="1"/>
          </p:cNvSpPr>
          <p:nvPr>
            <p:ph type="sldNum" sz="quarter" idx="5"/>
          </p:nvPr>
        </p:nvSpPr>
        <p:spPr/>
        <p:txBody>
          <a:bodyPr/>
          <a:lstStyle/>
          <a:p>
            <a:pPr algn="r" rtl="0" fontAlgn="auto">
              <a:spcBef>
                <a:spcPts val="0"/>
              </a:spcBef>
              <a:spcAft>
                <a:spcPts val="0"/>
              </a:spcAft>
              <a:defRPr/>
            </a:pPr>
            <a:fld id="{9D2EAC52-210C-486E-A9A4-B41269B0024E}" type="slidenum">
              <a:rPr lang="en-US" smtClean="0">
                <a:solidFill>
                  <a:prstClr val="black"/>
                </a:solidFill>
                <a:latin typeface="Calibri" panose="020F0502020204030204"/>
                <a:cs typeface="+mn-cs"/>
              </a:rPr>
              <a:pPr algn="r" rtl="0" fontAlgn="auto">
                <a:spcBef>
                  <a:spcPts val="0"/>
                </a:spcBef>
                <a:spcAft>
                  <a:spcPts val="0"/>
                </a:spcAft>
                <a:defRPr/>
              </a:pPr>
              <a:t>30</a:t>
            </a:fld>
            <a:endParaRPr lang="en-US">
              <a:solidFill>
                <a:prstClr val="black"/>
              </a:solidFill>
              <a:latin typeface="Calibri" panose="020F0502020204030204"/>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9A4D86B1-FA33-72A0-9A76-A18878C81413}"/>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5" name="Rounded Rectangle 11">
            <a:extLst>
              <a:ext uri="{FF2B5EF4-FFF2-40B4-BE49-F238E27FC236}">
                <a16:creationId xmlns:a16="http://schemas.microsoft.com/office/drawing/2014/main" id="{C99EABC8-EA04-88CE-2AA1-9835C931FA8D}"/>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6" name="Rectangle 12">
            <a:extLst>
              <a:ext uri="{FF2B5EF4-FFF2-40B4-BE49-F238E27FC236}">
                <a16:creationId xmlns:a16="http://schemas.microsoft.com/office/drawing/2014/main" id="{437E68DC-3814-5BCD-B50A-2C4FE398F8EB}"/>
              </a:ext>
            </a:extLst>
          </p:cNvPr>
          <p:cNvSpPr/>
          <p:nvPr/>
        </p:nvSpPr>
        <p:spPr>
          <a:xfrm>
            <a:off x="460587" y="2942602"/>
            <a:ext cx="9530575"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7" name="Rectangle 13">
            <a:extLst>
              <a:ext uri="{FF2B5EF4-FFF2-40B4-BE49-F238E27FC236}">
                <a16:creationId xmlns:a16="http://schemas.microsoft.com/office/drawing/2014/main" id="{67F6E9A9-04B5-1457-92E1-EECBCF05AADB}"/>
              </a:ext>
            </a:extLst>
          </p:cNvPr>
          <p:cNvSpPr/>
          <p:nvPr/>
        </p:nvSpPr>
        <p:spPr>
          <a:xfrm>
            <a:off x="10096869" y="2944634"/>
            <a:ext cx="1587131"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8" name="Rectangle 14">
            <a:extLst>
              <a:ext uri="{FF2B5EF4-FFF2-40B4-BE49-F238E27FC236}">
                <a16:creationId xmlns:a16="http://schemas.microsoft.com/office/drawing/2014/main" id="{0D6550B8-D71A-3763-8C68-F67DADD1AC89}"/>
              </a:ext>
            </a:extLst>
          </p:cNvPr>
          <p:cNvSpPr/>
          <p:nvPr/>
        </p:nvSpPr>
        <p:spPr>
          <a:xfrm>
            <a:off x="10282238" y="3136900"/>
            <a:ext cx="1216025" cy="2074863"/>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9" name="Rectangle 15">
            <a:extLst>
              <a:ext uri="{FF2B5EF4-FFF2-40B4-BE49-F238E27FC236}">
                <a16:creationId xmlns:a16="http://schemas.microsoft.com/office/drawing/2014/main" id="{FC6C46E5-AAE3-B92D-06D7-F61C89DDC842}"/>
              </a:ext>
            </a:extLst>
          </p:cNvPr>
          <p:cNvSpPr/>
          <p:nvPr/>
        </p:nvSpPr>
        <p:spPr>
          <a:xfrm>
            <a:off x="595313" y="3055938"/>
            <a:ext cx="9261475" cy="2244725"/>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10" name="Rectangle 16">
            <a:extLst>
              <a:ext uri="{FF2B5EF4-FFF2-40B4-BE49-F238E27FC236}">
                <a16:creationId xmlns:a16="http://schemas.microsoft.com/office/drawing/2014/main" id="{A1E5778C-1631-2307-9E45-1EE57600E258}"/>
              </a:ext>
            </a:extLst>
          </p:cNvPr>
          <p:cNvSpPr/>
          <p:nvPr/>
        </p:nvSpPr>
        <p:spPr>
          <a:xfrm>
            <a:off x="722313" y="4559300"/>
            <a:ext cx="9007475" cy="66357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11" name="Rectangle 17">
            <a:extLst>
              <a:ext uri="{FF2B5EF4-FFF2-40B4-BE49-F238E27FC236}">
                <a16:creationId xmlns:a16="http://schemas.microsoft.com/office/drawing/2014/main" id="{C7A1E4CA-1788-0E92-B421-7CDFC7CEFDA8}"/>
              </a:ext>
            </a:extLst>
          </p:cNvPr>
          <p:cNvSpPr/>
          <p:nvPr/>
        </p:nvSpPr>
        <p:spPr>
          <a:xfrm>
            <a:off x="719138" y="3140075"/>
            <a:ext cx="9013825" cy="207645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3" name="Subtitle 2"/>
          <p:cNvSpPr>
            <a:spLocks noGrp="1"/>
          </p:cNvSpPr>
          <p:nvPr>
            <p:ph type="subTitle" idx="1"/>
          </p:nvPr>
        </p:nvSpPr>
        <p:spPr>
          <a:xfrm>
            <a:off x="857073" y="4648200"/>
            <a:ext cx="87376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806273" y="3227034"/>
            <a:ext cx="8839200" cy="1219201"/>
          </a:xfrm>
        </p:spPr>
        <p:txBody>
          <a:bodyPr anchor="b" anchorCtr="0">
            <a:noAutofit/>
          </a:bodyPr>
          <a:lstStyle>
            <a:lvl1pPr>
              <a:defRPr sz="4000">
                <a:solidFill>
                  <a:schemeClr val="accent1">
                    <a:lumMod val="50000"/>
                  </a:schemeClr>
                </a:solidFill>
              </a:defRPr>
            </a:lvl1pPr>
          </a:lstStyle>
          <a:p>
            <a:r>
              <a:rPr lang="en-US"/>
              <a:t>Click to edit Master title style</a:t>
            </a:r>
            <a:endParaRPr lang="en-US" dirty="0"/>
          </a:p>
        </p:txBody>
      </p:sp>
      <p:sp>
        <p:nvSpPr>
          <p:cNvPr id="12" name="Date Placeholder 3">
            <a:extLst>
              <a:ext uri="{FF2B5EF4-FFF2-40B4-BE49-F238E27FC236}">
                <a16:creationId xmlns:a16="http://schemas.microsoft.com/office/drawing/2014/main" id="{2B7891D4-B212-FA6E-4847-2EA46B7A0D97}"/>
              </a:ext>
            </a:extLst>
          </p:cNvPr>
          <p:cNvSpPr>
            <a:spLocks noGrp="1"/>
          </p:cNvSpPr>
          <p:nvPr>
            <p:ph type="dt" sz="half" idx="10"/>
          </p:nvPr>
        </p:nvSpPr>
        <p:spPr/>
        <p:txBody>
          <a:bodyPr/>
          <a:lstStyle>
            <a:lvl1pPr>
              <a:defRPr/>
            </a:lvl1pPr>
          </a:lstStyle>
          <a:p>
            <a:pPr>
              <a:defRPr/>
            </a:pPr>
            <a:fld id="{A128967A-5C6A-4B49-B4EC-3DC434D553E6}" type="datetime1">
              <a:rPr lang="hy-AM"/>
              <a:pPr>
                <a:defRPr/>
              </a:pPr>
              <a:t>21.10.2026</a:t>
            </a:fld>
            <a:endParaRPr lang="en-US"/>
          </a:p>
        </p:txBody>
      </p:sp>
      <p:sp>
        <p:nvSpPr>
          <p:cNvPr id="13" name="Footer Placeholder 4">
            <a:extLst>
              <a:ext uri="{FF2B5EF4-FFF2-40B4-BE49-F238E27FC236}">
                <a16:creationId xmlns:a16="http://schemas.microsoft.com/office/drawing/2014/main" id="{9DDB0AF8-232D-DC34-06AD-DCD078C362EA}"/>
              </a:ext>
            </a:extLst>
          </p:cNvPr>
          <p:cNvSpPr>
            <a:spLocks noGrp="1"/>
          </p:cNvSpPr>
          <p:nvPr>
            <p:ph type="ftr" sz="quarter" idx="11"/>
          </p:nvPr>
        </p:nvSpPr>
        <p:spPr/>
        <p:txBody>
          <a:bodyPr/>
          <a:lstStyle>
            <a:lvl1pPr>
              <a:defRPr/>
            </a:lvl1pPr>
          </a:lstStyle>
          <a:p>
            <a:pPr>
              <a:defRPr/>
            </a:pPr>
            <a:endParaRPr lang="en-US"/>
          </a:p>
        </p:txBody>
      </p:sp>
      <p:sp>
        <p:nvSpPr>
          <p:cNvPr id="14" name="Slide Number Placeholder 5">
            <a:extLst>
              <a:ext uri="{FF2B5EF4-FFF2-40B4-BE49-F238E27FC236}">
                <a16:creationId xmlns:a16="http://schemas.microsoft.com/office/drawing/2014/main" id="{89C9A38C-8F2A-3418-9EAA-AA625C5EA42B}"/>
              </a:ext>
            </a:extLst>
          </p:cNvPr>
          <p:cNvSpPr>
            <a:spLocks noGrp="1"/>
          </p:cNvSpPr>
          <p:nvPr>
            <p:ph type="sldNum" sz="quarter" idx="12"/>
          </p:nvPr>
        </p:nvSpPr>
        <p:spPr>
          <a:xfrm>
            <a:off x="10382250" y="4625975"/>
            <a:ext cx="1016000" cy="457200"/>
          </a:xfrm>
        </p:spPr>
        <p:txBody>
          <a:bodyPr/>
          <a:lstStyle>
            <a:lvl1pPr algn="ctr">
              <a:defRPr sz="2800">
                <a:solidFill>
                  <a:srgbClr val="47534C"/>
                </a:solidFill>
              </a:defRPr>
            </a:lvl1pPr>
          </a:lstStyle>
          <a:p>
            <a:pPr>
              <a:defRPr/>
            </a:pPr>
            <a:fld id="{659F8096-0EBF-486E-B933-084C95B80CAA}" type="slidenum">
              <a:rPr lang="ar-SA" altLang="ar-IQ"/>
              <a:pPr>
                <a:defRPr/>
              </a:pPr>
              <a:t>‹#›</a:t>
            </a:fld>
            <a:endParaRPr lang="en-US" altLang="ar-IQ"/>
          </a:p>
        </p:txBody>
      </p:sp>
    </p:spTree>
    <p:extLst>
      <p:ext uri="{BB962C8B-B14F-4D97-AF65-F5344CB8AC3E}">
        <p14:creationId xmlns:p14="http://schemas.microsoft.com/office/powerpoint/2010/main" val="2690917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95011F-09B3-4DAB-F292-A8211AD8A1DA}"/>
              </a:ext>
            </a:extLst>
          </p:cNvPr>
          <p:cNvSpPr>
            <a:spLocks noGrp="1"/>
          </p:cNvSpPr>
          <p:nvPr>
            <p:ph type="dt" sz="half" idx="10"/>
          </p:nvPr>
        </p:nvSpPr>
        <p:spPr/>
        <p:txBody>
          <a:bodyPr/>
          <a:lstStyle>
            <a:lvl1pPr>
              <a:defRPr/>
            </a:lvl1pPr>
          </a:lstStyle>
          <a:p>
            <a:pPr>
              <a:defRPr/>
            </a:pPr>
            <a:fld id="{7FDDA7D8-4F9F-4CA8-8682-76CE286F9609}" type="datetime1">
              <a:rPr lang="hy-AM"/>
              <a:pPr>
                <a:defRPr/>
              </a:pPr>
              <a:t>21.10.2026</a:t>
            </a:fld>
            <a:endParaRPr lang="en-US"/>
          </a:p>
        </p:txBody>
      </p:sp>
      <p:sp>
        <p:nvSpPr>
          <p:cNvPr id="5" name="Footer Placeholder 4">
            <a:extLst>
              <a:ext uri="{FF2B5EF4-FFF2-40B4-BE49-F238E27FC236}">
                <a16:creationId xmlns:a16="http://schemas.microsoft.com/office/drawing/2014/main" id="{958540AC-4D86-3EDB-94A8-58789776E5B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73634F0-E8C5-D08A-0210-AF0927C2962E}"/>
              </a:ext>
            </a:extLst>
          </p:cNvPr>
          <p:cNvSpPr>
            <a:spLocks noGrp="1"/>
          </p:cNvSpPr>
          <p:nvPr>
            <p:ph type="sldNum" sz="quarter" idx="12"/>
          </p:nvPr>
        </p:nvSpPr>
        <p:spPr/>
        <p:txBody>
          <a:bodyPr/>
          <a:lstStyle>
            <a:lvl1pPr>
              <a:defRPr/>
            </a:lvl1pPr>
          </a:lstStyle>
          <a:p>
            <a:pPr>
              <a:defRPr/>
            </a:pPr>
            <a:fld id="{EB9C6C2B-9056-43CE-B57B-015C902EAF1B}" type="slidenum">
              <a:rPr lang="ar-SA" altLang="ar-IQ"/>
              <a:pPr>
                <a:defRPr/>
              </a:pPr>
              <a:t>‹#›</a:t>
            </a:fld>
            <a:endParaRPr lang="en-US" altLang="ar-IQ"/>
          </a:p>
        </p:txBody>
      </p:sp>
    </p:spTree>
    <p:extLst>
      <p:ext uri="{BB962C8B-B14F-4D97-AF65-F5344CB8AC3E}">
        <p14:creationId xmlns:p14="http://schemas.microsoft.com/office/powerpoint/2010/main" val="239714171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83F90992-3807-5275-E83F-2C5E2C71FF3C}"/>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5" name="Rounded Rectangle 11">
            <a:extLst>
              <a:ext uri="{FF2B5EF4-FFF2-40B4-BE49-F238E27FC236}">
                <a16:creationId xmlns:a16="http://schemas.microsoft.com/office/drawing/2014/main" id="{9D16B952-6C78-4B9B-9730-985B3AAEFBDF}"/>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6" name="Rectangle 12">
            <a:extLst>
              <a:ext uri="{FF2B5EF4-FFF2-40B4-BE49-F238E27FC236}">
                <a16:creationId xmlns:a16="http://schemas.microsoft.com/office/drawing/2014/main" id="{1DAB922A-F9BB-C299-CEB1-452E5B6C05C0}"/>
              </a:ext>
            </a:extLst>
          </p:cNvPr>
          <p:cNvSpPr/>
          <p:nvPr/>
        </p:nvSpPr>
        <p:spPr>
          <a:xfrm>
            <a:off x="602635" y="2946400"/>
            <a:ext cx="11020213"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7" name="Rectangle 13">
            <a:extLst>
              <a:ext uri="{FF2B5EF4-FFF2-40B4-BE49-F238E27FC236}">
                <a16:creationId xmlns:a16="http://schemas.microsoft.com/office/drawing/2014/main" id="{F5AB0535-9C03-9081-8A79-98A73C25CE1A}"/>
              </a:ext>
            </a:extLst>
          </p:cNvPr>
          <p:cNvSpPr/>
          <p:nvPr/>
        </p:nvSpPr>
        <p:spPr>
          <a:xfrm>
            <a:off x="757238" y="3048000"/>
            <a:ext cx="10710862" cy="2244725"/>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8" name="Rectangle 14">
            <a:extLst>
              <a:ext uri="{FF2B5EF4-FFF2-40B4-BE49-F238E27FC236}">
                <a16:creationId xmlns:a16="http://schemas.microsoft.com/office/drawing/2014/main" id="{71ECE565-B8B0-0075-53D5-CBDA2942AE6B}"/>
              </a:ext>
            </a:extLst>
          </p:cNvPr>
          <p:cNvSpPr/>
          <p:nvPr/>
        </p:nvSpPr>
        <p:spPr>
          <a:xfrm>
            <a:off x="901700" y="4541838"/>
            <a:ext cx="10421938" cy="66357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9" name="Rectangle 15">
            <a:extLst>
              <a:ext uri="{FF2B5EF4-FFF2-40B4-BE49-F238E27FC236}">
                <a16:creationId xmlns:a16="http://schemas.microsoft.com/office/drawing/2014/main" id="{F09CC358-A9B1-A7AB-13DB-A056C0FBDADF}"/>
              </a:ext>
            </a:extLst>
          </p:cNvPr>
          <p:cNvSpPr/>
          <p:nvPr/>
        </p:nvSpPr>
        <p:spPr>
          <a:xfrm>
            <a:off x="901700" y="3124200"/>
            <a:ext cx="10421938" cy="2078038"/>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2" name="Title 1"/>
          <p:cNvSpPr>
            <a:spLocks noGrp="1"/>
          </p:cNvSpPr>
          <p:nvPr>
            <p:ph type="title"/>
          </p:nvPr>
        </p:nvSpPr>
        <p:spPr>
          <a:xfrm>
            <a:off x="981941" y="3200400"/>
            <a:ext cx="102616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981941" y="4607511"/>
            <a:ext cx="102616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 name="Date Placeholder 3">
            <a:extLst>
              <a:ext uri="{FF2B5EF4-FFF2-40B4-BE49-F238E27FC236}">
                <a16:creationId xmlns:a16="http://schemas.microsoft.com/office/drawing/2014/main" id="{BBEC2D18-75B9-0C7E-DC1C-43CDF02F1FDD}"/>
              </a:ext>
            </a:extLst>
          </p:cNvPr>
          <p:cNvSpPr>
            <a:spLocks noGrp="1"/>
          </p:cNvSpPr>
          <p:nvPr>
            <p:ph type="dt" sz="half" idx="10"/>
          </p:nvPr>
        </p:nvSpPr>
        <p:spPr/>
        <p:txBody>
          <a:bodyPr/>
          <a:lstStyle>
            <a:lvl1pPr>
              <a:defRPr/>
            </a:lvl1pPr>
          </a:lstStyle>
          <a:p>
            <a:pPr>
              <a:defRPr/>
            </a:pPr>
            <a:fld id="{EA4C198F-91C1-42A3-B367-3F5630A7118C}" type="datetime1">
              <a:rPr lang="hy-AM"/>
              <a:pPr>
                <a:defRPr/>
              </a:pPr>
              <a:t>21.10.2026</a:t>
            </a:fld>
            <a:endParaRPr lang="en-US"/>
          </a:p>
        </p:txBody>
      </p:sp>
      <p:sp>
        <p:nvSpPr>
          <p:cNvPr id="11" name="Footer Placeholder 4">
            <a:extLst>
              <a:ext uri="{FF2B5EF4-FFF2-40B4-BE49-F238E27FC236}">
                <a16:creationId xmlns:a16="http://schemas.microsoft.com/office/drawing/2014/main" id="{0D08DE0A-040D-FD08-3C4E-B288B941339B}"/>
              </a:ext>
            </a:extLst>
          </p:cNvPr>
          <p:cNvSpPr>
            <a:spLocks noGrp="1"/>
          </p:cNvSpPr>
          <p:nvPr>
            <p:ph type="ftr" sz="quarter" idx="11"/>
          </p:nvPr>
        </p:nvSpPr>
        <p:spPr/>
        <p:txBody>
          <a:bodyPr/>
          <a:lstStyle>
            <a:lvl1pPr>
              <a:defRPr/>
            </a:lvl1pPr>
          </a:lstStyle>
          <a:p>
            <a:pPr>
              <a:defRPr/>
            </a:pPr>
            <a:endParaRPr lang="en-US"/>
          </a:p>
        </p:txBody>
      </p:sp>
      <p:sp>
        <p:nvSpPr>
          <p:cNvPr id="12" name="Slide Number Placeholder 5">
            <a:extLst>
              <a:ext uri="{FF2B5EF4-FFF2-40B4-BE49-F238E27FC236}">
                <a16:creationId xmlns:a16="http://schemas.microsoft.com/office/drawing/2014/main" id="{73CE5C74-75ED-F951-8027-757FEE7BB681}"/>
              </a:ext>
            </a:extLst>
          </p:cNvPr>
          <p:cNvSpPr>
            <a:spLocks noGrp="1"/>
          </p:cNvSpPr>
          <p:nvPr>
            <p:ph type="sldNum" sz="quarter" idx="12"/>
          </p:nvPr>
        </p:nvSpPr>
        <p:spPr/>
        <p:txBody>
          <a:bodyPr/>
          <a:lstStyle>
            <a:lvl1pPr>
              <a:defRPr/>
            </a:lvl1pPr>
          </a:lstStyle>
          <a:p>
            <a:pPr>
              <a:defRPr/>
            </a:pPr>
            <a:fld id="{A3BF2093-75E9-4439-BD70-2C618047689F}" type="slidenum">
              <a:rPr lang="ar-SA" altLang="ar-IQ"/>
              <a:pPr>
                <a:defRPr/>
              </a:pPr>
              <a:t>‹#›</a:t>
            </a:fld>
            <a:endParaRPr lang="en-US" altLang="ar-IQ"/>
          </a:p>
        </p:txBody>
      </p:sp>
    </p:spTree>
    <p:extLst>
      <p:ext uri="{BB962C8B-B14F-4D97-AF65-F5344CB8AC3E}">
        <p14:creationId xmlns:p14="http://schemas.microsoft.com/office/powerpoint/2010/main" val="321487506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68171" y="408373"/>
            <a:ext cx="11014229" cy="1039427"/>
          </a:xfrm>
        </p:spPr>
        <p:txBody>
          <a:bodyPr/>
          <a:lstStyle/>
          <a:p>
            <a:r>
              <a:rPr lang="en-US"/>
              <a:t>Click to edit Master title style</a:t>
            </a:r>
          </a:p>
        </p:txBody>
      </p:sp>
      <p:sp>
        <p:nvSpPr>
          <p:cNvPr id="3" name="Content Placeholder 2"/>
          <p:cNvSpPr>
            <a:spLocks noGrp="1"/>
          </p:cNvSpPr>
          <p:nvPr>
            <p:ph sz="half" idx="1"/>
          </p:nvPr>
        </p:nvSpPr>
        <p:spPr>
          <a:xfrm>
            <a:off x="568171" y="1719071"/>
            <a:ext cx="53848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719071"/>
            <a:ext cx="53848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FF61FBE7-8EE0-14D2-85B7-AFA3F6CDCADE}"/>
              </a:ext>
            </a:extLst>
          </p:cNvPr>
          <p:cNvSpPr>
            <a:spLocks noGrp="1"/>
          </p:cNvSpPr>
          <p:nvPr>
            <p:ph type="dt" sz="half" idx="10"/>
          </p:nvPr>
        </p:nvSpPr>
        <p:spPr/>
        <p:txBody>
          <a:bodyPr/>
          <a:lstStyle>
            <a:lvl1pPr>
              <a:defRPr/>
            </a:lvl1pPr>
          </a:lstStyle>
          <a:p>
            <a:pPr>
              <a:defRPr/>
            </a:pPr>
            <a:fld id="{D60C81A6-4682-4A75-AEF6-A4F5446E5D8E}" type="datetime1">
              <a:rPr lang="hy-AM"/>
              <a:pPr>
                <a:defRPr/>
              </a:pPr>
              <a:t>21.10.2026</a:t>
            </a:fld>
            <a:endParaRPr lang="en-US"/>
          </a:p>
        </p:txBody>
      </p:sp>
      <p:sp>
        <p:nvSpPr>
          <p:cNvPr id="6" name="Footer Placeholder 4">
            <a:extLst>
              <a:ext uri="{FF2B5EF4-FFF2-40B4-BE49-F238E27FC236}">
                <a16:creationId xmlns:a16="http://schemas.microsoft.com/office/drawing/2014/main" id="{C4630753-3E1B-B14B-36F5-EA2C79057CF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D5D2D7E-8C0E-A084-D6FA-723A09EFB3BE}"/>
              </a:ext>
            </a:extLst>
          </p:cNvPr>
          <p:cNvSpPr>
            <a:spLocks noGrp="1"/>
          </p:cNvSpPr>
          <p:nvPr>
            <p:ph type="sldNum" sz="quarter" idx="12"/>
          </p:nvPr>
        </p:nvSpPr>
        <p:spPr/>
        <p:txBody>
          <a:bodyPr/>
          <a:lstStyle>
            <a:lvl1pPr>
              <a:defRPr/>
            </a:lvl1pPr>
          </a:lstStyle>
          <a:p>
            <a:pPr>
              <a:defRPr/>
            </a:pPr>
            <a:fld id="{2F89A19D-5C1A-423E-A96A-3D669F288546}" type="slidenum">
              <a:rPr lang="ar-SA" altLang="ar-IQ"/>
              <a:pPr>
                <a:defRPr/>
              </a:pPr>
              <a:t>‹#›</a:t>
            </a:fld>
            <a:endParaRPr lang="en-US" altLang="ar-IQ"/>
          </a:p>
        </p:txBody>
      </p:sp>
    </p:spTree>
    <p:extLst>
      <p:ext uri="{BB962C8B-B14F-4D97-AF65-F5344CB8AC3E}">
        <p14:creationId xmlns:p14="http://schemas.microsoft.com/office/powerpoint/2010/main" val="254799177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8171" y="408373"/>
            <a:ext cx="11014229" cy="1039427"/>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68171" y="1722438"/>
            <a:ext cx="5386917"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68171" y="2438400"/>
            <a:ext cx="5386917"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722438"/>
            <a:ext cx="5389033"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438400"/>
            <a:ext cx="5389033"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13BF90BF-9E95-48D4-CEA1-1554A46AFE6F}"/>
              </a:ext>
            </a:extLst>
          </p:cNvPr>
          <p:cNvSpPr>
            <a:spLocks noGrp="1"/>
          </p:cNvSpPr>
          <p:nvPr>
            <p:ph type="dt" sz="half" idx="10"/>
          </p:nvPr>
        </p:nvSpPr>
        <p:spPr/>
        <p:txBody>
          <a:bodyPr/>
          <a:lstStyle>
            <a:lvl1pPr>
              <a:defRPr/>
            </a:lvl1pPr>
          </a:lstStyle>
          <a:p>
            <a:pPr>
              <a:defRPr/>
            </a:pPr>
            <a:fld id="{5B714D2B-DC13-4B54-A493-C8591AD98F28}" type="datetime1">
              <a:rPr lang="hy-AM"/>
              <a:pPr>
                <a:defRPr/>
              </a:pPr>
              <a:t>21.10.2026</a:t>
            </a:fld>
            <a:endParaRPr lang="en-US"/>
          </a:p>
        </p:txBody>
      </p:sp>
      <p:sp>
        <p:nvSpPr>
          <p:cNvPr id="8" name="Footer Placeholder 4">
            <a:extLst>
              <a:ext uri="{FF2B5EF4-FFF2-40B4-BE49-F238E27FC236}">
                <a16:creationId xmlns:a16="http://schemas.microsoft.com/office/drawing/2014/main" id="{A5AEB51F-B942-160B-5058-B4D383B9B72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520656BB-BD85-2A29-38D1-55C6AE2AF16A}"/>
              </a:ext>
            </a:extLst>
          </p:cNvPr>
          <p:cNvSpPr>
            <a:spLocks noGrp="1"/>
          </p:cNvSpPr>
          <p:nvPr>
            <p:ph type="sldNum" sz="quarter" idx="12"/>
          </p:nvPr>
        </p:nvSpPr>
        <p:spPr/>
        <p:txBody>
          <a:bodyPr/>
          <a:lstStyle>
            <a:lvl1pPr>
              <a:defRPr/>
            </a:lvl1pPr>
          </a:lstStyle>
          <a:p>
            <a:pPr>
              <a:defRPr/>
            </a:pPr>
            <a:fld id="{D3637B92-CFD0-4D85-B43D-7BFBD6CF5D0B}" type="slidenum">
              <a:rPr lang="ar-SA" altLang="ar-IQ"/>
              <a:pPr>
                <a:defRPr/>
              </a:pPr>
              <a:t>‹#›</a:t>
            </a:fld>
            <a:endParaRPr lang="en-US" altLang="ar-IQ"/>
          </a:p>
        </p:txBody>
      </p:sp>
    </p:spTree>
    <p:extLst>
      <p:ext uri="{BB962C8B-B14F-4D97-AF65-F5344CB8AC3E}">
        <p14:creationId xmlns:p14="http://schemas.microsoft.com/office/powerpoint/2010/main" val="105336446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34D03FA-E161-5542-2941-B3F37F1ED760}"/>
              </a:ext>
            </a:extLst>
          </p:cNvPr>
          <p:cNvSpPr>
            <a:spLocks noGrp="1"/>
          </p:cNvSpPr>
          <p:nvPr>
            <p:ph type="dt" sz="half" idx="10"/>
          </p:nvPr>
        </p:nvSpPr>
        <p:spPr/>
        <p:txBody>
          <a:bodyPr/>
          <a:lstStyle>
            <a:lvl1pPr>
              <a:defRPr/>
            </a:lvl1pPr>
          </a:lstStyle>
          <a:p>
            <a:pPr>
              <a:defRPr/>
            </a:pPr>
            <a:fld id="{301D948B-0C83-4256-A1AE-848FB3E70158}" type="datetime1">
              <a:rPr lang="hy-AM"/>
              <a:pPr>
                <a:defRPr/>
              </a:pPr>
              <a:t>21.10.2026</a:t>
            </a:fld>
            <a:endParaRPr lang="en-US"/>
          </a:p>
        </p:txBody>
      </p:sp>
      <p:sp>
        <p:nvSpPr>
          <p:cNvPr id="4" name="Footer Placeholder 4">
            <a:extLst>
              <a:ext uri="{FF2B5EF4-FFF2-40B4-BE49-F238E27FC236}">
                <a16:creationId xmlns:a16="http://schemas.microsoft.com/office/drawing/2014/main" id="{B6BF5330-9BED-784F-259D-82ED2D9EB51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FCCC172-8D63-68BC-0CCE-0082830837AC}"/>
              </a:ext>
            </a:extLst>
          </p:cNvPr>
          <p:cNvSpPr>
            <a:spLocks noGrp="1"/>
          </p:cNvSpPr>
          <p:nvPr>
            <p:ph type="sldNum" sz="quarter" idx="12"/>
          </p:nvPr>
        </p:nvSpPr>
        <p:spPr/>
        <p:txBody>
          <a:bodyPr/>
          <a:lstStyle>
            <a:lvl1pPr>
              <a:defRPr/>
            </a:lvl1pPr>
          </a:lstStyle>
          <a:p>
            <a:pPr>
              <a:defRPr/>
            </a:pPr>
            <a:fld id="{D543094F-26F5-482B-ABD3-5ED780A3D1BD}" type="slidenum">
              <a:rPr lang="ar-SA" altLang="ar-IQ"/>
              <a:pPr>
                <a:defRPr/>
              </a:pPr>
              <a:t>‹#›</a:t>
            </a:fld>
            <a:endParaRPr lang="en-US" altLang="ar-IQ"/>
          </a:p>
        </p:txBody>
      </p:sp>
    </p:spTree>
    <p:extLst>
      <p:ext uri="{BB962C8B-B14F-4D97-AF65-F5344CB8AC3E}">
        <p14:creationId xmlns:p14="http://schemas.microsoft.com/office/powerpoint/2010/main" val="395629425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F65BD86-4C7A-5727-AB72-7DE3CCBADA3C}"/>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3" name="Rounded Rectangle 11">
            <a:extLst>
              <a:ext uri="{FF2B5EF4-FFF2-40B4-BE49-F238E27FC236}">
                <a16:creationId xmlns:a16="http://schemas.microsoft.com/office/drawing/2014/main" id="{F043DED5-F4CC-A058-04D1-D5337D971ACE}"/>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4" name="Date Placeholder 1">
            <a:extLst>
              <a:ext uri="{FF2B5EF4-FFF2-40B4-BE49-F238E27FC236}">
                <a16:creationId xmlns:a16="http://schemas.microsoft.com/office/drawing/2014/main" id="{A6283ED7-16DD-0CE8-4CFF-1951D952301F}"/>
              </a:ext>
            </a:extLst>
          </p:cNvPr>
          <p:cNvSpPr>
            <a:spLocks noGrp="1"/>
          </p:cNvSpPr>
          <p:nvPr>
            <p:ph type="dt" sz="half" idx="10"/>
          </p:nvPr>
        </p:nvSpPr>
        <p:spPr/>
        <p:txBody>
          <a:bodyPr/>
          <a:lstStyle>
            <a:lvl1pPr>
              <a:defRPr/>
            </a:lvl1pPr>
          </a:lstStyle>
          <a:p>
            <a:pPr>
              <a:defRPr/>
            </a:pPr>
            <a:fld id="{4585DD5B-4601-43E5-BDCA-36563838392F}" type="datetime1">
              <a:rPr lang="hy-AM"/>
              <a:pPr>
                <a:defRPr/>
              </a:pPr>
              <a:t>21.10.2026</a:t>
            </a:fld>
            <a:endParaRPr lang="en-US"/>
          </a:p>
        </p:txBody>
      </p:sp>
      <p:sp>
        <p:nvSpPr>
          <p:cNvPr id="5" name="Footer Placeholder 2">
            <a:extLst>
              <a:ext uri="{FF2B5EF4-FFF2-40B4-BE49-F238E27FC236}">
                <a16:creationId xmlns:a16="http://schemas.microsoft.com/office/drawing/2014/main" id="{AB6A96F2-3C8B-3E94-769A-FBA4FF6B720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D2875940-4C33-AA0F-9CE3-15AC7D2BE574}"/>
              </a:ext>
            </a:extLst>
          </p:cNvPr>
          <p:cNvSpPr>
            <a:spLocks noGrp="1"/>
          </p:cNvSpPr>
          <p:nvPr>
            <p:ph type="sldNum" sz="quarter" idx="12"/>
          </p:nvPr>
        </p:nvSpPr>
        <p:spPr/>
        <p:txBody>
          <a:bodyPr/>
          <a:lstStyle>
            <a:lvl1pPr>
              <a:defRPr/>
            </a:lvl1pPr>
          </a:lstStyle>
          <a:p>
            <a:pPr>
              <a:defRPr/>
            </a:pPr>
            <a:fld id="{4F49A634-A707-41F8-A0FF-AE0556241C11}" type="slidenum">
              <a:rPr lang="ar-SA" altLang="ar-IQ"/>
              <a:pPr>
                <a:defRPr/>
              </a:pPr>
              <a:t>‹#›</a:t>
            </a:fld>
            <a:endParaRPr lang="en-US" altLang="ar-IQ"/>
          </a:p>
        </p:txBody>
      </p:sp>
    </p:spTree>
    <p:extLst>
      <p:ext uri="{BB962C8B-B14F-4D97-AF65-F5344CB8AC3E}">
        <p14:creationId xmlns:p14="http://schemas.microsoft.com/office/powerpoint/2010/main" val="3740741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10">
            <a:extLst>
              <a:ext uri="{FF2B5EF4-FFF2-40B4-BE49-F238E27FC236}">
                <a16:creationId xmlns:a16="http://schemas.microsoft.com/office/drawing/2014/main" id="{EAA0152C-AB85-DFFF-96DF-0DDD9349669B}"/>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6" name="Rounded Rectangle 11">
            <a:extLst>
              <a:ext uri="{FF2B5EF4-FFF2-40B4-BE49-F238E27FC236}">
                <a16:creationId xmlns:a16="http://schemas.microsoft.com/office/drawing/2014/main" id="{F651CE9B-8675-5317-B53D-E59FE29F6210}"/>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7" name="Rectangle 12">
            <a:extLst>
              <a:ext uri="{FF2B5EF4-FFF2-40B4-BE49-F238E27FC236}">
                <a16:creationId xmlns:a16="http://schemas.microsoft.com/office/drawing/2014/main" id="{695E9A04-F79D-5187-BA0E-68A02DC27883}"/>
              </a:ext>
            </a:extLst>
          </p:cNvPr>
          <p:cNvSpPr/>
          <p:nvPr/>
        </p:nvSpPr>
        <p:spPr>
          <a:xfrm>
            <a:off x="746712" y="1505712"/>
            <a:ext cx="3622088"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8" name="Rectangle 13">
            <a:extLst>
              <a:ext uri="{FF2B5EF4-FFF2-40B4-BE49-F238E27FC236}">
                <a16:creationId xmlns:a16="http://schemas.microsoft.com/office/drawing/2014/main" id="{8112A34E-8E16-FCE2-E7F2-4C467DC2D993}"/>
              </a:ext>
            </a:extLst>
          </p:cNvPr>
          <p:cNvSpPr/>
          <p:nvPr/>
        </p:nvSpPr>
        <p:spPr>
          <a:xfrm>
            <a:off x="901700" y="1643063"/>
            <a:ext cx="3313113" cy="3233737"/>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3" name="Content Placeholder 2"/>
          <p:cNvSpPr>
            <a:spLocks noGrp="1"/>
          </p:cNvSpPr>
          <p:nvPr>
            <p:ph idx="1"/>
          </p:nvPr>
        </p:nvSpPr>
        <p:spPr>
          <a:xfrm>
            <a:off x="5181600" y="685800"/>
            <a:ext cx="6096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5334" y="2971800"/>
            <a:ext cx="3064845"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1025334" y="1734312"/>
            <a:ext cx="3064845" cy="1191620"/>
          </a:xfrm>
        </p:spPr>
        <p:txBody>
          <a:bodyPr anchor="b"/>
          <a:lstStyle>
            <a:lvl1pPr algn="l">
              <a:defRPr sz="2000" b="0">
                <a:solidFill>
                  <a:schemeClr val="accent1">
                    <a:lumMod val="75000"/>
                  </a:schemeClr>
                </a:solidFill>
              </a:defRPr>
            </a:lvl1pPr>
          </a:lstStyle>
          <a:p>
            <a:r>
              <a:rPr lang="en-US"/>
              <a:t>Click to edit Master title style</a:t>
            </a:r>
            <a:endParaRPr lang="en-US" dirty="0"/>
          </a:p>
        </p:txBody>
      </p:sp>
      <p:sp>
        <p:nvSpPr>
          <p:cNvPr id="9" name="Date Placeholder 4">
            <a:extLst>
              <a:ext uri="{FF2B5EF4-FFF2-40B4-BE49-F238E27FC236}">
                <a16:creationId xmlns:a16="http://schemas.microsoft.com/office/drawing/2014/main" id="{1A13830A-CFBE-B4E6-7377-A144777FE7A9}"/>
              </a:ext>
            </a:extLst>
          </p:cNvPr>
          <p:cNvSpPr>
            <a:spLocks noGrp="1"/>
          </p:cNvSpPr>
          <p:nvPr>
            <p:ph type="dt" sz="half" idx="10"/>
          </p:nvPr>
        </p:nvSpPr>
        <p:spPr/>
        <p:txBody>
          <a:bodyPr/>
          <a:lstStyle>
            <a:lvl1pPr>
              <a:defRPr/>
            </a:lvl1pPr>
          </a:lstStyle>
          <a:p>
            <a:pPr>
              <a:defRPr/>
            </a:pPr>
            <a:fld id="{45E7E0E9-C9FB-4A3A-B7C8-58FCAA57A0B2}" type="datetime1">
              <a:rPr lang="hy-AM"/>
              <a:pPr>
                <a:defRPr/>
              </a:pPr>
              <a:t>21.10.2026</a:t>
            </a:fld>
            <a:endParaRPr lang="en-US"/>
          </a:p>
        </p:txBody>
      </p:sp>
      <p:sp>
        <p:nvSpPr>
          <p:cNvPr id="10" name="Footer Placeholder 5">
            <a:extLst>
              <a:ext uri="{FF2B5EF4-FFF2-40B4-BE49-F238E27FC236}">
                <a16:creationId xmlns:a16="http://schemas.microsoft.com/office/drawing/2014/main" id="{1EAA56B6-4BD3-E3C0-8445-5317325C55F8}"/>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6">
            <a:extLst>
              <a:ext uri="{FF2B5EF4-FFF2-40B4-BE49-F238E27FC236}">
                <a16:creationId xmlns:a16="http://schemas.microsoft.com/office/drawing/2014/main" id="{6F84DD88-B72E-ED52-B2A2-510D9CC775DA}"/>
              </a:ext>
            </a:extLst>
          </p:cNvPr>
          <p:cNvSpPr>
            <a:spLocks noGrp="1"/>
          </p:cNvSpPr>
          <p:nvPr>
            <p:ph type="sldNum" sz="quarter" idx="12"/>
          </p:nvPr>
        </p:nvSpPr>
        <p:spPr/>
        <p:txBody>
          <a:bodyPr/>
          <a:lstStyle>
            <a:lvl1pPr>
              <a:defRPr/>
            </a:lvl1pPr>
          </a:lstStyle>
          <a:p>
            <a:pPr>
              <a:defRPr/>
            </a:pPr>
            <a:fld id="{2A4BA125-0D05-40F8-8631-6D3DE36E6218}" type="slidenum">
              <a:rPr lang="ar-SA" altLang="ar-IQ"/>
              <a:pPr>
                <a:defRPr/>
              </a:pPr>
              <a:t>‹#›</a:t>
            </a:fld>
            <a:endParaRPr lang="en-US" altLang="ar-IQ"/>
          </a:p>
        </p:txBody>
      </p:sp>
    </p:spTree>
    <p:extLst>
      <p:ext uri="{BB962C8B-B14F-4D97-AF65-F5344CB8AC3E}">
        <p14:creationId xmlns:p14="http://schemas.microsoft.com/office/powerpoint/2010/main" val="155630292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10">
            <a:extLst>
              <a:ext uri="{FF2B5EF4-FFF2-40B4-BE49-F238E27FC236}">
                <a16:creationId xmlns:a16="http://schemas.microsoft.com/office/drawing/2014/main" id="{732F722E-4CBC-5756-F9D1-99C40B800D3E}"/>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6" name="Rounded Rectangle 11">
            <a:extLst>
              <a:ext uri="{FF2B5EF4-FFF2-40B4-BE49-F238E27FC236}">
                <a16:creationId xmlns:a16="http://schemas.microsoft.com/office/drawing/2014/main" id="{6781A6BA-E314-FAC5-CD9A-7871DA099C7E}"/>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7" name="Rectangle 12">
            <a:extLst>
              <a:ext uri="{FF2B5EF4-FFF2-40B4-BE49-F238E27FC236}">
                <a16:creationId xmlns:a16="http://schemas.microsoft.com/office/drawing/2014/main" id="{67963DFD-DC5B-46B1-42B8-E475450404B6}"/>
              </a:ext>
            </a:extLst>
          </p:cNvPr>
          <p:cNvSpPr/>
          <p:nvPr/>
        </p:nvSpPr>
        <p:spPr>
          <a:xfrm>
            <a:off x="914400" y="4953000"/>
            <a:ext cx="103632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8" name="Rectangle 13">
            <a:extLst>
              <a:ext uri="{FF2B5EF4-FFF2-40B4-BE49-F238E27FC236}">
                <a16:creationId xmlns:a16="http://schemas.microsoft.com/office/drawing/2014/main" id="{0A643CDD-840A-6398-5761-F76671664AD6}"/>
              </a:ext>
            </a:extLst>
          </p:cNvPr>
          <p:cNvSpPr/>
          <p:nvPr/>
        </p:nvSpPr>
        <p:spPr>
          <a:xfrm>
            <a:off x="1016000" y="5029200"/>
            <a:ext cx="10134600" cy="1203325"/>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9" name="Rectangle 14">
            <a:extLst>
              <a:ext uri="{FF2B5EF4-FFF2-40B4-BE49-F238E27FC236}">
                <a16:creationId xmlns:a16="http://schemas.microsoft.com/office/drawing/2014/main" id="{2FA9CB14-0C98-654D-FFDA-2438FD9DF985}"/>
              </a:ext>
            </a:extLst>
          </p:cNvPr>
          <p:cNvSpPr/>
          <p:nvPr/>
        </p:nvSpPr>
        <p:spPr>
          <a:xfrm>
            <a:off x="1219200" y="5638800"/>
            <a:ext cx="9771063" cy="452438"/>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10" name="Rectangle 15">
            <a:extLst>
              <a:ext uri="{FF2B5EF4-FFF2-40B4-BE49-F238E27FC236}">
                <a16:creationId xmlns:a16="http://schemas.microsoft.com/office/drawing/2014/main" id="{972A36D5-1EE3-6A16-CFFB-7615B4081B32}"/>
              </a:ext>
            </a:extLst>
          </p:cNvPr>
          <p:cNvSpPr/>
          <p:nvPr/>
        </p:nvSpPr>
        <p:spPr>
          <a:xfrm>
            <a:off x="806450" y="5075238"/>
            <a:ext cx="10596563" cy="1096962"/>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3" name="Picture Placeholder 2"/>
          <p:cNvSpPr>
            <a:spLocks noGrp="1"/>
          </p:cNvSpPr>
          <p:nvPr>
            <p:ph type="pic" idx="1"/>
          </p:nvPr>
        </p:nvSpPr>
        <p:spPr>
          <a:xfrm>
            <a:off x="914400" y="621437"/>
            <a:ext cx="10363200" cy="4331564"/>
          </a:xfrm>
          <a:solidFill>
            <a:schemeClr val="bg2"/>
          </a:solidFill>
          <a:ln>
            <a:noFill/>
          </a:ln>
          <a:effectLst>
            <a:softEdge rad="127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275052" y="5656557"/>
            <a:ext cx="9659648"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1219200" y="5105401"/>
            <a:ext cx="9771352" cy="523043"/>
          </a:xfrm>
        </p:spPr>
        <p:txBody>
          <a:bodyPr anchorCtr="0"/>
          <a:lstStyle>
            <a:lvl1pPr algn="ctr">
              <a:defRPr sz="2000" b="0">
                <a:solidFill>
                  <a:schemeClr val="accent1">
                    <a:lumMod val="75000"/>
                  </a:schemeClr>
                </a:solidFill>
              </a:defRPr>
            </a:lvl1pPr>
          </a:lstStyle>
          <a:p>
            <a:r>
              <a:rPr lang="en-US"/>
              <a:t>Click to edit Master title style</a:t>
            </a:r>
            <a:endParaRPr lang="en-US" dirty="0"/>
          </a:p>
        </p:txBody>
      </p:sp>
      <p:sp>
        <p:nvSpPr>
          <p:cNvPr id="11" name="Date Placeholder 4">
            <a:extLst>
              <a:ext uri="{FF2B5EF4-FFF2-40B4-BE49-F238E27FC236}">
                <a16:creationId xmlns:a16="http://schemas.microsoft.com/office/drawing/2014/main" id="{69E1C425-DBD0-2954-B622-19B91611D4DD}"/>
              </a:ext>
            </a:extLst>
          </p:cNvPr>
          <p:cNvSpPr>
            <a:spLocks noGrp="1"/>
          </p:cNvSpPr>
          <p:nvPr>
            <p:ph type="dt" sz="half" idx="10"/>
          </p:nvPr>
        </p:nvSpPr>
        <p:spPr/>
        <p:txBody>
          <a:bodyPr/>
          <a:lstStyle>
            <a:lvl1pPr>
              <a:defRPr/>
            </a:lvl1pPr>
          </a:lstStyle>
          <a:p>
            <a:pPr>
              <a:defRPr/>
            </a:pPr>
            <a:fld id="{28FC4A12-270F-4CAD-8794-29EBBDDB2831}" type="datetime1">
              <a:rPr lang="hy-AM"/>
              <a:pPr>
                <a:defRPr/>
              </a:pPr>
              <a:t>21.10.2026</a:t>
            </a:fld>
            <a:endParaRPr lang="en-US"/>
          </a:p>
        </p:txBody>
      </p:sp>
      <p:sp>
        <p:nvSpPr>
          <p:cNvPr id="12" name="Slide Number Placeholder 6">
            <a:extLst>
              <a:ext uri="{FF2B5EF4-FFF2-40B4-BE49-F238E27FC236}">
                <a16:creationId xmlns:a16="http://schemas.microsoft.com/office/drawing/2014/main" id="{06EAB352-0FFA-91DE-011C-311B999B7172}"/>
              </a:ext>
            </a:extLst>
          </p:cNvPr>
          <p:cNvSpPr>
            <a:spLocks noGrp="1"/>
          </p:cNvSpPr>
          <p:nvPr>
            <p:ph type="sldNum" sz="quarter" idx="11"/>
          </p:nvPr>
        </p:nvSpPr>
        <p:spPr/>
        <p:txBody>
          <a:bodyPr/>
          <a:lstStyle>
            <a:lvl1pPr>
              <a:defRPr/>
            </a:lvl1pPr>
          </a:lstStyle>
          <a:p>
            <a:pPr>
              <a:defRPr/>
            </a:pPr>
            <a:fld id="{9E7485B2-BEF4-430B-B958-FA7FC52144DD}" type="slidenum">
              <a:rPr lang="ar-SA" altLang="ar-IQ"/>
              <a:pPr>
                <a:defRPr/>
              </a:pPr>
              <a:t>‹#›</a:t>
            </a:fld>
            <a:endParaRPr lang="en-US" altLang="ar-IQ"/>
          </a:p>
        </p:txBody>
      </p:sp>
      <p:sp>
        <p:nvSpPr>
          <p:cNvPr id="13" name="Footer Placeholder 5">
            <a:extLst>
              <a:ext uri="{FF2B5EF4-FFF2-40B4-BE49-F238E27FC236}">
                <a16:creationId xmlns:a16="http://schemas.microsoft.com/office/drawing/2014/main" id="{B6853CA1-F34B-E49B-24B1-FF11ED277310}"/>
              </a:ext>
            </a:extLst>
          </p:cNvPr>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335918729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2B5E3B-A0EF-ADFE-0637-A6F13569A095}"/>
              </a:ext>
            </a:extLst>
          </p:cNvPr>
          <p:cNvSpPr>
            <a:spLocks noGrp="1"/>
          </p:cNvSpPr>
          <p:nvPr>
            <p:ph type="dt" sz="half" idx="10"/>
          </p:nvPr>
        </p:nvSpPr>
        <p:spPr/>
        <p:txBody>
          <a:bodyPr/>
          <a:lstStyle>
            <a:lvl1pPr>
              <a:defRPr/>
            </a:lvl1pPr>
          </a:lstStyle>
          <a:p>
            <a:pPr>
              <a:defRPr/>
            </a:pPr>
            <a:fld id="{27CEB5A1-416A-4F8F-8E91-C5166C1369DB}" type="datetime1">
              <a:rPr lang="hy-AM"/>
              <a:pPr>
                <a:defRPr/>
              </a:pPr>
              <a:t>21.10.2026</a:t>
            </a:fld>
            <a:endParaRPr lang="en-US"/>
          </a:p>
        </p:txBody>
      </p:sp>
      <p:sp>
        <p:nvSpPr>
          <p:cNvPr id="5" name="Footer Placeholder 4">
            <a:extLst>
              <a:ext uri="{FF2B5EF4-FFF2-40B4-BE49-F238E27FC236}">
                <a16:creationId xmlns:a16="http://schemas.microsoft.com/office/drawing/2014/main" id="{02D2CF50-D174-144D-F49D-EB7C54C729B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065AD21-F235-1308-56E3-F94FA0295338}"/>
              </a:ext>
            </a:extLst>
          </p:cNvPr>
          <p:cNvSpPr>
            <a:spLocks noGrp="1"/>
          </p:cNvSpPr>
          <p:nvPr>
            <p:ph type="sldNum" sz="quarter" idx="12"/>
          </p:nvPr>
        </p:nvSpPr>
        <p:spPr/>
        <p:txBody>
          <a:bodyPr/>
          <a:lstStyle>
            <a:lvl1pPr>
              <a:defRPr/>
            </a:lvl1pPr>
          </a:lstStyle>
          <a:p>
            <a:pPr>
              <a:defRPr/>
            </a:pPr>
            <a:fld id="{CE3F8D88-6BCE-4768-88FF-D9A3DA52B10B}" type="slidenum">
              <a:rPr lang="ar-SA" altLang="ar-IQ"/>
              <a:pPr>
                <a:defRPr/>
              </a:pPr>
              <a:t>‹#›</a:t>
            </a:fld>
            <a:endParaRPr lang="en-US" altLang="ar-IQ"/>
          </a:p>
        </p:txBody>
      </p:sp>
    </p:spTree>
    <p:extLst>
      <p:ext uri="{BB962C8B-B14F-4D97-AF65-F5344CB8AC3E}">
        <p14:creationId xmlns:p14="http://schemas.microsoft.com/office/powerpoint/2010/main" val="77512390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4F07B726-4215-F3BE-3A8B-8F49864A6BE3}"/>
              </a:ext>
            </a:extLst>
          </p:cNvPr>
          <p:cNvSpPr/>
          <p:nvPr/>
        </p:nvSpPr>
        <p:spPr>
          <a:xfrm>
            <a:off x="9148763" y="228600"/>
            <a:ext cx="2479675" cy="6122988"/>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11">
            <a:extLst>
              <a:ext uri="{FF2B5EF4-FFF2-40B4-BE49-F238E27FC236}">
                <a16:creationId xmlns:a16="http://schemas.microsoft.com/office/drawing/2014/main" id="{501CA6E9-F12F-D0D3-1778-BB5280317BD4}"/>
              </a:ext>
            </a:extLst>
          </p:cNvPr>
          <p:cNvSpPr/>
          <p:nvPr/>
        </p:nvSpPr>
        <p:spPr>
          <a:xfrm>
            <a:off x="9272588" y="350838"/>
            <a:ext cx="2232025" cy="5876925"/>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2" name="Vertical Title 1"/>
          <p:cNvSpPr>
            <a:spLocks noGrp="1"/>
          </p:cNvSpPr>
          <p:nvPr>
            <p:ph type="title" orient="vert"/>
          </p:nvPr>
        </p:nvSpPr>
        <p:spPr>
          <a:xfrm>
            <a:off x="9398103" y="395428"/>
            <a:ext cx="1980708" cy="578898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381000"/>
            <a:ext cx="8229600" cy="5791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a:extLst>
              <a:ext uri="{FF2B5EF4-FFF2-40B4-BE49-F238E27FC236}">
                <a16:creationId xmlns:a16="http://schemas.microsoft.com/office/drawing/2014/main" id="{48D19065-8BBC-721D-A78F-040B4BB89E24}"/>
              </a:ext>
            </a:extLst>
          </p:cNvPr>
          <p:cNvSpPr>
            <a:spLocks noGrp="1"/>
          </p:cNvSpPr>
          <p:nvPr>
            <p:ph type="dt" sz="half" idx="10"/>
          </p:nvPr>
        </p:nvSpPr>
        <p:spPr/>
        <p:txBody>
          <a:bodyPr/>
          <a:lstStyle>
            <a:lvl1pPr>
              <a:defRPr/>
            </a:lvl1pPr>
          </a:lstStyle>
          <a:p>
            <a:pPr>
              <a:defRPr/>
            </a:pPr>
            <a:fld id="{75084C26-3B9C-4459-9929-B33C0799CE4B}" type="datetime1">
              <a:rPr lang="hy-AM"/>
              <a:pPr>
                <a:defRPr/>
              </a:pPr>
              <a:t>21.10.2026</a:t>
            </a:fld>
            <a:endParaRPr lang="en-US"/>
          </a:p>
        </p:txBody>
      </p:sp>
      <p:sp>
        <p:nvSpPr>
          <p:cNvPr id="7" name="Footer Placeholder 4">
            <a:extLst>
              <a:ext uri="{FF2B5EF4-FFF2-40B4-BE49-F238E27FC236}">
                <a16:creationId xmlns:a16="http://schemas.microsoft.com/office/drawing/2014/main" id="{D3331D87-13FB-C76A-8D67-E8D3584E7AFB}"/>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1883880F-7A96-4F86-4DB3-A15A283309B0}"/>
              </a:ext>
            </a:extLst>
          </p:cNvPr>
          <p:cNvSpPr>
            <a:spLocks noGrp="1"/>
          </p:cNvSpPr>
          <p:nvPr>
            <p:ph type="sldNum" sz="quarter" idx="12"/>
          </p:nvPr>
        </p:nvSpPr>
        <p:spPr/>
        <p:txBody>
          <a:bodyPr/>
          <a:lstStyle>
            <a:lvl1pPr>
              <a:defRPr/>
            </a:lvl1pPr>
          </a:lstStyle>
          <a:p>
            <a:pPr>
              <a:defRPr/>
            </a:pPr>
            <a:fld id="{1795BC31-F583-424A-8425-B9308E1A71DB}" type="slidenum">
              <a:rPr lang="ar-SA" altLang="ar-IQ"/>
              <a:pPr>
                <a:defRPr/>
              </a:pPr>
              <a:t>‹#›</a:t>
            </a:fld>
            <a:endParaRPr lang="en-US" altLang="ar-IQ"/>
          </a:p>
        </p:txBody>
      </p:sp>
    </p:spTree>
    <p:extLst>
      <p:ext uri="{BB962C8B-B14F-4D97-AF65-F5344CB8AC3E}">
        <p14:creationId xmlns:p14="http://schemas.microsoft.com/office/powerpoint/2010/main" val="198636150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DE9CCC3-085C-8822-13D6-04F357658F95}"/>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3CEC09E3-CE9F-8F69-948E-248989FE01C8}"/>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0C22F945-52CA-A337-4405-77BCD40CD3CE}"/>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51457EFA-A3CB-0AAE-EAB7-2784A7320EB6}"/>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DE221FC4-54A5-8E6A-EE14-E77C597D7EB3}"/>
              </a:ext>
            </a:extLst>
          </p:cNvPr>
          <p:cNvSpPr>
            <a:spLocks noGrp="1" noChangeArrowheads="1"/>
          </p:cNvSpPr>
          <p:nvPr>
            <p:ph type="dt" sz="half" idx="10"/>
          </p:nvPr>
        </p:nvSpPr>
        <p:spPr/>
        <p:txBody>
          <a:bodyPr/>
          <a:lstStyle>
            <a:lvl1pPr>
              <a:defRPr/>
            </a:lvl1pPr>
          </a:lstStyle>
          <a:p>
            <a:pPr>
              <a:defRPr/>
            </a:pPr>
            <a:fld id="{CAB6A9D3-44FE-4DEB-ABEF-A8D98E61B3ED}" type="datetime1">
              <a:rPr lang="hy-AM"/>
              <a:pPr>
                <a:defRPr/>
              </a:pPr>
              <a:t>21.10.2026</a:t>
            </a:fld>
            <a:endParaRPr lang="en-US"/>
          </a:p>
        </p:txBody>
      </p:sp>
      <p:sp>
        <p:nvSpPr>
          <p:cNvPr id="7" name="Rectangle 9">
            <a:extLst>
              <a:ext uri="{FF2B5EF4-FFF2-40B4-BE49-F238E27FC236}">
                <a16:creationId xmlns:a16="http://schemas.microsoft.com/office/drawing/2014/main" id="{23425661-88CF-6D60-D922-2EC540605D9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50DB2754-16E1-A73F-4571-C6E9A112FF1E}"/>
              </a:ext>
            </a:extLst>
          </p:cNvPr>
          <p:cNvSpPr>
            <a:spLocks noGrp="1" noChangeArrowheads="1"/>
          </p:cNvSpPr>
          <p:nvPr>
            <p:ph type="sldNum" sz="quarter" idx="12"/>
          </p:nvPr>
        </p:nvSpPr>
        <p:spPr/>
        <p:txBody>
          <a:bodyPr/>
          <a:lstStyle>
            <a:lvl1pPr>
              <a:defRPr/>
            </a:lvl1pPr>
          </a:lstStyle>
          <a:p>
            <a:pPr>
              <a:defRPr/>
            </a:pPr>
            <a:fld id="{178B3032-F06B-4218-BFDC-5D797C6B1722}" type="slidenum">
              <a:rPr lang="ar-SA" altLang="ar-IQ"/>
              <a:pPr>
                <a:defRPr/>
              </a:pPr>
              <a:t>‹#›</a:t>
            </a:fld>
            <a:endParaRPr lang="en-US" altLang="ar-IQ"/>
          </a:p>
        </p:txBody>
      </p:sp>
    </p:spTree>
    <p:extLst>
      <p:ext uri="{BB962C8B-B14F-4D97-AF65-F5344CB8AC3E}">
        <p14:creationId xmlns:p14="http://schemas.microsoft.com/office/powerpoint/2010/main" val="34368694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EF024DDA-C7C6-619C-185F-A73196DF79F8}"/>
              </a:ext>
            </a:extLst>
          </p:cNvPr>
          <p:cNvSpPr>
            <a:spLocks noGrp="1" noChangeArrowheads="1"/>
          </p:cNvSpPr>
          <p:nvPr>
            <p:ph type="dt" sz="half" idx="10"/>
          </p:nvPr>
        </p:nvSpPr>
        <p:spPr/>
        <p:txBody>
          <a:bodyPr/>
          <a:lstStyle>
            <a:lvl1pPr>
              <a:defRPr/>
            </a:lvl1pPr>
          </a:lstStyle>
          <a:p>
            <a:pPr>
              <a:defRPr/>
            </a:pPr>
            <a:fld id="{01922EC7-2D0F-4C22-9DCB-9037CF39AB47}" type="datetime1">
              <a:rPr lang="hy-AM"/>
              <a:pPr>
                <a:defRPr/>
              </a:pPr>
              <a:t>21.10.2026</a:t>
            </a:fld>
            <a:endParaRPr lang="en-US"/>
          </a:p>
        </p:txBody>
      </p:sp>
      <p:sp>
        <p:nvSpPr>
          <p:cNvPr id="5" name="Rectangle 9">
            <a:extLst>
              <a:ext uri="{FF2B5EF4-FFF2-40B4-BE49-F238E27FC236}">
                <a16:creationId xmlns:a16="http://schemas.microsoft.com/office/drawing/2014/main" id="{5773F01F-05A9-2E40-0A87-79B03CF1026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580C5189-E99A-8A45-3BE2-0A8C426C9872}"/>
              </a:ext>
            </a:extLst>
          </p:cNvPr>
          <p:cNvSpPr>
            <a:spLocks noGrp="1" noChangeArrowheads="1"/>
          </p:cNvSpPr>
          <p:nvPr>
            <p:ph type="sldNum" sz="quarter" idx="12"/>
          </p:nvPr>
        </p:nvSpPr>
        <p:spPr/>
        <p:txBody>
          <a:bodyPr/>
          <a:lstStyle>
            <a:lvl1pPr>
              <a:defRPr/>
            </a:lvl1pPr>
          </a:lstStyle>
          <a:p>
            <a:pPr>
              <a:defRPr/>
            </a:pPr>
            <a:fld id="{C0978EC3-B076-42A9-ABD5-D8B4A7D8D91B}" type="slidenum">
              <a:rPr lang="ar-SA" altLang="ar-IQ"/>
              <a:pPr>
                <a:defRPr/>
              </a:pPr>
              <a:t>‹#›</a:t>
            </a:fld>
            <a:endParaRPr lang="en-US" altLang="ar-IQ"/>
          </a:p>
        </p:txBody>
      </p:sp>
    </p:spTree>
    <p:extLst>
      <p:ext uri="{BB962C8B-B14F-4D97-AF65-F5344CB8AC3E}">
        <p14:creationId xmlns:p14="http://schemas.microsoft.com/office/powerpoint/2010/main" val="12325355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4763C46F-743C-A818-A52D-0E94B95D9B3C}"/>
              </a:ext>
            </a:extLst>
          </p:cNvPr>
          <p:cNvSpPr>
            <a:spLocks noGrp="1" noChangeArrowheads="1"/>
          </p:cNvSpPr>
          <p:nvPr>
            <p:ph type="dt" sz="half" idx="10"/>
          </p:nvPr>
        </p:nvSpPr>
        <p:spPr/>
        <p:txBody>
          <a:bodyPr/>
          <a:lstStyle>
            <a:lvl1pPr>
              <a:defRPr/>
            </a:lvl1pPr>
          </a:lstStyle>
          <a:p>
            <a:pPr>
              <a:defRPr/>
            </a:pPr>
            <a:fld id="{8894C903-C3B8-45BB-8B04-C810C688FCCD}" type="datetime1">
              <a:rPr lang="hy-AM"/>
              <a:pPr>
                <a:defRPr/>
              </a:pPr>
              <a:t>21.10.2026</a:t>
            </a:fld>
            <a:endParaRPr lang="en-US"/>
          </a:p>
        </p:txBody>
      </p:sp>
      <p:sp>
        <p:nvSpPr>
          <p:cNvPr id="5" name="Rectangle 9">
            <a:extLst>
              <a:ext uri="{FF2B5EF4-FFF2-40B4-BE49-F238E27FC236}">
                <a16:creationId xmlns:a16="http://schemas.microsoft.com/office/drawing/2014/main" id="{96C037DE-1E5D-BAF0-9ECE-342E558876E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F6F43393-BEF7-E351-237D-6F7A4DB12DF9}"/>
              </a:ext>
            </a:extLst>
          </p:cNvPr>
          <p:cNvSpPr>
            <a:spLocks noGrp="1" noChangeArrowheads="1"/>
          </p:cNvSpPr>
          <p:nvPr>
            <p:ph type="sldNum" sz="quarter" idx="12"/>
          </p:nvPr>
        </p:nvSpPr>
        <p:spPr/>
        <p:txBody>
          <a:bodyPr/>
          <a:lstStyle>
            <a:lvl1pPr>
              <a:defRPr/>
            </a:lvl1pPr>
          </a:lstStyle>
          <a:p>
            <a:pPr>
              <a:defRPr/>
            </a:pPr>
            <a:fld id="{227A2850-DE05-45B5-BB4E-849A55D69A45}" type="slidenum">
              <a:rPr lang="ar-SA" altLang="ar-IQ"/>
              <a:pPr>
                <a:defRPr/>
              </a:pPr>
              <a:t>‹#›</a:t>
            </a:fld>
            <a:endParaRPr lang="en-US" altLang="ar-IQ"/>
          </a:p>
        </p:txBody>
      </p:sp>
    </p:spTree>
    <p:extLst>
      <p:ext uri="{BB962C8B-B14F-4D97-AF65-F5344CB8AC3E}">
        <p14:creationId xmlns:p14="http://schemas.microsoft.com/office/powerpoint/2010/main" val="240588954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9806B604-34E5-CFC7-8B1F-BAC1BC945695}"/>
              </a:ext>
            </a:extLst>
          </p:cNvPr>
          <p:cNvSpPr>
            <a:spLocks noGrp="1" noChangeArrowheads="1"/>
          </p:cNvSpPr>
          <p:nvPr>
            <p:ph type="dt" sz="half" idx="10"/>
          </p:nvPr>
        </p:nvSpPr>
        <p:spPr/>
        <p:txBody>
          <a:bodyPr/>
          <a:lstStyle>
            <a:lvl1pPr>
              <a:defRPr/>
            </a:lvl1pPr>
          </a:lstStyle>
          <a:p>
            <a:pPr>
              <a:defRPr/>
            </a:pPr>
            <a:fld id="{932B716E-87AC-4242-AF38-3AED4745EC1A}" type="datetime1">
              <a:rPr lang="hy-AM"/>
              <a:pPr>
                <a:defRPr/>
              </a:pPr>
              <a:t>21.10.2026</a:t>
            </a:fld>
            <a:endParaRPr lang="en-US"/>
          </a:p>
        </p:txBody>
      </p:sp>
      <p:sp>
        <p:nvSpPr>
          <p:cNvPr id="6" name="Rectangle 9">
            <a:extLst>
              <a:ext uri="{FF2B5EF4-FFF2-40B4-BE49-F238E27FC236}">
                <a16:creationId xmlns:a16="http://schemas.microsoft.com/office/drawing/2014/main" id="{B353D16B-A988-1DA9-10D7-EAD0EFBA365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840216E7-0BD2-668E-74C0-5D321C622120}"/>
              </a:ext>
            </a:extLst>
          </p:cNvPr>
          <p:cNvSpPr>
            <a:spLocks noGrp="1" noChangeArrowheads="1"/>
          </p:cNvSpPr>
          <p:nvPr>
            <p:ph type="sldNum" sz="quarter" idx="12"/>
          </p:nvPr>
        </p:nvSpPr>
        <p:spPr/>
        <p:txBody>
          <a:bodyPr/>
          <a:lstStyle>
            <a:lvl1pPr>
              <a:defRPr/>
            </a:lvl1pPr>
          </a:lstStyle>
          <a:p>
            <a:pPr>
              <a:defRPr/>
            </a:pPr>
            <a:fld id="{D77015F3-23BA-4EC3-8E15-9260D102C36B}" type="slidenum">
              <a:rPr lang="ar-SA" altLang="ar-IQ"/>
              <a:pPr>
                <a:defRPr/>
              </a:pPr>
              <a:t>‹#›</a:t>
            </a:fld>
            <a:endParaRPr lang="en-US" altLang="ar-IQ"/>
          </a:p>
        </p:txBody>
      </p:sp>
    </p:spTree>
    <p:extLst>
      <p:ext uri="{BB962C8B-B14F-4D97-AF65-F5344CB8AC3E}">
        <p14:creationId xmlns:p14="http://schemas.microsoft.com/office/powerpoint/2010/main" val="247359277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EB9BD159-DB68-7559-2D56-F7D4539AB236}"/>
              </a:ext>
            </a:extLst>
          </p:cNvPr>
          <p:cNvSpPr>
            <a:spLocks noGrp="1" noChangeArrowheads="1"/>
          </p:cNvSpPr>
          <p:nvPr>
            <p:ph type="dt" sz="half" idx="10"/>
          </p:nvPr>
        </p:nvSpPr>
        <p:spPr/>
        <p:txBody>
          <a:bodyPr/>
          <a:lstStyle>
            <a:lvl1pPr>
              <a:defRPr/>
            </a:lvl1pPr>
          </a:lstStyle>
          <a:p>
            <a:pPr>
              <a:defRPr/>
            </a:pPr>
            <a:fld id="{3953D94C-F870-4B05-AA36-2BAEAEC4FA05}" type="datetime1">
              <a:rPr lang="hy-AM"/>
              <a:pPr>
                <a:defRPr/>
              </a:pPr>
              <a:t>21.10.2026</a:t>
            </a:fld>
            <a:endParaRPr lang="en-US"/>
          </a:p>
        </p:txBody>
      </p:sp>
      <p:sp>
        <p:nvSpPr>
          <p:cNvPr id="8" name="Rectangle 9">
            <a:extLst>
              <a:ext uri="{FF2B5EF4-FFF2-40B4-BE49-F238E27FC236}">
                <a16:creationId xmlns:a16="http://schemas.microsoft.com/office/drawing/2014/main" id="{AC39401C-746C-D12C-1C20-0056A316832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23BECEE3-4D4B-A17F-3CF7-8892ACB27DB7}"/>
              </a:ext>
            </a:extLst>
          </p:cNvPr>
          <p:cNvSpPr>
            <a:spLocks noGrp="1" noChangeArrowheads="1"/>
          </p:cNvSpPr>
          <p:nvPr>
            <p:ph type="sldNum" sz="quarter" idx="12"/>
          </p:nvPr>
        </p:nvSpPr>
        <p:spPr/>
        <p:txBody>
          <a:bodyPr/>
          <a:lstStyle>
            <a:lvl1pPr>
              <a:defRPr/>
            </a:lvl1pPr>
          </a:lstStyle>
          <a:p>
            <a:pPr>
              <a:defRPr/>
            </a:pPr>
            <a:fld id="{1468BBB7-7EAA-4ECF-A3F5-76866B847314}" type="slidenum">
              <a:rPr lang="ar-SA" altLang="ar-IQ"/>
              <a:pPr>
                <a:defRPr/>
              </a:pPr>
              <a:t>‹#›</a:t>
            </a:fld>
            <a:endParaRPr lang="en-US" altLang="ar-IQ"/>
          </a:p>
        </p:txBody>
      </p:sp>
    </p:spTree>
    <p:extLst>
      <p:ext uri="{BB962C8B-B14F-4D97-AF65-F5344CB8AC3E}">
        <p14:creationId xmlns:p14="http://schemas.microsoft.com/office/powerpoint/2010/main" val="313332270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EA2A32A7-9A83-0BBF-69BA-B35E5C2839DB}"/>
              </a:ext>
            </a:extLst>
          </p:cNvPr>
          <p:cNvSpPr>
            <a:spLocks noGrp="1" noChangeArrowheads="1"/>
          </p:cNvSpPr>
          <p:nvPr>
            <p:ph type="dt" sz="half" idx="10"/>
          </p:nvPr>
        </p:nvSpPr>
        <p:spPr/>
        <p:txBody>
          <a:bodyPr/>
          <a:lstStyle>
            <a:lvl1pPr>
              <a:defRPr/>
            </a:lvl1pPr>
          </a:lstStyle>
          <a:p>
            <a:pPr>
              <a:defRPr/>
            </a:pPr>
            <a:fld id="{26338EC7-3FF8-4BE7-8050-7723EE692A92}" type="datetime1">
              <a:rPr lang="hy-AM"/>
              <a:pPr>
                <a:defRPr/>
              </a:pPr>
              <a:t>21.10.2026</a:t>
            </a:fld>
            <a:endParaRPr lang="en-US"/>
          </a:p>
        </p:txBody>
      </p:sp>
      <p:sp>
        <p:nvSpPr>
          <p:cNvPr id="4" name="Rectangle 9">
            <a:extLst>
              <a:ext uri="{FF2B5EF4-FFF2-40B4-BE49-F238E27FC236}">
                <a16:creationId xmlns:a16="http://schemas.microsoft.com/office/drawing/2014/main" id="{EE408CD9-E335-FA13-7592-9EF6EDA5730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B5B3E25B-8F1F-78F3-82F3-C9302E73B5D5}"/>
              </a:ext>
            </a:extLst>
          </p:cNvPr>
          <p:cNvSpPr>
            <a:spLocks noGrp="1" noChangeArrowheads="1"/>
          </p:cNvSpPr>
          <p:nvPr>
            <p:ph type="sldNum" sz="quarter" idx="12"/>
          </p:nvPr>
        </p:nvSpPr>
        <p:spPr/>
        <p:txBody>
          <a:bodyPr/>
          <a:lstStyle>
            <a:lvl1pPr>
              <a:defRPr/>
            </a:lvl1pPr>
          </a:lstStyle>
          <a:p>
            <a:pPr>
              <a:defRPr/>
            </a:pPr>
            <a:fld id="{FF2068CF-6F6C-4AD5-80E0-075E21DC0D91}" type="slidenum">
              <a:rPr lang="ar-SA" altLang="ar-IQ"/>
              <a:pPr>
                <a:defRPr/>
              </a:pPr>
              <a:t>‹#›</a:t>
            </a:fld>
            <a:endParaRPr lang="en-US" altLang="ar-IQ"/>
          </a:p>
        </p:txBody>
      </p:sp>
    </p:spTree>
    <p:extLst>
      <p:ext uri="{BB962C8B-B14F-4D97-AF65-F5344CB8AC3E}">
        <p14:creationId xmlns:p14="http://schemas.microsoft.com/office/powerpoint/2010/main" val="1824324842"/>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A886896D-DE07-A533-702F-2519921B9039}"/>
              </a:ext>
            </a:extLst>
          </p:cNvPr>
          <p:cNvSpPr>
            <a:spLocks noGrp="1" noChangeArrowheads="1"/>
          </p:cNvSpPr>
          <p:nvPr>
            <p:ph type="dt" sz="half" idx="10"/>
          </p:nvPr>
        </p:nvSpPr>
        <p:spPr/>
        <p:txBody>
          <a:bodyPr/>
          <a:lstStyle>
            <a:lvl1pPr>
              <a:defRPr/>
            </a:lvl1pPr>
          </a:lstStyle>
          <a:p>
            <a:pPr>
              <a:defRPr/>
            </a:pPr>
            <a:fld id="{83A27DF2-AFFD-47D9-8810-7E6D3D95BFEC}" type="datetime1">
              <a:rPr lang="hy-AM"/>
              <a:pPr>
                <a:defRPr/>
              </a:pPr>
              <a:t>21.10.2026</a:t>
            </a:fld>
            <a:endParaRPr lang="en-US"/>
          </a:p>
        </p:txBody>
      </p:sp>
      <p:sp>
        <p:nvSpPr>
          <p:cNvPr id="3" name="Rectangle 9">
            <a:extLst>
              <a:ext uri="{FF2B5EF4-FFF2-40B4-BE49-F238E27FC236}">
                <a16:creationId xmlns:a16="http://schemas.microsoft.com/office/drawing/2014/main" id="{31C2A708-8EDF-0B71-7AB1-A6D1A1323FE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5E40BA4D-A793-ECCF-2864-056C88C4342F}"/>
              </a:ext>
            </a:extLst>
          </p:cNvPr>
          <p:cNvSpPr>
            <a:spLocks noGrp="1" noChangeArrowheads="1"/>
          </p:cNvSpPr>
          <p:nvPr>
            <p:ph type="sldNum" sz="quarter" idx="12"/>
          </p:nvPr>
        </p:nvSpPr>
        <p:spPr/>
        <p:txBody>
          <a:bodyPr/>
          <a:lstStyle>
            <a:lvl1pPr>
              <a:defRPr/>
            </a:lvl1pPr>
          </a:lstStyle>
          <a:p>
            <a:pPr>
              <a:defRPr/>
            </a:pPr>
            <a:fld id="{992A7DD8-1FB5-477B-B7B8-540B4E10732C}" type="slidenum">
              <a:rPr lang="ar-SA" altLang="ar-IQ"/>
              <a:pPr>
                <a:defRPr/>
              </a:pPr>
              <a:t>‹#›</a:t>
            </a:fld>
            <a:endParaRPr lang="en-US" altLang="ar-IQ"/>
          </a:p>
        </p:txBody>
      </p:sp>
    </p:spTree>
    <p:extLst>
      <p:ext uri="{BB962C8B-B14F-4D97-AF65-F5344CB8AC3E}">
        <p14:creationId xmlns:p14="http://schemas.microsoft.com/office/powerpoint/2010/main" val="242675665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9D54AE41-C11D-6928-D5F8-DB709C8E7267}"/>
              </a:ext>
            </a:extLst>
          </p:cNvPr>
          <p:cNvSpPr>
            <a:spLocks noGrp="1" noChangeArrowheads="1"/>
          </p:cNvSpPr>
          <p:nvPr>
            <p:ph type="dt" sz="half" idx="10"/>
          </p:nvPr>
        </p:nvSpPr>
        <p:spPr/>
        <p:txBody>
          <a:bodyPr/>
          <a:lstStyle>
            <a:lvl1pPr>
              <a:defRPr/>
            </a:lvl1pPr>
          </a:lstStyle>
          <a:p>
            <a:pPr>
              <a:defRPr/>
            </a:pPr>
            <a:fld id="{4EB13B16-9F63-4AF4-9AC5-F76C5060831F}" type="datetime1">
              <a:rPr lang="hy-AM"/>
              <a:pPr>
                <a:defRPr/>
              </a:pPr>
              <a:t>21.10.2026</a:t>
            </a:fld>
            <a:endParaRPr lang="en-US"/>
          </a:p>
        </p:txBody>
      </p:sp>
      <p:sp>
        <p:nvSpPr>
          <p:cNvPr id="6" name="Rectangle 9">
            <a:extLst>
              <a:ext uri="{FF2B5EF4-FFF2-40B4-BE49-F238E27FC236}">
                <a16:creationId xmlns:a16="http://schemas.microsoft.com/office/drawing/2014/main" id="{17D720E2-DCD4-AEB8-DDA8-4DB9CEF2303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2FA7451E-F9DC-636A-4CA3-EA26245EBF47}"/>
              </a:ext>
            </a:extLst>
          </p:cNvPr>
          <p:cNvSpPr>
            <a:spLocks noGrp="1" noChangeArrowheads="1"/>
          </p:cNvSpPr>
          <p:nvPr>
            <p:ph type="sldNum" sz="quarter" idx="12"/>
          </p:nvPr>
        </p:nvSpPr>
        <p:spPr/>
        <p:txBody>
          <a:bodyPr/>
          <a:lstStyle>
            <a:lvl1pPr>
              <a:defRPr/>
            </a:lvl1pPr>
          </a:lstStyle>
          <a:p>
            <a:pPr>
              <a:defRPr/>
            </a:pPr>
            <a:fld id="{F6FB325C-7E77-414B-8451-DBE2FE427278}" type="slidenum">
              <a:rPr lang="ar-SA" altLang="ar-IQ"/>
              <a:pPr>
                <a:defRPr/>
              </a:pPr>
              <a:t>‹#›</a:t>
            </a:fld>
            <a:endParaRPr lang="en-US" altLang="ar-IQ"/>
          </a:p>
        </p:txBody>
      </p:sp>
    </p:spTree>
    <p:extLst>
      <p:ext uri="{BB962C8B-B14F-4D97-AF65-F5344CB8AC3E}">
        <p14:creationId xmlns:p14="http://schemas.microsoft.com/office/powerpoint/2010/main" val="52851509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6447B88B-55F6-FE6E-4EF0-411515D688C8}"/>
              </a:ext>
            </a:extLst>
          </p:cNvPr>
          <p:cNvSpPr>
            <a:spLocks noGrp="1" noChangeArrowheads="1"/>
          </p:cNvSpPr>
          <p:nvPr>
            <p:ph type="dt" sz="half" idx="10"/>
          </p:nvPr>
        </p:nvSpPr>
        <p:spPr/>
        <p:txBody>
          <a:bodyPr/>
          <a:lstStyle>
            <a:lvl1pPr>
              <a:defRPr/>
            </a:lvl1pPr>
          </a:lstStyle>
          <a:p>
            <a:pPr>
              <a:defRPr/>
            </a:pPr>
            <a:fld id="{E6F2279C-F062-463D-9C72-3C961B401FAD}" type="datetime1">
              <a:rPr lang="hy-AM"/>
              <a:pPr>
                <a:defRPr/>
              </a:pPr>
              <a:t>21.10.2026</a:t>
            </a:fld>
            <a:endParaRPr lang="en-US"/>
          </a:p>
        </p:txBody>
      </p:sp>
      <p:sp>
        <p:nvSpPr>
          <p:cNvPr id="6" name="Rectangle 9">
            <a:extLst>
              <a:ext uri="{FF2B5EF4-FFF2-40B4-BE49-F238E27FC236}">
                <a16:creationId xmlns:a16="http://schemas.microsoft.com/office/drawing/2014/main" id="{D4830E44-0C95-8759-A041-39D53D647E5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41758E2A-BE73-6BA4-DFCC-428EFAEBD5A9}"/>
              </a:ext>
            </a:extLst>
          </p:cNvPr>
          <p:cNvSpPr>
            <a:spLocks noGrp="1" noChangeArrowheads="1"/>
          </p:cNvSpPr>
          <p:nvPr>
            <p:ph type="sldNum" sz="quarter" idx="12"/>
          </p:nvPr>
        </p:nvSpPr>
        <p:spPr/>
        <p:txBody>
          <a:bodyPr/>
          <a:lstStyle>
            <a:lvl1pPr>
              <a:defRPr/>
            </a:lvl1pPr>
          </a:lstStyle>
          <a:p>
            <a:pPr>
              <a:defRPr/>
            </a:pPr>
            <a:fld id="{38A5E4E3-8A73-4CC8-905B-02BFE8939FFF}" type="slidenum">
              <a:rPr lang="ar-SA" altLang="ar-IQ"/>
              <a:pPr>
                <a:defRPr/>
              </a:pPr>
              <a:t>‹#›</a:t>
            </a:fld>
            <a:endParaRPr lang="en-US" altLang="ar-IQ"/>
          </a:p>
        </p:txBody>
      </p:sp>
    </p:spTree>
    <p:extLst>
      <p:ext uri="{BB962C8B-B14F-4D97-AF65-F5344CB8AC3E}">
        <p14:creationId xmlns:p14="http://schemas.microsoft.com/office/powerpoint/2010/main" val="18100168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163F12BE-C5EF-2E3C-9D69-2722851FA591}"/>
              </a:ext>
            </a:extLst>
          </p:cNvPr>
          <p:cNvSpPr>
            <a:spLocks noGrp="1" noChangeArrowheads="1"/>
          </p:cNvSpPr>
          <p:nvPr>
            <p:ph type="dt" sz="half" idx="10"/>
          </p:nvPr>
        </p:nvSpPr>
        <p:spPr/>
        <p:txBody>
          <a:bodyPr/>
          <a:lstStyle>
            <a:lvl1pPr>
              <a:defRPr/>
            </a:lvl1pPr>
          </a:lstStyle>
          <a:p>
            <a:pPr>
              <a:defRPr/>
            </a:pPr>
            <a:fld id="{21F1C2A2-47B0-4894-A9B8-B6356A882D45}" type="datetime1">
              <a:rPr lang="hy-AM"/>
              <a:pPr>
                <a:defRPr/>
              </a:pPr>
              <a:t>21.10.2026</a:t>
            </a:fld>
            <a:endParaRPr lang="en-US"/>
          </a:p>
        </p:txBody>
      </p:sp>
      <p:sp>
        <p:nvSpPr>
          <p:cNvPr id="5" name="Rectangle 9">
            <a:extLst>
              <a:ext uri="{FF2B5EF4-FFF2-40B4-BE49-F238E27FC236}">
                <a16:creationId xmlns:a16="http://schemas.microsoft.com/office/drawing/2014/main" id="{BB5C53E7-BB6B-B3F2-690C-87D6CA7414B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628352F5-C986-2D82-26C7-7AE2BC249622}"/>
              </a:ext>
            </a:extLst>
          </p:cNvPr>
          <p:cNvSpPr>
            <a:spLocks noGrp="1" noChangeArrowheads="1"/>
          </p:cNvSpPr>
          <p:nvPr>
            <p:ph type="sldNum" sz="quarter" idx="12"/>
          </p:nvPr>
        </p:nvSpPr>
        <p:spPr/>
        <p:txBody>
          <a:bodyPr/>
          <a:lstStyle>
            <a:lvl1pPr>
              <a:defRPr/>
            </a:lvl1pPr>
          </a:lstStyle>
          <a:p>
            <a:pPr>
              <a:defRPr/>
            </a:pPr>
            <a:fld id="{7C536E18-E38C-4CF7-BB10-59E115D3AEAE}" type="slidenum">
              <a:rPr lang="ar-SA" altLang="ar-IQ"/>
              <a:pPr>
                <a:defRPr/>
              </a:pPr>
              <a:t>‹#›</a:t>
            </a:fld>
            <a:endParaRPr lang="en-US" altLang="ar-IQ"/>
          </a:p>
        </p:txBody>
      </p:sp>
    </p:spTree>
    <p:extLst>
      <p:ext uri="{BB962C8B-B14F-4D97-AF65-F5344CB8AC3E}">
        <p14:creationId xmlns:p14="http://schemas.microsoft.com/office/powerpoint/2010/main" val="2169717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4E74E586-BD93-AD81-5083-7A5246CA4D38}"/>
              </a:ext>
            </a:extLst>
          </p:cNvPr>
          <p:cNvSpPr>
            <a:spLocks noGrp="1" noChangeArrowheads="1"/>
          </p:cNvSpPr>
          <p:nvPr>
            <p:ph type="dt" sz="half" idx="10"/>
          </p:nvPr>
        </p:nvSpPr>
        <p:spPr/>
        <p:txBody>
          <a:bodyPr/>
          <a:lstStyle>
            <a:lvl1pPr>
              <a:defRPr/>
            </a:lvl1pPr>
          </a:lstStyle>
          <a:p>
            <a:pPr>
              <a:defRPr/>
            </a:pPr>
            <a:fld id="{8751F507-675B-4BCC-9703-B36C7470BC2E}" type="datetime1">
              <a:rPr lang="hy-AM"/>
              <a:pPr>
                <a:defRPr/>
              </a:pPr>
              <a:t>21.10.2026</a:t>
            </a:fld>
            <a:endParaRPr lang="en-US"/>
          </a:p>
        </p:txBody>
      </p:sp>
      <p:sp>
        <p:nvSpPr>
          <p:cNvPr id="5" name="Rectangle 9">
            <a:extLst>
              <a:ext uri="{FF2B5EF4-FFF2-40B4-BE49-F238E27FC236}">
                <a16:creationId xmlns:a16="http://schemas.microsoft.com/office/drawing/2014/main" id="{F1CE4F8C-997C-E5C3-4EEC-0AE861BCAD1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623218E0-2359-2E86-816F-363A8A4261F9}"/>
              </a:ext>
            </a:extLst>
          </p:cNvPr>
          <p:cNvSpPr>
            <a:spLocks noGrp="1" noChangeArrowheads="1"/>
          </p:cNvSpPr>
          <p:nvPr>
            <p:ph type="sldNum" sz="quarter" idx="12"/>
          </p:nvPr>
        </p:nvSpPr>
        <p:spPr/>
        <p:txBody>
          <a:bodyPr/>
          <a:lstStyle>
            <a:lvl1pPr>
              <a:defRPr/>
            </a:lvl1pPr>
          </a:lstStyle>
          <a:p>
            <a:pPr>
              <a:defRPr/>
            </a:pPr>
            <a:fld id="{3D9D50C6-767B-42A6-B677-3B42A0621BB6}" type="slidenum">
              <a:rPr lang="ar-SA" altLang="ar-IQ"/>
              <a:pPr>
                <a:defRPr/>
              </a:pPr>
              <a:t>‹#›</a:t>
            </a:fld>
            <a:endParaRPr lang="en-US" altLang="ar-IQ"/>
          </a:p>
        </p:txBody>
      </p:sp>
    </p:spTree>
    <p:extLst>
      <p:ext uri="{BB962C8B-B14F-4D97-AF65-F5344CB8AC3E}">
        <p14:creationId xmlns:p14="http://schemas.microsoft.com/office/powerpoint/2010/main" val="2437314716"/>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A39F82B-5496-8E43-B86A-9C206ED6B398}"/>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FB3EDC1A-42F5-79D7-3F1E-846B71C8CD66}"/>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724B2F88-BF1F-D3B9-72C1-C9B4CD6AD56C}"/>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AE0CCBFD-A95F-D862-E83A-AE3EE89E4EEC}"/>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76244E7C-2EEB-B961-287D-29BDF29821EC}"/>
              </a:ext>
            </a:extLst>
          </p:cNvPr>
          <p:cNvSpPr>
            <a:spLocks noGrp="1" noChangeArrowheads="1"/>
          </p:cNvSpPr>
          <p:nvPr>
            <p:ph type="dt" sz="half" idx="10"/>
          </p:nvPr>
        </p:nvSpPr>
        <p:spPr/>
        <p:txBody>
          <a:bodyPr/>
          <a:lstStyle>
            <a:lvl1pPr>
              <a:defRPr/>
            </a:lvl1pPr>
          </a:lstStyle>
          <a:p>
            <a:pPr>
              <a:defRPr/>
            </a:pPr>
            <a:fld id="{8E460463-42CC-4E63-AA4D-9E221B03F447}" type="datetime1">
              <a:rPr lang="hy-AM"/>
              <a:pPr>
                <a:defRPr/>
              </a:pPr>
              <a:t>21.10.2026</a:t>
            </a:fld>
            <a:endParaRPr lang="en-US"/>
          </a:p>
        </p:txBody>
      </p:sp>
      <p:sp>
        <p:nvSpPr>
          <p:cNvPr id="7" name="Rectangle 9">
            <a:extLst>
              <a:ext uri="{FF2B5EF4-FFF2-40B4-BE49-F238E27FC236}">
                <a16:creationId xmlns:a16="http://schemas.microsoft.com/office/drawing/2014/main" id="{BC980FD4-3545-F622-9627-45301CE6FDF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45826161-7A80-5541-8B8A-C13E09D32883}"/>
              </a:ext>
            </a:extLst>
          </p:cNvPr>
          <p:cNvSpPr>
            <a:spLocks noGrp="1" noChangeArrowheads="1"/>
          </p:cNvSpPr>
          <p:nvPr>
            <p:ph type="sldNum" sz="quarter" idx="12"/>
          </p:nvPr>
        </p:nvSpPr>
        <p:spPr/>
        <p:txBody>
          <a:bodyPr/>
          <a:lstStyle>
            <a:lvl1pPr>
              <a:defRPr/>
            </a:lvl1pPr>
          </a:lstStyle>
          <a:p>
            <a:pPr>
              <a:defRPr/>
            </a:pPr>
            <a:fld id="{D657F328-AA77-4BC9-9219-88465A1580D7}" type="slidenum">
              <a:rPr lang="ar-SA" altLang="ar-IQ"/>
              <a:pPr>
                <a:defRPr/>
              </a:pPr>
              <a:t>‹#›</a:t>
            </a:fld>
            <a:endParaRPr lang="en-US" altLang="ar-IQ"/>
          </a:p>
        </p:txBody>
      </p:sp>
    </p:spTree>
    <p:extLst>
      <p:ext uri="{BB962C8B-B14F-4D97-AF65-F5344CB8AC3E}">
        <p14:creationId xmlns:p14="http://schemas.microsoft.com/office/powerpoint/2010/main" val="497297194"/>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76994505-A6AD-A5EB-156B-6D83B0136E0F}"/>
              </a:ext>
            </a:extLst>
          </p:cNvPr>
          <p:cNvSpPr>
            <a:spLocks noGrp="1" noChangeArrowheads="1"/>
          </p:cNvSpPr>
          <p:nvPr>
            <p:ph type="dt" sz="half" idx="10"/>
          </p:nvPr>
        </p:nvSpPr>
        <p:spPr/>
        <p:txBody>
          <a:bodyPr/>
          <a:lstStyle>
            <a:lvl1pPr>
              <a:defRPr/>
            </a:lvl1pPr>
          </a:lstStyle>
          <a:p>
            <a:pPr>
              <a:defRPr/>
            </a:pPr>
            <a:fld id="{C90953AA-03CF-49AF-A9DE-F54A3AEAC064}" type="datetime1">
              <a:rPr lang="hy-AM"/>
              <a:pPr>
                <a:defRPr/>
              </a:pPr>
              <a:t>21.10.2026</a:t>
            </a:fld>
            <a:endParaRPr lang="en-US"/>
          </a:p>
        </p:txBody>
      </p:sp>
      <p:sp>
        <p:nvSpPr>
          <p:cNvPr id="5" name="Rectangle 9">
            <a:extLst>
              <a:ext uri="{FF2B5EF4-FFF2-40B4-BE49-F238E27FC236}">
                <a16:creationId xmlns:a16="http://schemas.microsoft.com/office/drawing/2014/main" id="{22A96CE6-10A4-9F9E-12F2-9926D96ECBC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60870C6A-85FB-221B-E64C-853456FF0C65}"/>
              </a:ext>
            </a:extLst>
          </p:cNvPr>
          <p:cNvSpPr>
            <a:spLocks noGrp="1" noChangeArrowheads="1"/>
          </p:cNvSpPr>
          <p:nvPr>
            <p:ph type="sldNum" sz="quarter" idx="12"/>
          </p:nvPr>
        </p:nvSpPr>
        <p:spPr/>
        <p:txBody>
          <a:bodyPr/>
          <a:lstStyle>
            <a:lvl1pPr>
              <a:defRPr/>
            </a:lvl1pPr>
          </a:lstStyle>
          <a:p>
            <a:pPr>
              <a:defRPr/>
            </a:pPr>
            <a:fld id="{08FBBA86-218B-4AC9-A2D8-A2CDBDB0F54C}" type="slidenum">
              <a:rPr lang="ar-SA" altLang="ar-IQ"/>
              <a:pPr>
                <a:defRPr/>
              </a:pPr>
              <a:t>‹#›</a:t>
            </a:fld>
            <a:endParaRPr lang="en-US" altLang="ar-IQ"/>
          </a:p>
        </p:txBody>
      </p:sp>
    </p:spTree>
    <p:extLst>
      <p:ext uri="{BB962C8B-B14F-4D97-AF65-F5344CB8AC3E}">
        <p14:creationId xmlns:p14="http://schemas.microsoft.com/office/powerpoint/2010/main" val="343563894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3D5D0855-A255-D495-72AD-DB3B0B23B22B}"/>
              </a:ext>
            </a:extLst>
          </p:cNvPr>
          <p:cNvSpPr>
            <a:spLocks noGrp="1" noChangeArrowheads="1"/>
          </p:cNvSpPr>
          <p:nvPr>
            <p:ph type="dt" sz="half" idx="10"/>
          </p:nvPr>
        </p:nvSpPr>
        <p:spPr/>
        <p:txBody>
          <a:bodyPr/>
          <a:lstStyle>
            <a:lvl1pPr>
              <a:defRPr/>
            </a:lvl1pPr>
          </a:lstStyle>
          <a:p>
            <a:pPr>
              <a:defRPr/>
            </a:pPr>
            <a:fld id="{09D7ED3D-2C99-4A00-9CBD-06468500EAC6}" type="datetime1">
              <a:rPr lang="hy-AM"/>
              <a:pPr>
                <a:defRPr/>
              </a:pPr>
              <a:t>21.10.2026</a:t>
            </a:fld>
            <a:endParaRPr lang="en-US"/>
          </a:p>
        </p:txBody>
      </p:sp>
      <p:sp>
        <p:nvSpPr>
          <p:cNvPr id="5" name="Rectangle 9">
            <a:extLst>
              <a:ext uri="{FF2B5EF4-FFF2-40B4-BE49-F238E27FC236}">
                <a16:creationId xmlns:a16="http://schemas.microsoft.com/office/drawing/2014/main" id="{CAD2DAF6-D800-17A0-72F1-3DF55A84205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B2279D56-4E3D-0256-484F-9B9F0537CCF4}"/>
              </a:ext>
            </a:extLst>
          </p:cNvPr>
          <p:cNvSpPr>
            <a:spLocks noGrp="1" noChangeArrowheads="1"/>
          </p:cNvSpPr>
          <p:nvPr>
            <p:ph type="sldNum" sz="quarter" idx="12"/>
          </p:nvPr>
        </p:nvSpPr>
        <p:spPr/>
        <p:txBody>
          <a:bodyPr/>
          <a:lstStyle>
            <a:lvl1pPr>
              <a:defRPr/>
            </a:lvl1pPr>
          </a:lstStyle>
          <a:p>
            <a:pPr>
              <a:defRPr/>
            </a:pPr>
            <a:fld id="{2F57E738-4344-4634-8C17-882D0A19BD41}" type="slidenum">
              <a:rPr lang="ar-SA" altLang="ar-IQ"/>
              <a:pPr>
                <a:defRPr/>
              </a:pPr>
              <a:t>‹#›</a:t>
            </a:fld>
            <a:endParaRPr lang="en-US" altLang="ar-IQ"/>
          </a:p>
        </p:txBody>
      </p:sp>
    </p:spTree>
    <p:extLst>
      <p:ext uri="{BB962C8B-B14F-4D97-AF65-F5344CB8AC3E}">
        <p14:creationId xmlns:p14="http://schemas.microsoft.com/office/powerpoint/2010/main" val="1488466594"/>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7A3970E1-FDFD-F8E0-7BD6-6023071E6B14}"/>
              </a:ext>
            </a:extLst>
          </p:cNvPr>
          <p:cNvSpPr>
            <a:spLocks noGrp="1" noChangeArrowheads="1"/>
          </p:cNvSpPr>
          <p:nvPr>
            <p:ph type="dt" sz="half" idx="10"/>
          </p:nvPr>
        </p:nvSpPr>
        <p:spPr/>
        <p:txBody>
          <a:bodyPr/>
          <a:lstStyle>
            <a:lvl1pPr>
              <a:defRPr/>
            </a:lvl1pPr>
          </a:lstStyle>
          <a:p>
            <a:pPr>
              <a:defRPr/>
            </a:pPr>
            <a:fld id="{46762E84-8537-412D-8189-583637A43766}" type="datetime1">
              <a:rPr lang="hy-AM"/>
              <a:pPr>
                <a:defRPr/>
              </a:pPr>
              <a:t>21.10.2026</a:t>
            </a:fld>
            <a:endParaRPr lang="en-US"/>
          </a:p>
        </p:txBody>
      </p:sp>
      <p:sp>
        <p:nvSpPr>
          <p:cNvPr id="6" name="Rectangle 9">
            <a:extLst>
              <a:ext uri="{FF2B5EF4-FFF2-40B4-BE49-F238E27FC236}">
                <a16:creationId xmlns:a16="http://schemas.microsoft.com/office/drawing/2014/main" id="{DBAC8E8E-9319-9C1E-CF21-EC1948FCFC6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DC89967C-C7D4-DA62-55AB-80BC0DB82453}"/>
              </a:ext>
            </a:extLst>
          </p:cNvPr>
          <p:cNvSpPr>
            <a:spLocks noGrp="1" noChangeArrowheads="1"/>
          </p:cNvSpPr>
          <p:nvPr>
            <p:ph type="sldNum" sz="quarter" idx="12"/>
          </p:nvPr>
        </p:nvSpPr>
        <p:spPr/>
        <p:txBody>
          <a:bodyPr/>
          <a:lstStyle>
            <a:lvl1pPr>
              <a:defRPr/>
            </a:lvl1pPr>
          </a:lstStyle>
          <a:p>
            <a:pPr>
              <a:defRPr/>
            </a:pPr>
            <a:fld id="{B53BBB2C-C3BD-4794-8B0F-0742244EBCF6}" type="slidenum">
              <a:rPr lang="ar-SA" altLang="ar-IQ"/>
              <a:pPr>
                <a:defRPr/>
              </a:pPr>
              <a:t>‹#›</a:t>
            </a:fld>
            <a:endParaRPr lang="en-US" altLang="ar-IQ"/>
          </a:p>
        </p:txBody>
      </p:sp>
    </p:spTree>
    <p:extLst>
      <p:ext uri="{BB962C8B-B14F-4D97-AF65-F5344CB8AC3E}">
        <p14:creationId xmlns:p14="http://schemas.microsoft.com/office/powerpoint/2010/main" val="97741530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4B550B6E-F72F-17EC-02D1-B23384A88446}"/>
              </a:ext>
            </a:extLst>
          </p:cNvPr>
          <p:cNvSpPr>
            <a:spLocks noGrp="1" noChangeArrowheads="1"/>
          </p:cNvSpPr>
          <p:nvPr>
            <p:ph type="dt" sz="half" idx="10"/>
          </p:nvPr>
        </p:nvSpPr>
        <p:spPr/>
        <p:txBody>
          <a:bodyPr/>
          <a:lstStyle>
            <a:lvl1pPr>
              <a:defRPr/>
            </a:lvl1pPr>
          </a:lstStyle>
          <a:p>
            <a:pPr>
              <a:defRPr/>
            </a:pPr>
            <a:fld id="{6B378C6A-4D21-4B52-899C-B510670957E2}" type="datetime1">
              <a:rPr lang="hy-AM"/>
              <a:pPr>
                <a:defRPr/>
              </a:pPr>
              <a:t>21.10.2026</a:t>
            </a:fld>
            <a:endParaRPr lang="en-US"/>
          </a:p>
        </p:txBody>
      </p:sp>
      <p:sp>
        <p:nvSpPr>
          <p:cNvPr id="8" name="Rectangle 9">
            <a:extLst>
              <a:ext uri="{FF2B5EF4-FFF2-40B4-BE49-F238E27FC236}">
                <a16:creationId xmlns:a16="http://schemas.microsoft.com/office/drawing/2014/main" id="{717A987B-C4E3-141F-27B6-ED30B2A2C65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F22FB94C-8FAB-308D-9654-CFD833171DBB}"/>
              </a:ext>
            </a:extLst>
          </p:cNvPr>
          <p:cNvSpPr>
            <a:spLocks noGrp="1" noChangeArrowheads="1"/>
          </p:cNvSpPr>
          <p:nvPr>
            <p:ph type="sldNum" sz="quarter" idx="12"/>
          </p:nvPr>
        </p:nvSpPr>
        <p:spPr/>
        <p:txBody>
          <a:bodyPr/>
          <a:lstStyle>
            <a:lvl1pPr>
              <a:defRPr/>
            </a:lvl1pPr>
          </a:lstStyle>
          <a:p>
            <a:pPr>
              <a:defRPr/>
            </a:pPr>
            <a:fld id="{22125ADE-83B8-4936-94DB-E1C25368652D}" type="slidenum">
              <a:rPr lang="ar-SA" altLang="ar-IQ"/>
              <a:pPr>
                <a:defRPr/>
              </a:pPr>
              <a:t>‹#›</a:t>
            </a:fld>
            <a:endParaRPr lang="en-US" altLang="ar-IQ"/>
          </a:p>
        </p:txBody>
      </p:sp>
    </p:spTree>
    <p:extLst>
      <p:ext uri="{BB962C8B-B14F-4D97-AF65-F5344CB8AC3E}">
        <p14:creationId xmlns:p14="http://schemas.microsoft.com/office/powerpoint/2010/main" val="1452405933"/>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0FC931AA-A3E6-6CE3-74B8-712F068613FE}"/>
              </a:ext>
            </a:extLst>
          </p:cNvPr>
          <p:cNvSpPr>
            <a:spLocks noGrp="1" noChangeArrowheads="1"/>
          </p:cNvSpPr>
          <p:nvPr>
            <p:ph type="dt" sz="half" idx="10"/>
          </p:nvPr>
        </p:nvSpPr>
        <p:spPr/>
        <p:txBody>
          <a:bodyPr/>
          <a:lstStyle>
            <a:lvl1pPr>
              <a:defRPr/>
            </a:lvl1pPr>
          </a:lstStyle>
          <a:p>
            <a:pPr>
              <a:defRPr/>
            </a:pPr>
            <a:fld id="{875E5B2D-95EE-47B7-BCA5-F1AFC747573A}" type="datetime1">
              <a:rPr lang="hy-AM"/>
              <a:pPr>
                <a:defRPr/>
              </a:pPr>
              <a:t>21.10.2026</a:t>
            </a:fld>
            <a:endParaRPr lang="en-US"/>
          </a:p>
        </p:txBody>
      </p:sp>
      <p:sp>
        <p:nvSpPr>
          <p:cNvPr id="4" name="Rectangle 9">
            <a:extLst>
              <a:ext uri="{FF2B5EF4-FFF2-40B4-BE49-F238E27FC236}">
                <a16:creationId xmlns:a16="http://schemas.microsoft.com/office/drawing/2014/main" id="{EC792D6E-F161-1D42-6A06-2D7E6F2C128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6542BD47-95BB-D724-3919-97E7AD206C06}"/>
              </a:ext>
            </a:extLst>
          </p:cNvPr>
          <p:cNvSpPr>
            <a:spLocks noGrp="1" noChangeArrowheads="1"/>
          </p:cNvSpPr>
          <p:nvPr>
            <p:ph type="sldNum" sz="quarter" idx="12"/>
          </p:nvPr>
        </p:nvSpPr>
        <p:spPr/>
        <p:txBody>
          <a:bodyPr/>
          <a:lstStyle>
            <a:lvl1pPr>
              <a:defRPr/>
            </a:lvl1pPr>
          </a:lstStyle>
          <a:p>
            <a:pPr>
              <a:defRPr/>
            </a:pPr>
            <a:fld id="{67372827-A367-4EAA-90D1-5878BCCBA9F3}" type="slidenum">
              <a:rPr lang="ar-SA" altLang="ar-IQ"/>
              <a:pPr>
                <a:defRPr/>
              </a:pPr>
              <a:t>‹#›</a:t>
            </a:fld>
            <a:endParaRPr lang="en-US" altLang="ar-IQ"/>
          </a:p>
        </p:txBody>
      </p:sp>
    </p:spTree>
    <p:extLst>
      <p:ext uri="{BB962C8B-B14F-4D97-AF65-F5344CB8AC3E}">
        <p14:creationId xmlns:p14="http://schemas.microsoft.com/office/powerpoint/2010/main" val="4131222536"/>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8A8C03C7-1867-D89D-4133-1D2E72BD4F05}"/>
              </a:ext>
            </a:extLst>
          </p:cNvPr>
          <p:cNvSpPr>
            <a:spLocks noGrp="1" noChangeArrowheads="1"/>
          </p:cNvSpPr>
          <p:nvPr>
            <p:ph type="dt" sz="half" idx="10"/>
          </p:nvPr>
        </p:nvSpPr>
        <p:spPr/>
        <p:txBody>
          <a:bodyPr/>
          <a:lstStyle>
            <a:lvl1pPr>
              <a:defRPr/>
            </a:lvl1pPr>
          </a:lstStyle>
          <a:p>
            <a:pPr>
              <a:defRPr/>
            </a:pPr>
            <a:fld id="{815E342E-7744-4CE1-895A-EEC2F166B0D9}" type="datetime1">
              <a:rPr lang="hy-AM"/>
              <a:pPr>
                <a:defRPr/>
              </a:pPr>
              <a:t>21.10.2026</a:t>
            </a:fld>
            <a:endParaRPr lang="en-US"/>
          </a:p>
        </p:txBody>
      </p:sp>
      <p:sp>
        <p:nvSpPr>
          <p:cNvPr id="3" name="Rectangle 9">
            <a:extLst>
              <a:ext uri="{FF2B5EF4-FFF2-40B4-BE49-F238E27FC236}">
                <a16:creationId xmlns:a16="http://schemas.microsoft.com/office/drawing/2014/main" id="{63DFB4BD-1552-B582-AEC5-CE23414C8C8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FAF59D1C-E32A-2B1A-036A-842543F0A5BE}"/>
              </a:ext>
            </a:extLst>
          </p:cNvPr>
          <p:cNvSpPr>
            <a:spLocks noGrp="1" noChangeArrowheads="1"/>
          </p:cNvSpPr>
          <p:nvPr>
            <p:ph type="sldNum" sz="quarter" idx="12"/>
          </p:nvPr>
        </p:nvSpPr>
        <p:spPr/>
        <p:txBody>
          <a:bodyPr/>
          <a:lstStyle>
            <a:lvl1pPr>
              <a:defRPr/>
            </a:lvl1pPr>
          </a:lstStyle>
          <a:p>
            <a:pPr>
              <a:defRPr/>
            </a:pPr>
            <a:fld id="{11A61EBB-008E-43F5-9085-7F32AC40764E}" type="slidenum">
              <a:rPr lang="ar-SA" altLang="ar-IQ"/>
              <a:pPr>
                <a:defRPr/>
              </a:pPr>
              <a:t>‹#›</a:t>
            </a:fld>
            <a:endParaRPr lang="en-US" altLang="ar-IQ"/>
          </a:p>
        </p:txBody>
      </p:sp>
    </p:spTree>
    <p:extLst>
      <p:ext uri="{BB962C8B-B14F-4D97-AF65-F5344CB8AC3E}">
        <p14:creationId xmlns:p14="http://schemas.microsoft.com/office/powerpoint/2010/main" val="1897178445"/>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D7C8FE7D-998A-6364-83CF-ADB92AB3310E}"/>
              </a:ext>
            </a:extLst>
          </p:cNvPr>
          <p:cNvSpPr>
            <a:spLocks noGrp="1" noChangeArrowheads="1"/>
          </p:cNvSpPr>
          <p:nvPr>
            <p:ph type="dt" sz="half" idx="10"/>
          </p:nvPr>
        </p:nvSpPr>
        <p:spPr/>
        <p:txBody>
          <a:bodyPr/>
          <a:lstStyle>
            <a:lvl1pPr>
              <a:defRPr/>
            </a:lvl1pPr>
          </a:lstStyle>
          <a:p>
            <a:pPr>
              <a:defRPr/>
            </a:pPr>
            <a:fld id="{6A8E2B7A-7CFD-4B16-BF55-38C48ED0AA2E}" type="datetime1">
              <a:rPr lang="hy-AM"/>
              <a:pPr>
                <a:defRPr/>
              </a:pPr>
              <a:t>21.10.2026</a:t>
            </a:fld>
            <a:endParaRPr lang="en-US"/>
          </a:p>
        </p:txBody>
      </p:sp>
      <p:sp>
        <p:nvSpPr>
          <p:cNvPr id="6" name="Rectangle 9">
            <a:extLst>
              <a:ext uri="{FF2B5EF4-FFF2-40B4-BE49-F238E27FC236}">
                <a16:creationId xmlns:a16="http://schemas.microsoft.com/office/drawing/2014/main" id="{5BDAC61D-7907-B104-9B05-D7D0B731716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9991AE36-6E56-28D9-552F-94F065143DD2}"/>
              </a:ext>
            </a:extLst>
          </p:cNvPr>
          <p:cNvSpPr>
            <a:spLocks noGrp="1" noChangeArrowheads="1"/>
          </p:cNvSpPr>
          <p:nvPr>
            <p:ph type="sldNum" sz="quarter" idx="12"/>
          </p:nvPr>
        </p:nvSpPr>
        <p:spPr/>
        <p:txBody>
          <a:bodyPr/>
          <a:lstStyle>
            <a:lvl1pPr>
              <a:defRPr/>
            </a:lvl1pPr>
          </a:lstStyle>
          <a:p>
            <a:pPr>
              <a:defRPr/>
            </a:pPr>
            <a:fld id="{22EEC09A-1493-4CB0-A446-75C41C830C9E}" type="slidenum">
              <a:rPr lang="ar-SA" altLang="ar-IQ"/>
              <a:pPr>
                <a:defRPr/>
              </a:pPr>
              <a:t>‹#›</a:t>
            </a:fld>
            <a:endParaRPr lang="en-US" altLang="ar-IQ"/>
          </a:p>
        </p:txBody>
      </p:sp>
    </p:spTree>
    <p:extLst>
      <p:ext uri="{BB962C8B-B14F-4D97-AF65-F5344CB8AC3E}">
        <p14:creationId xmlns:p14="http://schemas.microsoft.com/office/powerpoint/2010/main" val="3905671166"/>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7376B063-C42F-BC35-C526-D5A0B1BF9F70}"/>
              </a:ext>
            </a:extLst>
          </p:cNvPr>
          <p:cNvSpPr>
            <a:spLocks noGrp="1" noChangeArrowheads="1"/>
          </p:cNvSpPr>
          <p:nvPr>
            <p:ph type="dt" sz="half" idx="10"/>
          </p:nvPr>
        </p:nvSpPr>
        <p:spPr/>
        <p:txBody>
          <a:bodyPr/>
          <a:lstStyle>
            <a:lvl1pPr>
              <a:defRPr/>
            </a:lvl1pPr>
          </a:lstStyle>
          <a:p>
            <a:pPr>
              <a:defRPr/>
            </a:pPr>
            <a:fld id="{4DF5623B-B4F6-4C47-BA50-C1639D4B5171}" type="datetime1">
              <a:rPr lang="hy-AM"/>
              <a:pPr>
                <a:defRPr/>
              </a:pPr>
              <a:t>21.10.2026</a:t>
            </a:fld>
            <a:endParaRPr lang="en-US"/>
          </a:p>
        </p:txBody>
      </p:sp>
      <p:sp>
        <p:nvSpPr>
          <p:cNvPr id="6" name="Rectangle 9">
            <a:extLst>
              <a:ext uri="{FF2B5EF4-FFF2-40B4-BE49-F238E27FC236}">
                <a16:creationId xmlns:a16="http://schemas.microsoft.com/office/drawing/2014/main" id="{F0063507-217F-E87E-DBC2-6F08EBBCCAB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DD58118C-10B3-411A-F164-47346FC6F0ED}"/>
              </a:ext>
            </a:extLst>
          </p:cNvPr>
          <p:cNvSpPr>
            <a:spLocks noGrp="1" noChangeArrowheads="1"/>
          </p:cNvSpPr>
          <p:nvPr>
            <p:ph type="sldNum" sz="quarter" idx="12"/>
          </p:nvPr>
        </p:nvSpPr>
        <p:spPr/>
        <p:txBody>
          <a:bodyPr/>
          <a:lstStyle>
            <a:lvl1pPr>
              <a:defRPr/>
            </a:lvl1pPr>
          </a:lstStyle>
          <a:p>
            <a:pPr>
              <a:defRPr/>
            </a:pPr>
            <a:fld id="{1A1E4B5E-6989-4E40-BEAB-AE35D831ADB4}" type="slidenum">
              <a:rPr lang="ar-SA" altLang="ar-IQ"/>
              <a:pPr>
                <a:defRPr/>
              </a:pPr>
              <a:t>‹#›</a:t>
            </a:fld>
            <a:endParaRPr lang="en-US" altLang="ar-IQ"/>
          </a:p>
        </p:txBody>
      </p:sp>
    </p:spTree>
    <p:extLst>
      <p:ext uri="{BB962C8B-B14F-4D97-AF65-F5344CB8AC3E}">
        <p14:creationId xmlns:p14="http://schemas.microsoft.com/office/powerpoint/2010/main" val="4244939499"/>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06D1676C-966B-8EE5-EAF7-1C9658A1C7E1}"/>
              </a:ext>
            </a:extLst>
          </p:cNvPr>
          <p:cNvSpPr>
            <a:spLocks noGrp="1" noChangeArrowheads="1"/>
          </p:cNvSpPr>
          <p:nvPr>
            <p:ph type="dt" sz="half" idx="10"/>
          </p:nvPr>
        </p:nvSpPr>
        <p:spPr/>
        <p:txBody>
          <a:bodyPr/>
          <a:lstStyle>
            <a:lvl1pPr>
              <a:defRPr/>
            </a:lvl1pPr>
          </a:lstStyle>
          <a:p>
            <a:pPr>
              <a:defRPr/>
            </a:pPr>
            <a:fld id="{65EEAFA7-4CFA-4E1E-99E7-21EA461839E4}" type="datetime1">
              <a:rPr lang="hy-AM"/>
              <a:pPr>
                <a:defRPr/>
              </a:pPr>
              <a:t>21.10.2026</a:t>
            </a:fld>
            <a:endParaRPr lang="en-US"/>
          </a:p>
        </p:txBody>
      </p:sp>
      <p:sp>
        <p:nvSpPr>
          <p:cNvPr id="5" name="Rectangle 9">
            <a:extLst>
              <a:ext uri="{FF2B5EF4-FFF2-40B4-BE49-F238E27FC236}">
                <a16:creationId xmlns:a16="http://schemas.microsoft.com/office/drawing/2014/main" id="{59783BD0-1EE9-7F18-DDDA-987A1E66DAF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0E354C00-EC49-3990-DF36-3837FD59E1E7}"/>
              </a:ext>
            </a:extLst>
          </p:cNvPr>
          <p:cNvSpPr>
            <a:spLocks noGrp="1" noChangeArrowheads="1"/>
          </p:cNvSpPr>
          <p:nvPr>
            <p:ph type="sldNum" sz="quarter" idx="12"/>
          </p:nvPr>
        </p:nvSpPr>
        <p:spPr/>
        <p:txBody>
          <a:bodyPr/>
          <a:lstStyle>
            <a:lvl1pPr>
              <a:defRPr/>
            </a:lvl1pPr>
          </a:lstStyle>
          <a:p>
            <a:pPr>
              <a:defRPr/>
            </a:pPr>
            <a:fld id="{396E64E5-4F07-4180-9A3E-8E90A9601591}" type="slidenum">
              <a:rPr lang="ar-SA" altLang="ar-IQ"/>
              <a:pPr>
                <a:defRPr/>
              </a:pPr>
              <a:t>‹#›</a:t>
            </a:fld>
            <a:endParaRPr lang="en-US" altLang="ar-IQ"/>
          </a:p>
        </p:txBody>
      </p:sp>
    </p:spTree>
    <p:extLst>
      <p:ext uri="{BB962C8B-B14F-4D97-AF65-F5344CB8AC3E}">
        <p14:creationId xmlns:p14="http://schemas.microsoft.com/office/powerpoint/2010/main" val="89029194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3C637DB8-2998-3EB9-E073-1AE00761ACBD}"/>
              </a:ext>
            </a:extLst>
          </p:cNvPr>
          <p:cNvSpPr>
            <a:spLocks noGrp="1" noChangeArrowheads="1"/>
          </p:cNvSpPr>
          <p:nvPr>
            <p:ph type="dt" sz="half" idx="10"/>
          </p:nvPr>
        </p:nvSpPr>
        <p:spPr/>
        <p:txBody>
          <a:bodyPr/>
          <a:lstStyle>
            <a:lvl1pPr>
              <a:defRPr/>
            </a:lvl1pPr>
          </a:lstStyle>
          <a:p>
            <a:pPr>
              <a:defRPr/>
            </a:pPr>
            <a:fld id="{8CB81A60-A70A-43B5-A228-E2FCF84F73A2}" type="datetime1">
              <a:rPr lang="hy-AM"/>
              <a:pPr>
                <a:defRPr/>
              </a:pPr>
              <a:t>21.10.2026</a:t>
            </a:fld>
            <a:endParaRPr lang="en-US"/>
          </a:p>
        </p:txBody>
      </p:sp>
      <p:sp>
        <p:nvSpPr>
          <p:cNvPr id="5" name="Rectangle 9">
            <a:extLst>
              <a:ext uri="{FF2B5EF4-FFF2-40B4-BE49-F238E27FC236}">
                <a16:creationId xmlns:a16="http://schemas.microsoft.com/office/drawing/2014/main" id="{A36726E7-D239-3D09-1B9F-AE900AF578C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BFB77D94-1299-2F89-C76F-B4EBAF4435E0}"/>
              </a:ext>
            </a:extLst>
          </p:cNvPr>
          <p:cNvSpPr>
            <a:spLocks noGrp="1" noChangeArrowheads="1"/>
          </p:cNvSpPr>
          <p:nvPr>
            <p:ph type="sldNum" sz="quarter" idx="12"/>
          </p:nvPr>
        </p:nvSpPr>
        <p:spPr/>
        <p:txBody>
          <a:bodyPr/>
          <a:lstStyle>
            <a:lvl1pPr>
              <a:defRPr/>
            </a:lvl1pPr>
          </a:lstStyle>
          <a:p>
            <a:pPr>
              <a:defRPr/>
            </a:pPr>
            <a:fld id="{81EF172C-3E2E-4F86-9587-FD981AEBF356}" type="slidenum">
              <a:rPr lang="ar-SA" altLang="ar-IQ"/>
              <a:pPr>
                <a:defRPr/>
              </a:pPr>
              <a:t>‹#›</a:t>
            </a:fld>
            <a:endParaRPr lang="en-US" altLang="ar-IQ"/>
          </a:p>
        </p:txBody>
      </p:sp>
    </p:spTree>
    <p:extLst>
      <p:ext uri="{BB962C8B-B14F-4D97-AF65-F5344CB8AC3E}">
        <p14:creationId xmlns:p14="http://schemas.microsoft.com/office/powerpoint/2010/main" val="358515456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BC58A61-9A8E-3E83-0C47-651063EF9EF6}"/>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46B25F53-C2A0-4D76-FE38-6B13F3740316}"/>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14B6BBBF-8849-DA46-BA4E-96648A580618}"/>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3EC76258-7AAA-5DB7-A077-71515F85E325}"/>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9FD802FB-9BC6-31C0-9F1C-516F53A7FBAB}"/>
              </a:ext>
            </a:extLst>
          </p:cNvPr>
          <p:cNvSpPr>
            <a:spLocks noGrp="1" noChangeArrowheads="1"/>
          </p:cNvSpPr>
          <p:nvPr>
            <p:ph type="dt" sz="half" idx="10"/>
          </p:nvPr>
        </p:nvSpPr>
        <p:spPr/>
        <p:txBody>
          <a:bodyPr/>
          <a:lstStyle>
            <a:lvl1pPr>
              <a:defRPr/>
            </a:lvl1pPr>
          </a:lstStyle>
          <a:p>
            <a:pPr>
              <a:defRPr/>
            </a:pPr>
            <a:fld id="{44038D4F-3FE2-4FB9-AC98-79B930E9695A}" type="datetime1">
              <a:rPr lang="hy-AM"/>
              <a:pPr>
                <a:defRPr/>
              </a:pPr>
              <a:t>21.10.2026</a:t>
            </a:fld>
            <a:endParaRPr lang="en-US"/>
          </a:p>
        </p:txBody>
      </p:sp>
      <p:sp>
        <p:nvSpPr>
          <p:cNvPr id="7" name="Rectangle 9">
            <a:extLst>
              <a:ext uri="{FF2B5EF4-FFF2-40B4-BE49-F238E27FC236}">
                <a16:creationId xmlns:a16="http://schemas.microsoft.com/office/drawing/2014/main" id="{A61B77DE-6C2E-EC50-3000-38EE106308F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B8EF01D5-0815-D697-D66A-112D930D7295}"/>
              </a:ext>
            </a:extLst>
          </p:cNvPr>
          <p:cNvSpPr>
            <a:spLocks noGrp="1" noChangeArrowheads="1"/>
          </p:cNvSpPr>
          <p:nvPr>
            <p:ph type="sldNum" sz="quarter" idx="12"/>
          </p:nvPr>
        </p:nvSpPr>
        <p:spPr/>
        <p:txBody>
          <a:bodyPr/>
          <a:lstStyle>
            <a:lvl1pPr>
              <a:defRPr/>
            </a:lvl1pPr>
          </a:lstStyle>
          <a:p>
            <a:pPr>
              <a:defRPr/>
            </a:pPr>
            <a:fld id="{E59EFB60-8923-4A6B-A7D6-214B1C9B938B}" type="slidenum">
              <a:rPr lang="ar-SA" altLang="ar-IQ"/>
              <a:pPr>
                <a:defRPr/>
              </a:pPr>
              <a:t>‹#›</a:t>
            </a:fld>
            <a:endParaRPr lang="en-US" altLang="ar-IQ"/>
          </a:p>
        </p:txBody>
      </p:sp>
    </p:spTree>
    <p:extLst>
      <p:ext uri="{BB962C8B-B14F-4D97-AF65-F5344CB8AC3E}">
        <p14:creationId xmlns:p14="http://schemas.microsoft.com/office/powerpoint/2010/main" val="478903221"/>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8736A2F2-22C0-0DFA-2E9C-7B3CC57BFF46}"/>
              </a:ext>
            </a:extLst>
          </p:cNvPr>
          <p:cNvSpPr>
            <a:spLocks noGrp="1" noChangeArrowheads="1"/>
          </p:cNvSpPr>
          <p:nvPr>
            <p:ph type="dt" sz="half" idx="10"/>
          </p:nvPr>
        </p:nvSpPr>
        <p:spPr/>
        <p:txBody>
          <a:bodyPr/>
          <a:lstStyle>
            <a:lvl1pPr>
              <a:defRPr/>
            </a:lvl1pPr>
          </a:lstStyle>
          <a:p>
            <a:pPr>
              <a:defRPr/>
            </a:pPr>
            <a:fld id="{90C54E8B-3B60-4C0A-AE99-DAF961833D5F}" type="datetime1">
              <a:rPr lang="hy-AM"/>
              <a:pPr>
                <a:defRPr/>
              </a:pPr>
              <a:t>21.10.2026</a:t>
            </a:fld>
            <a:endParaRPr lang="en-US"/>
          </a:p>
        </p:txBody>
      </p:sp>
      <p:sp>
        <p:nvSpPr>
          <p:cNvPr id="5" name="Rectangle 9">
            <a:extLst>
              <a:ext uri="{FF2B5EF4-FFF2-40B4-BE49-F238E27FC236}">
                <a16:creationId xmlns:a16="http://schemas.microsoft.com/office/drawing/2014/main" id="{A6A37D44-9FE6-2996-9EEF-9D56904C8BD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E6F996A2-0D12-09EF-6865-F89676059B4F}"/>
              </a:ext>
            </a:extLst>
          </p:cNvPr>
          <p:cNvSpPr>
            <a:spLocks noGrp="1" noChangeArrowheads="1"/>
          </p:cNvSpPr>
          <p:nvPr>
            <p:ph type="sldNum" sz="quarter" idx="12"/>
          </p:nvPr>
        </p:nvSpPr>
        <p:spPr/>
        <p:txBody>
          <a:bodyPr/>
          <a:lstStyle>
            <a:lvl1pPr>
              <a:defRPr/>
            </a:lvl1pPr>
          </a:lstStyle>
          <a:p>
            <a:pPr>
              <a:defRPr/>
            </a:pPr>
            <a:fld id="{996053BE-F9B7-4756-B3B8-67F68DEA28D3}" type="slidenum">
              <a:rPr lang="ar-SA" altLang="ar-IQ"/>
              <a:pPr>
                <a:defRPr/>
              </a:pPr>
              <a:t>‹#›</a:t>
            </a:fld>
            <a:endParaRPr lang="en-US" altLang="ar-IQ"/>
          </a:p>
        </p:txBody>
      </p:sp>
    </p:spTree>
    <p:extLst>
      <p:ext uri="{BB962C8B-B14F-4D97-AF65-F5344CB8AC3E}">
        <p14:creationId xmlns:p14="http://schemas.microsoft.com/office/powerpoint/2010/main" val="562222088"/>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F711ED87-AD53-4A4B-445F-1B02F8665C07}"/>
              </a:ext>
            </a:extLst>
          </p:cNvPr>
          <p:cNvSpPr>
            <a:spLocks noGrp="1" noChangeArrowheads="1"/>
          </p:cNvSpPr>
          <p:nvPr>
            <p:ph type="dt" sz="half" idx="10"/>
          </p:nvPr>
        </p:nvSpPr>
        <p:spPr/>
        <p:txBody>
          <a:bodyPr/>
          <a:lstStyle>
            <a:lvl1pPr>
              <a:defRPr/>
            </a:lvl1pPr>
          </a:lstStyle>
          <a:p>
            <a:pPr>
              <a:defRPr/>
            </a:pPr>
            <a:fld id="{7FD65FF8-2089-4065-8FBE-727E1BDECF0F}" type="datetime1">
              <a:rPr lang="hy-AM"/>
              <a:pPr>
                <a:defRPr/>
              </a:pPr>
              <a:t>21.10.2026</a:t>
            </a:fld>
            <a:endParaRPr lang="en-US"/>
          </a:p>
        </p:txBody>
      </p:sp>
      <p:sp>
        <p:nvSpPr>
          <p:cNvPr id="5" name="Rectangle 9">
            <a:extLst>
              <a:ext uri="{FF2B5EF4-FFF2-40B4-BE49-F238E27FC236}">
                <a16:creationId xmlns:a16="http://schemas.microsoft.com/office/drawing/2014/main" id="{5C9DCF5B-1AA6-6EA9-7A4B-C42AF8D5816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478C89A5-AE96-2E5B-4C00-E4B37F963697}"/>
              </a:ext>
            </a:extLst>
          </p:cNvPr>
          <p:cNvSpPr>
            <a:spLocks noGrp="1" noChangeArrowheads="1"/>
          </p:cNvSpPr>
          <p:nvPr>
            <p:ph type="sldNum" sz="quarter" idx="12"/>
          </p:nvPr>
        </p:nvSpPr>
        <p:spPr/>
        <p:txBody>
          <a:bodyPr/>
          <a:lstStyle>
            <a:lvl1pPr>
              <a:defRPr/>
            </a:lvl1pPr>
          </a:lstStyle>
          <a:p>
            <a:pPr>
              <a:defRPr/>
            </a:pPr>
            <a:fld id="{89687797-F24E-4629-BC24-1A4E8E9D4644}" type="slidenum">
              <a:rPr lang="ar-SA" altLang="ar-IQ"/>
              <a:pPr>
                <a:defRPr/>
              </a:pPr>
              <a:t>‹#›</a:t>
            </a:fld>
            <a:endParaRPr lang="en-US" altLang="ar-IQ"/>
          </a:p>
        </p:txBody>
      </p:sp>
    </p:spTree>
    <p:extLst>
      <p:ext uri="{BB962C8B-B14F-4D97-AF65-F5344CB8AC3E}">
        <p14:creationId xmlns:p14="http://schemas.microsoft.com/office/powerpoint/2010/main" val="90324876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6AE45786-F038-FBAC-AF2E-D797FA4179E8}"/>
              </a:ext>
            </a:extLst>
          </p:cNvPr>
          <p:cNvSpPr>
            <a:spLocks noGrp="1" noChangeArrowheads="1"/>
          </p:cNvSpPr>
          <p:nvPr>
            <p:ph type="dt" sz="half" idx="10"/>
          </p:nvPr>
        </p:nvSpPr>
        <p:spPr/>
        <p:txBody>
          <a:bodyPr/>
          <a:lstStyle>
            <a:lvl1pPr>
              <a:defRPr/>
            </a:lvl1pPr>
          </a:lstStyle>
          <a:p>
            <a:pPr>
              <a:defRPr/>
            </a:pPr>
            <a:fld id="{3674989D-7D67-4934-97AB-F8F885B56ED5}" type="datetime1">
              <a:rPr lang="hy-AM"/>
              <a:pPr>
                <a:defRPr/>
              </a:pPr>
              <a:t>21.10.2026</a:t>
            </a:fld>
            <a:endParaRPr lang="en-US"/>
          </a:p>
        </p:txBody>
      </p:sp>
      <p:sp>
        <p:nvSpPr>
          <p:cNvPr id="6" name="Rectangle 9">
            <a:extLst>
              <a:ext uri="{FF2B5EF4-FFF2-40B4-BE49-F238E27FC236}">
                <a16:creationId xmlns:a16="http://schemas.microsoft.com/office/drawing/2014/main" id="{B6720240-11B0-22C5-C78B-58E683386E4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A90BEF74-3C6D-E0AF-0225-D7724456AF53}"/>
              </a:ext>
            </a:extLst>
          </p:cNvPr>
          <p:cNvSpPr>
            <a:spLocks noGrp="1" noChangeArrowheads="1"/>
          </p:cNvSpPr>
          <p:nvPr>
            <p:ph type="sldNum" sz="quarter" idx="12"/>
          </p:nvPr>
        </p:nvSpPr>
        <p:spPr/>
        <p:txBody>
          <a:bodyPr/>
          <a:lstStyle>
            <a:lvl1pPr>
              <a:defRPr/>
            </a:lvl1pPr>
          </a:lstStyle>
          <a:p>
            <a:pPr>
              <a:defRPr/>
            </a:pPr>
            <a:fld id="{14E9993C-5360-4658-ADE1-280A6488BF74}" type="slidenum">
              <a:rPr lang="ar-SA" altLang="ar-IQ"/>
              <a:pPr>
                <a:defRPr/>
              </a:pPr>
              <a:t>‹#›</a:t>
            </a:fld>
            <a:endParaRPr lang="en-US" altLang="ar-IQ"/>
          </a:p>
        </p:txBody>
      </p:sp>
    </p:spTree>
    <p:extLst>
      <p:ext uri="{BB962C8B-B14F-4D97-AF65-F5344CB8AC3E}">
        <p14:creationId xmlns:p14="http://schemas.microsoft.com/office/powerpoint/2010/main" val="2553649198"/>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D813BA46-463E-BFAC-6B69-D2A5EBA2B93D}"/>
              </a:ext>
            </a:extLst>
          </p:cNvPr>
          <p:cNvSpPr>
            <a:spLocks noGrp="1" noChangeArrowheads="1"/>
          </p:cNvSpPr>
          <p:nvPr>
            <p:ph type="dt" sz="half" idx="10"/>
          </p:nvPr>
        </p:nvSpPr>
        <p:spPr/>
        <p:txBody>
          <a:bodyPr/>
          <a:lstStyle>
            <a:lvl1pPr>
              <a:defRPr/>
            </a:lvl1pPr>
          </a:lstStyle>
          <a:p>
            <a:pPr>
              <a:defRPr/>
            </a:pPr>
            <a:fld id="{0883E7F5-0F48-4CD1-8894-F1C59B5156A8}" type="datetime1">
              <a:rPr lang="hy-AM"/>
              <a:pPr>
                <a:defRPr/>
              </a:pPr>
              <a:t>21.10.2026</a:t>
            </a:fld>
            <a:endParaRPr lang="en-US"/>
          </a:p>
        </p:txBody>
      </p:sp>
      <p:sp>
        <p:nvSpPr>
          <p:cNvPr id="8" name="Rectangle 9">
            <a:extLst>
              <a:ext uri="{FF2B5EF4-FFF2-40B4-BE49-F238E27FC236}">
                <a16:creationId xmlns:a16="http://schemas.microsoft.com/office/drawing/2014/main" id="{4D27F705-97CD-D02A-25AF-6619140BD17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40F4BE0B-1BF8-E29A-EE00-1EE02DFDB195}"/>
              </a:ext>
            </a:extLst>
          </p:cNvPr>
          <p:cNvSpPr>
            <a:spLocks noGrp="1" noChangeArrowheads="1"/>
          </p:cNvSpPr>
          <p:nvPr>
            <p:ph type="sldNum" sz="quarter" idx="12"/>
          </p:nvPr>
        </p:nvSpPr>
        <p:spPr/>
        <p:txBody>
          <a:bodyPr/>
          <a:lstStyle>
            <a:lvl1pPr>
              <a:defRPr/>
            </a:lvl1pPr>
          </a:lstStyle>
          <a:p>
            <a:pPr>
              <a:defRPr/>
            </a:pPr>
            <a:fld id="{BD3C3606-06C6-48C7-BBE0-6EE78A98338E}" type="slidenum">
              <a:rPr lang="ar-SA" altLang="ar-IQ"/>
              <a:pPr>
                <a:defRPr/>
              </a:pPr>
              <a:t>‹#›</a:t>
            </a:fld>
            <a:endParaRPr lang="en-US" altLang="ar-IQ"/>
          </a:p>
        </p:txBody>
      </p:sp>
    </p:spTree>
    <p:extLst>
      <p:ext uri="{BB962C8B-B14F-4D97-AF65-F5344CB8AC3E}">
        <p14:creationId xmlns:p14="http://schemas.microsoft.com/office/powerpoint/2010/main" val="3293492730"/>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3A7C5164-88D8-BC61-4C0C-FDD32E212BB4}"/>
              </a:ext>
            </a:extLst>
          </p:cNvPr>
          <p:cNvSpPr>
            <a:spLocks noGrp="1" noChangeArrowheads="1"/>
          </p:cNvSpPr>
          <p:nvPr>
            <p:ph type="dt" sz="half" idx="10"/>
          </p:nvPr>
        </p:nvSpPr>
        <p:spPr/>
        <p:txBody>
          <a:bodyPr/>
          <a:lstStyle>
            <a:lvl1pPr>
              <a:defRPr/>
            </a:lvl1pPr>
          </a:lstStyle>
          <a:p>
            <a:pPr>
              <a:defRPr/>
            </a:pPr>
            <a:fld id="{E5647F39-E4A1-44A9-9831-BCE36FE46EBB}" type="datetime1">
              <a:rPr lang="hy-AM"/>
              <a:pPr>
                <a:defRPr/>
              </a:pPr>
              <a:t>21.10.2026</a:t>
            </a:fld>
            <a:endParaRPr lang="en-US"/>
          </a:p>
        </p:txBody>
      </p:sp>
      <p:sp>
        <p:nvSpPr>
          <p:cNvPr id="4" name="Rectangle 9">
            <a:extLst>
              <a:ext uri="{FF2B5EF4-FFF2-40B4-BE49-F238E27FC236}">
                <a16:creationId xmlns:a16="http://schemas.microsoft.com/office/drawing/2014/main" id="{B3062BF2-7E9D-124B-3F98-EB347FDDD62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2E79773D-A40A-1C11-43AC-99983AD848B1}"/>
              </a:ext>
            </a:extLst>
          </p:cNvPr>
          <p:cNvSpPr>
            <a:spLocks noGrp="1" noChangeArrowheads="1"/>
          </p:cNvSpPr>
          <p:nvPr>
            <p:ph type="sldNum" sz="quarter" idx="12"/>
          </p:nvPr>
        </p:nvSpPr>
        <p:spPr/>
        <p:txBody>
          <a:bodyPr/>
          <a:lstStyle>
            <a:lvl1pPr>
              <a:defRPr/>
            </a:lvl1pPr>
          </a:lstStyle>
          <a:p>
            <a:pPr>
              <a:defRPr/>
            </a:pPr>
            <a:fld id="{69A33C93-9782-4B1F-B168-64DBF566E533}" type="slidenum">
              <a:rPr lang="ar-SA" altLang="ar-IQ"/>
              <a:pPr>
                <a:defRPr/>
              </a:pPr>
              <a:t>‹#›</a:t>
            </a:fld>
            <a:endParaRPr lang="en-US" altLang="ar-IQ"/>
          </a:p>
        </p:txBody>
      </p:sp>
    </p:spTree>
    <p:extLst>
      <p:ext uri="{BB962C8B-B14F-4D97-AF65-F5344CB8AC3E}">
        <p14:creationId xmlns:p14="http://schemas.microsoft.com/office/powerpoint/2010/main" val="1819448292"/>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C345732D-DEB3-85BA-EC07-84E4325035C3}"/>
              </a:ext>
            </a:extLst>
          </p:cNvPr>
          <p:cNvSpPr>
            <a:spLocks noGrp="1" noChangeArrowheads="1"/>
          </p:cNvSpPr>
          <p:nvPr>
            <p:ph type="dt" sz="half" idx="10"/>
          </p:nvPr>
        </p:nvSpPr>
        <p:spPr/>
        <p:txBody>
          <a:bodyPr/>
          <a:lstStyle>
            <a:lvl1pPr>
              <a:defRPr/>
            </a:lvl1pPr>
          </a:lstStyle>
          <a:p>
            <a:pPr>
              <a:defRPr/>
            </a:pPr>
            <a:fld id="{BA9C080C-79CA-4FC9-B343-641F100944C3}" type="datetime1">
              <a:rPr lang="hy-AM"/>
              <a:pPr>
                <a:defRPr/>
              </a:pPr>
              <a:t>21.10.2026</a:t>
            </a:fld>
            <a:endParaRPr lang="en-US"/>
          </a:p>
        </p:txBody>
      </p:sp>
      <p:sp>
        <p:nvSpPr>
          <p:cNvPr id="3" name="Rectangle 9">
            <a:extLst>
              <a:ext uri="{FF2B5EF4-FFF2-40B4-BE49-F238E27FC236}">
                <a16:creationId xmlns:a16="http://schemas.microsoft.com/office/drawing/2014/main" id="{3B55021F-9BD5-E5E5-1CD3-D0FD4FCA400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B7A6B181-5BD8-13A2-5C18-DCF3913404AA}"/>
              </a:ext>
            </a:extLst>
          </p:cNvPr>
          <p:cNvSpPr>
            <a:spLocks noGrp="1" noChangeArrowheads="1"/>
          </p:cNvSpPr>
          <p:nvPr>
            <p:ph type="sldNum" sz="quarter" idx="12"/>
          </p:nvPr>
        </p:nvSpPr>
        <p:spPr/>
        <p:txBody>
          <a:bodyPr/>
          <a:lstStyle>
            <a:lvl1pPr>
              <a:defRPr/>
            </a:lvl1pPr>
          </a:lstStyle>
          <a:p>
            <a:pPr>
              <a:defRPr/>
            </a:pPr>
            <a:fld id="{4AEFA883-72EF-46E0-9BC5-201FEE094D18}" type="slidenum">
              <a:rPr lang="ar-SA" altLang="ar-IQ"/>
              <a:pPr>
                <a:defRPr/>
              </a:pPr>
              <a:t>‹#›</a:t>
            </a:fld>
            <a:endParaRPr lang="en-US" altLang="ar-IQ"/>
          </a:p>
        </p:txBody>
      </p:sp>
    </p:spTree>
    <p:extLst>
      <p:ext uri="{BB962C8B-B14F-4D97-AF65-F5344CB8AC3E}">
        <p14:creationId xmlns:p14="http://schemas.microsoft.com/office/powerpoint/2010/main" val="3607605323"/>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CD0A7C33-8EDF-8B70-4124-E27A0260CE50}"/>
              </a:ext>
            </a:extLst>
          </p:cNvPr>
          <p:cNvSpPr>
            <a:spLocks noGrp="1" noChangeArrowheads="1"/>
          </p:cNvSpPr>
          <p:nvPr>
            <p:ph type="dt" sz="half" idx="10"/>
          </p:nvPr>
        </p:nvSpPr>
        <p:spPr/>
        <p:txBody>
          <a:bodyPr/>
          <a:lstStyle>
            <a:lvl1pPr>
              <a:defRPr/>
            </a:lvl1pPr>
          </a:lstStyle>
          <a:p>
            <a:pPr>
              <a:defRPr/>
            </a:pPr>
            <a:fld id="{66F10A33-72E1-4CF9-9E1A-88A1C91C553A}" type="datetime1">
              <a:rPr lang="hy-AM"/>
              <a:pPr>
                <a:defRPr/>
              </a:pPr>
              <a:t>21.10.2026</a:t>
            </a:fld>
            <a:endParaRPr lang="en-US"/>
          </a:p>
        </p:txBody>
      </p:sp>
      <p:sp>
        <p:nvSpPr>
          <p:cNvPr id="6" name="Rectangle 9">
            <a:extLst>
              <a:ext uri="{FF2B5EF4-FFF2-40B4-BE49-F238E27FC236}">
                <a16:creationId xmlns:a16="http://schemas.microsoft.com/office/drawing/2014/main" id="{51EFF61C-CE8F-3E7D-65C6-18D99507355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60FDC9D3-D807-5162-80D1-A39A855EB93C}"/>
              </a:ext>
            </a:extLst>
          </p:cNvPr>
          <p:cNvSpPr>
            <a:spLocks noGrp="1" noChangeArrowheads="1"/>
          </p:cNvSpPr>
          <p:nvPr>
            <p:ph type="sldNum" sz="quarter" idx="12"/>
          </p:nvPr>
        </p:nvSpPr>
        <p:spPr/>
        <p:txBody>
          <a:bodyPr/>
          <a:lstStyle>
            <a:lvl1pPr>
              <a:defRPr/>
            </a:lvl1pPr>
          </a:lstStyle>
          <a:p>
            <a:pPr>
              <a:defRPr/>
            </a:pPr>
            <a:fld id="{00A83F86-5F2B-453D-94B2-559B6ACE04DA}" type="slidenum">
              <a:rPr lang="ar-SA" altLang="ar-IQ"/>
              <a:pPr>
                <a:defRPr/>
              </a:pPr>
              <a:t>‹#›</a:t>
            </a:fld>
            <a:endParaRPr lang="en-US" altLang="ar-IQ"/>
          </a:p>
        </p:txBody>
      </p:sp>
    </p:spTree>
    <p:extLst>
      <p:ext uri="{BB962C8B-B14F-4D97-AF65-F5344CB8AC3E}">
        <p14:creationId xmlns:p14="http://schemas.microsoft.com/office/powerpoint/2010/main" val="1115165899"/>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7FAE9C0D-ABE7-EA20-8B37-CB4F12FB672D}"/>
              </a:ext>
            </a:extLst>
          </p:cNvPr>
          <p:cNvSpPr>
            <a:spLocks noGrp="1" noChangeArrowheads="1"/>
          </p:cNvSpPr>
          <p:nvPr>
            <p:ph type="dt" sz="half" idx="10"/>
          </p:nvPr>
        </p:nvSpPr>
        <p:spPr/>
        <p:txBody>
          <a:bodyPr/>
          <a:lstStyle>
            <a:lvl1pPr>
              <a:defRPr/>
            </a:lvl1pPr>
          </a:lstStyle>
          <a:p>
            <a:pPr>
              <a:defRPr/>
            </a:pPr>
            <a:fld id="{AE501E85-EBFC-4FB2-ABB0-601C67A24A86}" type="datetime1">
              <a:rPr lang="hy-AM"/>
              <a:pPr>
                <a:defRPr/>
              </a:pPr>
              <a:t>21.10.2026</a:t>
            </a:fld>
            <a:endParaRPr lang="en-US"/>
          </a:p>
        </p:txBody>
      </p:sp>
      <p:sp>
        <p:nvSpPr>
          <p:cNvPr id="6" name="Rectangle 9">
            <a:extLst>
              <a:ext uri="{FF2B5EF4-FFF2-40B4-BE49-F238E27FC236}">
                <a16:creationId xmlns:a16="http://schemas.microsoft.com/office/drawing/2014/main" id="{45A30873-800D-729A-6958-1A2971E7BC3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2D6D97EF-F9FD-5E50-AFB2-0523D4CAC77E}"/>
              </a:ext>
            </a:extLst>
          </p:cNvPr>
          <p:cNvSpPr>
            <a:spLocks noGrp="1" noChangeArrowheads="1"/>
          </p:cNvSpPr>
          <p:nvPr>
            <p:ph type="sldNum" sz="quarter" idx="12"/>
          </p:nvPr>
        </p:nvSpPr>
        <p:spPr/>
        <p:txBody>
          <a:bodyPr/>
          <a:lstStyle>
            <a:lvl1pPr>
              <a:defRPr/>
            </a:lvl1pPr>
          </a:lstStyle>
          <a:p>
            <a:pPr>
              <a:defRPr/>
            </a:pPr>
            <a:fld id="{A449BB30-0675-453B-9943-E92B7368ACD1}" type="slidenum">
              <a:rPr lang="ar-SA" altLang="ar-IQ"/>
              <a:pPr>
                <a:defRPr/>
              </a:pPr>
              <a:t>‹#›</a:t>
            </a:fld>
            <a:endParaRPr lang="en-US" altLang="ar-IQ"/>
          </a:p>
        </p:txBody>
      </p:sp>
    </p:spTree>
    <p:extLst>
      <p:ext uri="{BB962C8B-B14F-4D97-AF65-F5344CB8AC3E}">
        <p14:creationId xmlns:p14="http://schemas.microsoft.com/office/powerpoint/2010/main" val="2142285303"/>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2DF467A6-5C6B-D1A6-9C61-943D9CB6095C}"/>
              </a:ext>
            </a:extLst>
          </p:cNvPr>
          <p:cNvSpPr>
            <a:spLocks noGrp="1" noChangeArrowheads="1"/>
          </p:cNvSpPr>
          <p:nvPr>
            <p:ph type="dt" sz="half" idx="10"/>
          </p:nvPr>
        </p:nvSpPr>
        <p:spPr/>
        <p:txBody>
          <a:bodyPr/>
          <a:lstStyle>
            <a:lvl1pPr>
              <a:defRPr/>
            </a:lvl1pPr>
          </a:lstStyle>
          <a:p>
            <a:pPr>
              <a:defRPr/>
            </a:pPr>
            <a:fld id="{51619D97-0984-4EDF-9FC9-FA792388BAB2}" type="datetime1">
              <a:rPr lang="hy-AM"/>
              <a:pPr>
                <a:defRPr/>
              </a:pPr>
              <a:t>21.10.2026</a:t>
            </a:fld>
            <a:endParaRPr lang="en-US"/>
          </a:p>
        </p:txBody>
      </p:sp>
      <p:sp>
        <p:nvSpPr>
          <p:cNvPr id="5" name="Rectangle 9">
            <a:extLst>
              <a:ext uri="{FF2B5EF4-FFF2-40B4-BE49-F238E27FC236}">
                <a16:creationId xmlns:a16="http://schemas.microsoft.com/office/drawing/2014/main" id="{DEA8E06B-9FFF-5E6B-D3C3-5AF0F234DCF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C9CF57CA-2481-1F9D-7A9B-F84C6B101598}"/>
              </a:ext>
            </a:extLst>
          </p:cNvPr>
          <p:cNvSpPr>
            <a:spLocks noGrp="1" noChangeArrowheads="1"/>
          </p:cNvSpPr>
          <p:nvPr>
            <p:ph type="sldNum" sz="quarter" idx="12"/>
          </p:nvPr>
        </p:nvSpPr>
        <p:spPr/>
        <p:txBody>
          <a:bodyPr/>
          <a:lstStyle>
            <a:lvl1pPr>
              <a:defRPr/>
            </a:lvl1pPr>
          </a:lstStyle>
          <a:p>
            <a:pPr>
              <a:defRPr/>
            </a:pPr>
            <a:fld id="{1CB50B2D-B0D0-4CF7-8D8F-2B1D20CFC588}" type="slidenum">
              <a:rPr lang="ar-SA" altLang="ar-IQ"/>
              <a:pPr>
                <a:defRPr/>
              </a:pPr>
              <a:t>‹#›</a:t>
            </a:fld>
            <a:endParaRPr lang="en-US" altLang="ar-IQ"/>
          </a:p>
        </p:txBody>
      </p:sp>
    </p:spTree>
    <p:extLst>
      <p:ext uri="{BB962C8B-B14F-4D97-AF65-F5344CB8AC3E}">
        <p14:creationId xmlns:p14="http://schemas.microsoft.com/office/powerpoint/2010/main" val="1056644332"/>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288C282F-42CC-B26D-730B-0E7B526D648E}"/>
              </a:ext>
            </a:extLst>
          </p:cNvPr>
          <p:cNvSpPr>
            <a:spLocks noGrp="1" noChangeArrowheads="1"/>
          </p:cNvSpPr>
          <p:nvPr>
            <p:ph type="dt" sz="half" idx="10"/>
          </p:nvPr>
        </p:nvSpPr>
        <p:spPr/>
        <p:txBody>
          <a:bodyPr/>
          <a:lstStyle>
            <a:lvl1pPr>
              <a:defRPr/>
            </a:lvl1pPr>
          </a:lstStyle>
          <a:p>
            <a:pPr>
              <a:defRPr/>
            </a:pPr>
            <a:fld id="{39CF38D5-172E-41C6-90DA-B9DBC2703BF6}" type="datetime1">
              <a:rPr lang="hy-AM"/>
              <a:pPr>
                <a:defRPr/>
              </a:pPr>
              <a:t>21.10.2026</a:t>
            </a:fld>
            <a:endParaRPr lang="en-US"/>
          </a:p>
        </p:txBody>
      </p:sp>
      <p:sp>
        <p:nvSpPr>
          <p:cNvPr id="5" name="Rectangle 9">
            <a:extLst>
              <a:ext uri="{FF2B5EF4-FFF2-40B4-BE49-F238E27FC236}">
                <a16:creationId xmlns:a16="http://schemas.microsoft.com/office/drawing/2014/main" id="{DBC06703-8558-9CAC-0711-FCC86376BD2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918980AF-8D17-81BE-B257-57D38505FCEC}"/>
              </a:ext>
            </a:extLst>
          </p:cNvPr>
          <p:cNvSpPr>
            <a:spLocks noGrp="1" noChangeArrowheads="1"/>
          </p:cNvSpPr>
          <p:nvPr>
            <p:ph type="sldNum" sz="quarter" idx="12"/>
          </p:nvPr>
        </p:nvSpPr>
        <p:spPr/>
        <p:txBody>
          <a:bodyPr/>
          <a:lstStyle>
            <a:lvl1pPr>
              <a:defRPr/>
            </a:lvl1pPr>
          </a:lstStyle>
          <a:p>
            <a:pPr>
              <a:defRPr/>
            </a:pPr>
            <a:fld id="{80798478-3A8A-48EE-9AE8-D104DF0F958B}" type="slidenum">
              <a:rPr lang="ar-SA" altLang="ar-IQ"/>
              <a:pPr>
                <a:defRPr/>
              </a:pPr>
              <a:t>‹#›</a:t>
            </a:fld>
            <a:endParaRPr lang="en-US" altLang="ar-IQ"/>
          </a:p>
        </p:txBody>
      </p:sp>
    </p:spTree>
    <p:extLst>
      <p:ext uri="{BB962C8B-B14F-4D97-AF65-F5344CB8AC3E}">
        <p14:creationId xmlns:p14="http://schemas.microsoft.com/office/powerpoint/2010/main" val="1583878503"/>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B24FE36-D8D7-C08C-FF67-72EA7226C96B}"/>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780A83B6-EE76-A2EF-AD12-8D59699D2E3C}"/>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9D91FA18-7842-DE99-5F15-684E6B1779FF}"/>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F71A22CE-4CE8-C195-93C1-FEC2A4742741}"/>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8C5E7F07-80B1-30ED-93CD-D0963BD0E4B1}"/>
              </a:ext>
            </a:extLst>
          </p:cNvPr>
          <p:cNvSpPr>
            <a:spLocks noGrp="1" noChangeArrowheads="1"/>
          </p:cNvSpPr>
          <p:nvPr>
            <p:ph type="dt" sz="half" idx="10"/>
          </p:nvPr>
        </p:nvSpPr>
        <p:spPr/>
        <p:txBody>
          <a:bodyPr/>
          <a:lstStyle>
            <a:lvl1pPr>
              <a:defRPr/>
            </a:lvl1pPr>
          </a:lstStyle>
          <a:p>
            <a:pPr>
              <a:defRPr/>
            </a:pPr>
            <a:fld id="{92514D7B-D76C-4B3A-B384-FD7FBCD90C75}" type="datetime1">
              <a:rPr lang="hy-AM"/>
              <a:pPr>
                <a:defRPr/>
              </a:pPr>
              <a:t>21.10.2026</a:t>
            </a:fld>
            <a:endParaRPr lang="en-US"/>
          </a:p>
        </p:txBody>
      </p:sp>
      <p:sp>
        <p:nvSpPr>
          <p:cNvPr id="7" name="Rectangle 9">
            <a:extLst>
              <a:ext uri="{FF2B5EF4-FFF2-40B4-BE49-F238E27FC236}">
                <a16:creationId xmlns:a16="http://schemas.microsoft.com/office/drawing/2014/main" id="{0D9E208D-DFD7-07B4-90EE-0DC75273B83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EEBC2D9B-5185-4A54-5774-4043F5BE7AC6}"/>
              </a:ext>
            </a:extLst>
          </p:cNvPr>
          <p:cNvSpPr>
            <a:spLocks noGrp="1" noChangeArrowheads="1"/>
          </p:cNvSpPr>
          <p:nvPr>
            <p:ph type="sldNum" sz="quarter" idx="12"/>
          </p:nvPr>
        </p:nvSpPr>
        <p:spPr/>
        <p:txBody>
          <a:bodyPr/>
          <a:lstStyle>
            <a:lvl1pPr>
              <a:defRPr/>
            </a:lvl1pPr>
          </a:lstStyle>
          <a:p>
            <a:pPr>
              <a:defRPr/>
            </a:pPr>
            <a:fld id="{5D0E7E90-D79F-4462-973D-4ABA7E36CB93}" type="slidenum">
              <a:rPr lang="ar-SA" altLang="ar-IQ"/>
              <a:pPr>
                <a:defRPr/>
              </a:pPr>
              <a:t>‹#›</a:t>
            </a:fld>
            <a:endParaRPr lang="en-US" altLang="ar-IQ"/>
          </a:p>
        </p:txBody>
      </p:sp>
    </p:spTree>
    <p:extLst>
      <p:ext uri="{BB962C8B-B14F-4D97-AF65-F5344CB8AC3E}">
        <p14:creationId xmlns:p14="http://schemas.microsoft.com/office/powerpoint/2010/main" val="2387665078"/>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A2BE9FFD-D119-1EA7-ECC0-F099879D7207}"/>
              </a:ext>
            </a:extLst>
          </p:cNvPr>
          <p:cNvSpPr>
            <a:spLocks noGrp="1" noChangeArrowheads="1"/>
          </p:cNvSpPr>
          <p:nvPr>
            <p:ph type="dt" sz="half" idx="10"/>
          </p:nvPr>
        </p:nvSpPr>
        <p:spPr/>
        <p:txBody>
          <a:bodyPr/>
          <a:lstStyle>
            <a:lvl1pPr>
              <a:defRPr/>
            </a:lvl1pPr>
          </a:lstStyle>
          <a:p>
            <a:pPr>
              <a:defRPr/>
            </a:pPr>
            <a:fld id="{E3F8D03D-7337-4A65-AE09-DC3BBCB1A229}" type="datetime1">
              <a:rPr lang="hy-AM"/>
              <a:pPr>
                <a:defRPr/>
              </a:pPr>
              <a:t>21.10.2026</a:t>
            </a:fld>
            <a:endParaRPr lang="en-US"/>
          </a:p>
        </p:txBody>
      </p:sp>
      <p:sp>
        <p:nvSpPr>
          <p:cNvPr id="5" name="Rectangle 9">
            <a:extLst>
              <a:ext uri="{FF2B5EF4-FFF2-40B4-BE49-F238E27FC236}">
                <a16:creationId xmlns:a16="http://schemas.microsoft.com/office/drawing/2014/main" id="{4CAFD153-4040-9D0B-C402-01A04AF6409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0B3C14D6-B4B5-C0A0-7343-DDE50EEA8CE8}"/>
              </a:ext>
            </a:extLst>
          </p:cNvPr>
          <p:cNvSpPr>
            <a:spLocks noGrp="1" noChangeArrowheads="1"/>
          </p:cNvSpPr>
          <p:nvPr>
            <p:ph type="sldNum" sz="quarter" idx="12"/>
          </p:nvPr>
        </p:nvSpPr>
        <p:spPr/>
        <p:txBody>
          <a:bodyPr/>
          <a:lstStyle>
            <a:lvl1pPr>
              <a:defRPr/>
            </a:lvl1pPr>
          </a:lstStyle>
          <a:p>
            <a:pPr>
              <a:defRPr/>
            </a:pPr>
            <a:fld id="{B508EF82-FE7F-434A-81BE-50F9DCEB1089}" type="slidenum">
              <a:rPr lang="ar-SA" altLang="ar-IQ"/>
              <a:pPr>
                <a:defRPr/>
              </a:pPr>
              <a:t>‹#›</a:t>
            </a:fld>
            <a:endParaRPr lang="en-US" altLang="ar-IQ"/>
          </a:p>
        </p:txBody>
      </p:sp>
    </p:spTree>
    <p:extLst>
      <p:ext uri="{BB962C8B-B14F-4D97-AF65-F5344CB8AC3E}">
        <p14:creationId xmlns:p14="http://schemas.microsoft.com/office/powerpoint/2010/main" val="1397015700"/>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D62808CA-97DC-6CBA-BDF9-A8444CB78CA8}"/>
              </a:ext>
            </a:extLst>
          </p:cNvPr>
          <p:cNvSpPr>
            <a:spLocks noGrp="1" noChangeArrowheads="1"/>
          </p:cNvSpPr>
          <p:nvPr>
            <p:ph type="dt" sz="half" idx="10"/>
          </p:nvPr>
        </p:nvSpPr>
        <p:spPr/>
        <p:txBody>
          <a:bodyPr/>
          <a:lstStyle>
            <a:lvl1pPr>
              <a:defRPr/>
            </a:lvl1pPr>
          </a:lstStyle>
          <a:p>
            <a:pPr>
              <a:defRPr/>
            </a:pPr>
            <a:fld id="{9028510C-23CB-4D82-8EBA-3D5286E3676D}" type="datetime1">
              <a:rPr lang="hy-AM"/>
              <a:pPr>
                <a:defRPr/>
              </a:pPr>
              <a:t>21.10.2026</a:t>
            </a:fld>
            <a:endParaRPr lang="en-US"/>
          </a:p>
        </p:txBody>
      </p:sp>
      <p:sp>
        <p:nvSpPr>
          <p:cNvPr id="5" name="Rectangle 9">
            <a:extLst>
              <a:ext uri="{FF2B5EF4-FFF2-40B4-BE49-F238E27FC236}">
                <a16:creationId xmlns:a16="http://schemas.microsoft.com/office/drawing/2014/main" id="{D722CB12-569E-B608-E747-846CB08F44D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F2C56A4C-1221-F72A-662D-EB661DF93916}"/>
              </a:ext>
            </a:extLst>
          </p:cNvPr>
          <p:cNvSpPr>
            <a:spLocks noGrp="1" noChangeArrowheads="1"/>
          </p:cNvSpPr>
          <p:nvPr>
            <p:ph type="sldNum" sz="quarter" idx="12"/>
          </p:nvPr>
        </p:nvSpPr>
        <p:spPr/>
        <p:txBody>
          <a:bodyPr/>
          <a:lstStyle>
            <a:lvl1pPr>
              <a:defRPr/>
            </a:lvl1pPr>
          </a:lstStyle>
          <a:p>
            <a:pPr>
              <a:defRPr/>
            </a:pPr>
            <a:fld id="{0EA4ED4E-4FF6-4D64-99F9-08988A54BF3B}" type="slidenum">
              <a:rPr lang="ar-SA" altLang="ar-IQ"/>
              <a:pPr>
                <a:defRPr/>
              </a:pPr>
              <a:t>‹#›</a:t>
            </a:fld>
            <a:endParaRPr lang="en-US" altLang="ar-IQ"/>
          </a:p>
        </p:txBody>
      </p:sp>
    </p:spTree>
    <p:extLst>
      <p:ext uri="{BB962C8B-B14F-4D97-AF65-F5344CB8AC3E}">
        <p14:creationId xmlns:p14="http://schemas.microsoft.com/office/powerpoint/2010/main" val="367479062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E9CF3FA1-21FE-17B7-C518-48CE1DC13D50}"/>
              </a:ext>
            </a:extLst>
          </p:cNvPr>
          <p:cNvSpPr>
            <a:spLocks noGrp="1" noChangeArrowheads="1"/>
          </p:cNvSpPr>
          <p:nvPr>
            <p:ph type="dt" sz="half" idx="10"/>
          </p:nvPr>
        </p:nvSpPr>
        <p:spPr/>
        <p:txBody>
          <a:bodyPr/>
          <a:lstStyle>
            <a:lvl1pPr>
              <a:defRPr/>
            </a:lvl1pPr>
          </a:lstStyle>
          <a:p>
            <a:pPr>
              <a:defRPr/>
            </a:pPr>
            <a:fld id="{42E69F37-D778-424F-A1EF-880B78C17375}" type="datetime1">
              <a:rPr lang="hy-AM"/>
              <a:pPr>
                <a:defRPr/>
              </a:pPr>
              <a:t>21.10.2026</a:t>
            </a:fld>
            <a:endParaRPr lang="en-US"/>
          </a:p>
        </p:txBody>
      </p:sp>
      <p:sp>
        <p:nvSpPr>
          <p:cNvPr id="6" name="Rectangle 9">
            <a:extLst>
              <a:ext uri="{FF2B5EF4-FFF2-40B4-BE49-F238E27FC236}">
                <a16:creationId xmlns:a16="http://schemas.microsoft.com/office/drawing/2014/main" id="{59D3F7EE-7D69-F25D-4DAE-56D1B47887D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10574AA3-45CC-4368-8CB2-8403852D1DDE}"/>
              </a:ext>
            </a:extLst>
          </p:cNvPr>
          <p:cNvSpPr>
            <a:spLocks noGrp="1" noChangeArrowheads="1"/>
          </p:cNvSpPr>
          <p:nvPr>
            <p:ph type="sldNum" sz="quarter" idx="12"/>
          </p:nvPr>
        </p:nvSpPr>
        <p:spPr/>
        <p:txBody>
          <a:bodyPr/>
          <a:lstStyle>
            <a:lvl1pPr>
              <a:defRPr/>
            </a:lvl1pPr>
          </a:lstStyle>
          <a:p>
            <a:pPr>
              <a:defRPr/>
            </a:pPr>
            <a:fld id="{E0DF1C6D-D9C0-42D8-A967-1F7D0BECECB5}" type="slidenum">
              <a:rPr lang="ar-SA" altLang="ar-IQ"/>
              <a:pPr>
                <a:defRPr/>
              </a:pPr>
              <a:t>‹#›</a:t>
            </a:fld>
            <a:endParaRPr lang="en-US" altLang="ar-IQ"/>
          </a:p>
        </p:txBody>
      </p:sp>
    </p:spTree>
    <p:extLst>
      <p:ext uri="{BB962C8B-B14F-4D97-AF65-F5344CB8AC3E}">
        <p14:creationId xmlns:p14="http://schemas.microsoft.com/office/powerpoint/2010/main" val="1588449744"/>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CDA396FC-056A-82D0-C7C7-40743B857C73}"/>
              </a:ext>
            </a:extLst>
          </p:cNvPr>
          <p:cNvSpPr>
            <a:spLocks noGrp="1" noChangeArrowheads="1"/>
          </p:cNvSpPr>
          <p:nvPr>
            <p:ph type="dt" sz="half" idx="10"/>
          </p:nvPr>
        </p:nvSpPr>
        <p:spPr/>
        <p:txBody>
          <a:bodyPr/>
          <a:lstStyle>
            <a:lvl1pPr>
              <a:defRPr/>
            </a:lvl1pPr>
          </a:lstStyle>
          <a:p>
            <a:pPr>
              <a:defRPr/>
            </a:pPr>
            <a:fld id="{497BAA24-C445-4E92-BE0C-3CAF0EC6CC52}" type="datetime1">
              <a:rPr lang="hy-AM"/>
              <a:pPr>
                <a:defRPr/>
              </a:pPr>
              <a:t>21.10.2026</a:t>
            </a:fld>
            <a:endParaRPr lang="en-US"/>
          </a:p>
        </p:txBody>
      </p:sp>
      <p:sp>
        <p:nvSpPr>
          <p:cNvPr id="8" name="Rectangle 9">
            <a:extLst>
              <a:ext uri="{FF2B5EF4-FFF2-40B4-BE49-F238E27FC236}">
                <a16:creationId xmlns:a16="http://schemas.microsoft.com/office/drawing/2014/main" id="{CB3572A8-EEC2-9E84-E599-7354588416E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6F80F814-ADCF-1A13-9A47-00AB5A306CF7}"/>
              </a:ext>
            </a:extLst>
          </p:cNvPr>
          <p:cNvSpPr>
            <a:spLocks noGrp="1" noChangeArrowheads="1"/>
          </p:cNvSpPr>
          <p:nvPr>
            <p:ph type="sldNum" sz="quarter" idx="12"/>
          </p:nvPr>
        </p:nvSpPr>
        <p:spPr/>
        <p:txBody>
          <a:bodyPr/>
          <a:lstStyle>
            <a:lvl1pPr>
              <a:defRPr/>
            </a:lvl1pPr>
          </a:lstStyle>
          <a:p>
            <a:pPr>
              <a:defRPr/>
            </a:pPr>
            <a:fld id="{62600BDB-74B9-47D5-9FDB-5261D28B39E9}" type="slidenum">
              <a:rPr lang="ar-SA" altLang="ar-IQ"/>
              <a:pPr>
                <a:defRPr/>
              </a:pPr>
              <a:t>‹#›</a:t>
            </a:fld>
            <a:endParaRPr lang="en-US" altLang="ar-IQ"/>
          </a:p>
        </p:txBody>
      </p:sp>
    </p:spTree>
    <p:extLst>
      <p:ext uri="{BB962C8B-B14F-4D97-AF65-F5344CB8AC3E}">
        <p14:creationId xmlns:p14="http://schemas.microsoft.com/office/powerpoint/2010/main" val="4193808557"/>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FA29B4DC-2FA0-AA0A-AF4C-E9776149FFD1}"/>
              </a:ext>
            </a:extLst>
          </p:cNvPr>
          <p:cNvSpPr>
            <a:spLocks noGrp="1" noChangeArrowheads="1"/>
          </p:cNvSpPr>
          <p:nvPr>
            <p:ph type="dt" sz="half" idx="10"/>
          </p:nvPr>
        </p:nvSpPr>
        <p:spPr/>
        <p:txBody>
          <a:bodyPr/>
          <a:lstStyle>
            <a:lvl1pPr>
              <a:defRPr/>
            </a:lvl1pPr>
          </a:lstStyle>
          <a:p>
            <a:pPr>
              <a:defRPr/>
            </a:pPr>
            <a:fld id="{7F9F07E1-73F5-4E6C-BA91-87203FD253B1}" type="datetime1">
              <a:rPr lang="hy-AM"/>
              <a:pPr>
                <a:defRPr/>
              </a:pPr>
              <a:t>21.10.2026</a:t>
            </a:fld>
            <a:endParaRPr lang="en-US"/>
          </a:p>
        </p:txBody>
      </p:sp>
      <p:sp>
        <p:nvSpPr>
          <p:cNvPr id="4" name="Rectangle 9">
            <a:extLst>
              <a:ext uri="{FF2B5EF4-FFF2-40B4-BE49-F238E27FC236}">
                <a16:creationId xmlns:a16="http://schemas.microsoft.com/office/drawing/2014/main" id="{F740D3FE-46FB-5B4C-6C18-B7EF16A9DA3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C9D1AE4D-CE3A-0745-87C6-09351807C14B}"/>
              </a:ext>
            </a:extLst>
          </p:cNvPr>
          <p:cNvSpPr>
            <a:spLocks noGrp="1" noChangeArrowheads="1"/>
          </p:cNvSpPr>
          <p:nvPr>
            <p:ph type="sldNum" sz="quarter" idx="12"/>
          </p:nvPr>
        </p:nvSpPr>
        <p:spPr/>
        <p:txBody>
          <a:bodyPr/>
          <a:lstStyle>
            <a:lvl1pPr>
              <a:defRPr/>
            </a:lvl1pPr>
          </a:lstStyle>
          <a:p>
            <a:pPr>
              <a:defRPr/>
            </a:pPr>
            <a:fld id="{64FD5C09-AD38-49D3-92E4-678F921CCDCC}" type="slidenum">
              <a:rPr lang="ar-SA" altLang="ar-IQ"/>
              <a:pPr>
                <a:defRPr/>
              </a:pPr>
              <a:t>‹#›</a:t>
            </a:fld>
            <a:endParaRPr lang="en-US" altLang="ar-IQ"/>
          </a:p>
        </p:txBody>
      </p:sp>
    </p:spTree>
    <p:extLst>
      <p:ext uri="{BB962C8B-B14F-4D97-AF65-F5344CB8AC3E}">
        <p14:creationId xmlns:p14="http://schemas.microsoft.com/office/powerpoint/2010/main" val="3292705571"/>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75A8C44D-ACD3-C4DA-61C9-55A1EE25CC23}"/>
              </a:ext>
            </a:extLst>
          </p:cNvPr>
          <p:cNvSpPr>
            <a:spLocks noGrp="1" noChangeArrowheads="1"/>
          </p:cNvSpPr>
          <p:nvPr>
            <p:ph type="dt" sz="half" idx="10"/>
          </p:nvPr>
        </p:nvSpPr>
        <p:spPr/>
        <p:txBody>
          <a:bodyPr/>
          <a:lstStyle>
            <a:lvl1pPr>
              <a:defRPr/>
            </a:lvl1pPr>
          </a:lstStyle>
          <a:p>
            <a:pPr>
              <a:defRPr/>
            </a:pPr>
            <a:fld id="{886B946D-157A-4B61-A824-96D664C17D59}" type="datetime1">
              <a:rPr lang="hy-AM"/>
              <a:pPr>
                <a:defRPr/>
              </a:pPr>
              <a:t>21.10.2026</a:t>
            </a:fld>
            <a:endParaRPr lang="en-US"/>
          </a:p>
        </p:txBody>
      </p:sp>
      <p:sp>
        <p:nvSpPr>
          <p:cNvPr id="3" name="Rectangle 9">
            <a:extLst>
              <a:ext uri="{FF2B5EF4-FFF2-40B4-BE49-F238E27FC236}">
                <a16:creationId xmlns:a16="http://schemas.microsoft.com/office/drawing/2014/main" id="{5C0A6700-C19F-B62E-051F-B4143D44F1B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4D6C313E-F0E7-A39F-2596-4BCB028F4DD4}"/>
              </a:ext>
            </a:extLst>
          </p:cNvPr>
          <p:cNvSpPr>
            <a:spLocks noGrp="1" noChangeArrowheads="1"/>
          </p:cNvSpPr>
          <p:nvPr>
            <p:ph type="sldNum" sz="quarter" idx="12"/>
          </p:nvPr>
        </p:nvSpPr>
        <p:spPr/>
        <p:txBody>
          <a:bodyPr/>
          <a:lstStyle>
            <a:lvl1pPr>
              <a:defRPr/>
            </a:lvl1pPr>
          </a:lstStyle>
          <a:p>
            <a:pPr>
              <a:defRPr/>
            </a:pPr>
            <a:fld id="{8F2BF5A6-057D-4BAB-AB6D-192A7F2152BB}" type="slidenum">
              <a:rPr lang="ar-SA" altLang="ar-IQ"/>
              <a:pPr>
                <a:defRPr/>
              </a:pPr>
              <a:t>‹#›</a:t>
            </a:fld>
            <a:endParaRPr lang="en-US" altLang="ar-IQ"/>
          </a:p>
        </p:txBody>
      </p:sp>
    </p:spTree>
    <p:extLst>
      <p:ext uri="{BB962C8B-B14F-4D97-AF65-F5344CB8AC3E}">
        <p14:creationId xmlns:p14="http://schemas.microsoft.com/office/powerpoint/2010/main" val="206214788"/>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E9A45AE0-0B39-C894-E413-2A3AE6D60470}"/>
              </a:ext>
            </a:extLst>
          </p:cNvPr>
          <p:cNvSpPr>
            <a:spLocks noGrp="1" noChangeArrowheads="1"/>
          </p:cNvSpPr>
          <p:nvPr>
            <p:ph type="dt" sz="half" idx="10"/>
          </p:nvPr>
        </p:nvSpPr>
        <p:spPr/>
        <p:txBody>
          <a:bodyPr/>
          <a:lstStyle>
            <a:lvl1pPr>
              <a:defRPr/>
            </a:lvl1pPr>
          </a:lstStyle>
          <a:p>
            <a:pPr>
              <a:defRPr/>
            </a:pPr>
            <a:fld id="{011821A1-EF21-48DE-955D-978ECEC90614}" type="datetime1">
              <a:rPr lang="hy-AM"/>
              <a:pPr>
                <a:defRPr/>
              </a:pPr>
              <a:t>21.10.2026</a:t>
            </a:fld>
            <a:endParaRPr lang="en-US"/>
          </a:p>
        </p:txBody>
      </p:sp>
      <p:sp>
        <p:nvSpPr>
          <p:cNvPr id="6" name="Rectangle 9">
            <a:extLst>
              <a:ext uri="{FF2B5EF4-FFF2-40B4-BE49-F238E27FC236}">
                <a16:creationId xmlns:a16="http://schemas.microsoft.com/office/drawing/2014/main" id="{804A2566-EBC1-486D-85AC-48AE6808921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393FC162-CB58-20D8-AB88-B9A5CB7029DA}"/>
              </a:ext>
            </a:extLst>
          </p:cNvPr>
          <p:cNvSpPr>
            <a:spLocks noGrp="1" noChangeArrowheads="1"/>
          </p:cNvSpPr>
          <p:nvPr>
            <p:ph type="sldNum" sz="quarter" idx="12"/>
          </p:nvPr>
        </p:nvSpPr>
        <p:spPr/>
        <p:txBody>
          <a:bodyPr/>
          <a:lstStyle>
            <a:lvl1pPr>
              <a:defRPr/>
            </a:lvl1pPr>
          </a:lstStyle>
          <a:p>
            <a:pPr>
              <a:defRPr/>
            </a:pPr>
            <a:fld id="{AC025B1D-634D-4E46-A9C6-46ECD9F3C56A}" type="slidenum">
              <a:rPr lang="ar-SA" altLang="ar-IQ"/>
              <a:pPr>
                <a:defRPr/>
              </a:pPr>
              <a:t>‹#›</a:t>
            </a:fld>
            <a:endParaRPr lang="en-US" altLang="ar-IQ"/>
          </a:p>
        </p:txBody>
      </p:sp>
    </p:spTree>
    <p:extLst>
      <p:ext uri="{BB962C8B-B14F-4D97-AF65-F5344CB8AC3E}">
        <p14:creationId xmlns:p14="http://schemas.microsoft.com/office/powerpoint/2010/main" val="3756067534"/>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829BFC04-7D7F-9D64-C8A4-F4BEEF95DE82}"/>
              </a:ext>
            </a:extLst>
          </p:cNvPr>
          <p:cNvSpPr>
            <a:spLocks noGrp="1" noChangeArrowheads="1"/>
          </p:cNvSpPr>
          <p:nvPr>
            <p:ph type="dt" sz="half" idx="10"/>
          </p:nvPr>
        </p:nvSpPr>
        <p:spPr/>
        <p:txBody>
          <a:bodyPr/>
          <a:lstStyle>
            <a:lvl1pPr>
              <a:defRPr/>
            </a:lvl1pPr>
          </a:lstStyle>
          <a:p>
            <a:pPr>
              <a:defRPr/>
            </a:pPr>
            <a:fld id="{2435497F-5EFF-4B48-88B9-E52056D47D03}" type="datetime1">
              <a:rPr lang="hy-AM"/>
              <a:pPr>
                <a:defRPr/>
              </a:pPr>
              <a:t>21.10.2026</a:t>
            </a:fld>
            <a:endParaRPr lang="en-US"/>
          </a:p>
        </p:txBody>
      </p:sp>
      <p:sp>
        <p:nvSpPr>
          <p:cNvPr id="6" name="Rectangle 9">
            <a:extLst>
              <a:ext uri="{FF2B5EF4-FFF2-40B4-BE49-F238E27FC236}">
                <a16:creationId xmlns:a16="http://schemas.microsoft.com/office/drawing/2014/main" id="{8AD317D2-8A7A-0E5C-19D8-8B8A33C9F5F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6B56CC12-8573-8E18-97BE-91F9CF6E26FB}"/>
              </a:ext>
            </a:extLst>
          </p:cNvPr>
          <p:cNvSpPr>
            <a:spLocks noGrp="1" noChangeArrowheads="1"/>
          </p:cNvSpPr>
          <p:nvPr>
            <p:ph type="sldNum" sz="quarter" idx="12"/>
          </p:nvPr>
        </p:nvSpPr>
        <p:spPr/>
        <p:txBody>
          <a:bodyPr/>
          <a:lstStyle>
            <a:lvl1pPr>
              <a:defRPr/>
            </a:lvl1pPr>
          </a:lstStyle>
          <a:p>
            <a:pPr>
              <a:defRPr/>
            </a:pPr>
            <a:fld id="{06671360-9521-40C3-8CF4-ABE98340973A}" type="slidenum">
              <a:rPr lang="ar-SA" altLang="ar-IQ"/>
              <a:pPr>
                <a:defRPr/>
              </a:pPr>
              <a:t>‹#›</a:t>
            </a:fld>
            <a:endParaRPr lang="en-US" altLang="ar-IQ"/>
          </a:p>
        </p:txBody>
      </p:sp>
    </p:spTree>
    <p:extLst>
      <p:ext uri="{BB962C8B-B14F-4D97-AF65-F5344CB8AC3E}">
        <p14:creationId xmlns:p14="http://schemas.microsoft.com/office/powerpoint/2010/main" val="152863367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DFADF4F9-CCC5-13EC-EB1A-2412595CAADC}"/>
              </a:ext>
            </a:extLst>
          </p:cNvPr>
          <p:cNvSpPr>
            <a:spLocks noGrp="1" noChangeArrowheads="1"/>
          </p:cNvSpPr>
          <p:nvPr>
            <p:ph type="dt" sz="half" idx="10"/>
          </p:nvPr>
        </p:nvSpPr>
        <p:spPr/>
        <p:txBody>
          <a:bodyPr/>
          <a:lstStyle>
            <a:lvl1pPr>
              <a:defRPr/>
            </a:lvl1pPr>
          </a:lstStyle>
          <a:p>
            <a:pPr>
              <a:defRPr/>
            </a:pPr>
            <a:fld id="{735292C3-6590-4754-AE5F-D9E0C781D974}" type="datetime1">
              <a:rPr lang="hy-AM"/>
              <a:pPr>
                <a:defRPr/>
              </a:pPr>
              <a:t>21.10.2026</a:t>
            </a:fld>
            <a:endParaRPr lang="en-US"/>
          </a:p>
        </p:txBody>
      </p:sp>
      <p:sp>
        <p:nvSpPr>
          <p:cNvPr id="5" name="Rectangle 9">
            <a:extLst>
              <a:ext uri="{FF2B5EF4-FFF2-40B4-BE49-F238E27FC236}">
                <a16:creationId xmlns:a16="http://schemas.microsoft.com/office/drawing/2014/main" id="{66E69DE3-9548-4627-C273-25504BD70F2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77B56B8E-A709-1754-9A91-E8609C8EA39A}"/>
              </a:ext>
            </a:extLst>
          </p:cNvPr>
          <p:cNvSpPr>
            <a:spLocks noGrp="1" noChangeArrowheads="1"/>
          </p:cNvSpPr>
          <p:nvPr>
            <p:ph type="sldNum" sz="quarter" idx="12"/>
          </p:nvPr>
        </p:nvSpPr>
        <p:spPr/>
        <p:txBody>
          <a:bodyPr/>
          <a:lstStyle>
            <a:lvl1pPr>
              <a:defRPr/>
            </a:lvl1pPr>
          </a:lstStyle>
          <a:p>
            <a:pPr>
              <a:defRPr/>
            </a:pPr>
            <a:fld id="{605591DD-5E44-40DB-BE08-66E71B2A092E}" type="slidenum">
              <a:rPr lang="ar-SA" altLang="ar-IQ"/>
              <a:pPr>
                <a:defRPr/>
              </a:pPr>
              <a:t>‹#›</a:t>
            </a:fld>
            <a:endParaRPr lang="en-US" altLang="ar-IQ"/>
          </a:p>
        </p:txBody>
      </p:sp>
    </p:spTree>
    <p:extLst>
      <p:ext uri="{BB962C8B-B14F-4D97-AF65-F5344CB8AC3E}">
        <p14:creationId xmlns:p14="http://schemas.microsoft.com/office/powerpoint/2010/main" val="2927733724"/>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69CD4B89-D51E-CC4E-9E74-C2ED90E824BD}"/>
              </a:ext>
            </a:extLst>
          </p:cNvPr>
          <p:cNvSpPr>
            <a:spLocks noGrp="1" noChangeArrowheads="1"/>
          </p:cNvSpPr>
          <p:nvPr>
            <p:ph type="dt" sz="half" idx="10"/>
          </p:nvPr>
        </p:nvSpPr>
        <p:spPr/>
        <p:txBody>
          <a:bodyPr/>
          <a:lstStyle>
            <a:lvl1pPr>
              <a:defRPr/>
            </a:lvl1pPr>
          </a:lstStyle>
          <a:p>
            <a:pPr>
              <a:defRPr/>
            </a:pPr>
            <a:fld id="{7F90D86B-659C-4BAC-A656-BD06CDAB7114}" type="datetime1">
              <a:rPr lang="hy-AM"/>
              <a:pPr>
                <a:defRPr/>
              </a:pPr>
              <a:t>21.10.2026</a:t>
            </a:fld>
            <a:endParaRPr lang="en-US"/>
          </a:p>
        </p:txBody>
      </p:sp>
      <p:sp>
        <p:nvSpPr>
          <p:cNvPr id="5" name="Rectangle 9">
            <a:extLst>
              <a:ext uri="{FF2B5EF4-FFF2-40B4-BE49-F238E27FC236}">
                <a16:creationId xmlns:a16="http://schemas.microsoft.com/office/drawing/2014/main" id="{C0538338-50DF-5FE7-0DE7-0A3463C9DDB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6FFE321A-EC39-445C-FE60-C3B4CE093DF5}"/>
              </a:ext>
            </a:extLst>
          </p:cNvPr>
          <p:cNvSpPr>
            <a:spLocks noGrp="1" noChangeArrowheads="1"/>
          </p:cNvSpPr>
          <p:nvPr>
            <p:ph type="sldNum" sz="quarter" idx="12"/>
          </p:nvPr>
        </p:nvSpPr>
        <p:spPr/>
        <p:txBody>
          <a:bodyPr/>
          <a:lstStyle>
            <a:lvl1pPr>
              <a:defRPr/>
            </a:lvl1pPr>
          </a:lstStyle>
          <a:p>
            <a:pPr>
              <a:defRPr/>
            </a:pPr>
            <a:fld id="{45958B8C-6CEE-40C3-89EC-25D7A4E59BB3}" type="slidenum">
              <a:rPr lang="ar-SA" altLang="ar-IQ"/>
              <a:pPr>
                <a:defRPr/>
              </a:pPr>
              <a:t>‹#›</a:t>
            </a:fld>
            <a:endParaRPr lang="en-US" altLang="ar-IQ"/>
          </a:p>
        </p:txBody>
      </p:sp>
    </p:spTree>
    <p:extLst>
      <p:ext uri="{BB962C8B-B14F-4D97-AF65-F5344CB8AC3E}">
        <p14:creationId xmlns:p14="http://schemas.microsoft.com/office/powerpoint/2010/main" val="4246109654"/>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CB3573C-4314-1077-99FB-C7B342A3A9B8}"/>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87CF4238-121E-D77D-A77E-A82941A9363B}"/>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815BDCDC-F82C-2C67-D5A3-41AF76957540}"/>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F2CB4D11-22A9-CA84-39A5-0E011120F9C3}"/>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ADC8D6EF-ABEA-4F97-4F62-ECE019907D6E}"/>
              </a:ext>
            </a:extLst>
          </p:cNvPr>
          <p:cNvSpPr>
            <a:spLocks noGrp="1" noChangeArrowheads="1"/>
          </p:cNvSpPr>
          <p:nvPr>
            <p:ph type="dt" sz="half" idx="10"/>
          </p:nvPr>
        </p:nvSpPr>
        <p:spPr/>
        <p:txBody>
          <a:bodyPr/>
          <a:lstStyle>
            <a:lvl1pPr>
              <a:defRPr/>
            </a:lvl1pPr>
          </a:lstStyle>
          <a:p>
            <a:pPr>
              <a:defRPr/>
            </a:pPr>
            <a:fld id="{BD71C5F3-0ACD-4760-9185-605F02B0F242}" type="datetime1">
              <a:rPr lang="hy-AM"/>
              <a:pPr>
                <a:defRPr/>
              </a:pPr>
              <a:t>21.10.2026</a:t>
            </a:fld>
            <a:endParaRPr lang="en-US"/>
          </a:p>
        </p:txBody>
      </p:sp>
      <p:sp>
        <p:nvSpPr>
          <p:cNvPr id="7" name="Rectangle 9">
            <a:extLst>
              <a:ext uri="{FF2B5EF4-FFF2-40B4-BE49-F238E27FC236}">
                <a16:creationId xmlns:a16="http://schemas.microsoft.com/office/drawing/2014/main" id="{1E1FD787-BEEF-AB72-80AE-D5B313D5AFC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150A0240-A1B8-102B-D734-63A756AD7831}"/>
              </a:ext>
            </a:extLst>
          </p:cNvPr>
          <p:cNvSpPr>
            <a:spLocks noGrp="1" noChangeArrowheads="1"/>
          </p:cNvSpPr>
          <p:nvPr>
            <p:ph type="sldNum" sz="quarter" idx="12"/>
          </p:nvPr>
        </p:nvSpPr>
        <p:spPr/>
        <p:txBody>
          <a:bodyPr/>
          <a:lstStyle>
            <a:lvl1pPr>
              <a:defRPr/>
            </a:lvl1pPr>
          </a:lstStyle>
          <a:p>
            <a:pPr>
              <a:defRPr/>
            </a:pPr>
            <a:fld id="{DEB84383-C72B-48A8-AD39-B35D7FEC29B2}" type="slidenum">
              <a:rPr lang="ar-SA" altLang="ar-IQ"/>
              <a:pPr>
                <a:defRPr/>
              </a:pPr>
              <a:t>‹#›</a:t>
            </a:fld>
            <a:endParaRPr lang="en-US" altLang="ar-IQ"/>
          </a:p>
        </p:txBody>
      </p:sp>
    </p:spTree>
    <p:extLst>
      <p:ext uri="{BB962C8B-B14F-4D97-AF65-F5344CB8AC3E}">
        <p14:creationId xmlns:p14="http://schemas.microsoft.com/office/powerpoint/2010/main" val="668584748"/>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4291CD76-E555-4175-0496-2600BBCBAD20}"/>
              </a:ext>
            </a:extLst>
          </p:cNvPr>
          <p:cNvSpPr>
            <a:spLocks noGrp="1" noChangeArrowheads="1"/>
          </p:cNvSpPr>
          <p:nvPr>
            <p:ph type="dt" sz="half" idx="10"/>
          </p:nvPr>
        </p:nvSpPr>
        <p:spPr/>
        <p:txBody>
          <a:bodyPr/>
          <a:lstStyle>
            <a:lvl1pPr>
              <a:defRPr/>
            </a:lvl1pPr>
          </a:lstStyle>
          <a:p>
            <a:pPr>
              <a:defRPr/>
            </a:pPr>
            <a:fld id="{4043D19E-9BA3-4830-8912-FDBB72EDBA45}" type="datetime1">
              <a:rPr lang="hy-AM"/>
              <a:pPr>
                <a:defRPr/>
              </a:pPr>
              <a:t>21.10.2026</a:t>
            </a:fld>
            <a:endParaRPr lang="en-US"/>
          </a:p>
        </p:txBody>
      </p:sp>
      <p:sp>
        <p:nvSpPr>
          <p:cNvPr id="5" name="Rectangle 9">
            <a:extLst>
              <a:ext uri="{FF2B5EF4-FFF2-40B4-BE49-F238E27FC236}">
                <a16:creationId xmlns:a16="http://schemas.microsoft.com/office/drawing/2014/main" id="{C5FA270C-D6ED-CFDA-DC15-68E21237BE6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5381D499-5FF5-1679-8826-3C08D07119A6}"/>
              </a:ext>
            </a:extLst>
          </p:cNvPr>
          <p:cNvSpPr>
            <a:spLocks noGrp="1" noChangeArrowheads="1"/>
          </p:cNvSpPr>
          <p:nvPr>
            <p:ph type="sldNum" sz="quarter" idx="12"/>
          </p:nvPr>
        </p:nvSpPr>
        <p:spPr/>
        <p:txBody>
          <a:bodyPr/>
          <a:lstStyle>
            <a:lvl1pPr>
              <a:defRPr/>
            </a:lvl1pPr>
          </a:lstStyle>
          <a:p>
            <a:pPr>
              <a:defRPr/>
            </a:pPr>
            <a:fld id="{2A113D4D-322F-4A39-BC78-C4D2C320FEC8}" type="slidenum">
              <a:rPr lang="ar-SA" altLang="ar-IQ"/>
              <a:pPr>
                <a:defRPr/>
              </a:pPr>
              <a:t>‹#›</a:t>
            </a:fld>
            <a:endParaRPr lang="en-US" altLang="ar-IQ"/>
          </a:p>
        </p:txBody>
      </p:sp>
    </p:spTree>
    <p:extLst>
      <p:ext uri="{BB962C8B-B14F-4D97-AF65-F5344CB8AC3E}">
        <p14:creationId xmlns:p14="http://schemas.microsoft.com/office/powerpoint/2010/main" val="442322630"/>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2B36FD2D-A546-F1F8-F4FA-D64ADC44A527}"/>
              </a:ext>
            </a:extLst>
          </p:cNvPr>
          <p:cNvSpPr>
            <a:spLocks noGrp="1" noChangeArrowheads="1"/>
          </p:cNvSpPr>
          <p:nvPr>
            <p:ph type="dt" sz="half" idx="10"/>
          </p:nvPr>
        </p:nvSpPr>
        <p:spPr/>
        <p:txBody>
          <a:bodyPr/>
          <a:lstStyle>
            <a:lvl1pPr>
              <a:defRPr/>
            </a:lvl1pPr>
          </a:lstStyle>
          <a:p>
            <a:pPr>
              <a:defRPr/>
            </a:pPr>
            <a:fld id="{642D70ED-8465-4685-8E13-0768F0CAC848}" type="datetime1">
              <a:rPr lang="hy-AM"/>
              <a:pPr>
                <a:defRPr/>
              </a:pPr>
              <a:t>21.10.2026</a:t>
            </a:fld>
            <a:endParaRPr lang="en-US"/>
          </a:p>
        </p:txBody>
      </p:sp>
      <p:sp>
        <p:nvSpPr>
          <p:cNvPr id="5" name="Rectangle 9">
            <a:extLst>
              <a:ext uri="{FF2B5EF4-FFF2-40B4-BE49-F238E27FC236}">
                <a16:creationId xmlns:a16="http://schemas.microsoft.com/office/drawing/2014/main" id="{A6E409BD-E13D-4D4E-6DD3-25B9BE1CF34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F896F2C5-FB49-90F4-01DA-CAE0C16C0B33}"/>
              </a:ext>
            </a:extLst>
          </p:cNvPr>
          <p:cNvSpPr>
            <a:spLocks noGrp="1" noChangeArrowheads="1"/>
          </p:cNvSpPr>
          <p:nvPr>
            <p:ph type="sldNum" sz="quarter" idx="12"/>
          </p:nvPr>
        </p:nvSpPr>
        <p:spPr/>
        <p:txBody>
          <a:bodyPr/>
          <a:lstStyle>
            <a:lvl1pPr>
              <a:defRPr/>
            </a:lvl1pPr>
          </a:lstStyle>
          <a:p>
            <a:pPr>
              <a:defRPr/>
            </a:pPr>
            <a:fld id="{F32C6F98-45BB-4AB1-9F5C-19DFD8434788}" type="slidenum">
              <a:rPr lang="ar-SA" altLang="ar-IQ"/>
              <a:pPr>
                <a:defRPr/>
              </a:pPr>
              <a:t>‹#›</a:t>
            </a:fld>
            <a:endParaRPr lang="en-US" altLang="ar-IQ"/>
          </a:p>
        </p:txBody>
      </p:sp>
    </p:spTree>
    <p:extLst>
      <p:ext uri="{BB962C8B-B14F-4D97-AF65-F5344CB8AC3E}">
        <p14:creationId xmlns:p14="http://schemas.microsoft.com/office/powerpoint/2010/main" val="3745098016"/>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79CB0E25-5CAC-FEA3-1A4B-244D8998CBC8}"/>
              </a:ext>
            </a:extLst>
          </p:cNvPr>
          <p:cNvSpPr>
            <a:spLocks noGrp="1" noChangeArrowheads="1"/>
          </p:cNvSpPr>
          <p:nvPr>
            <p:ph type="dt" sz="half" idx="10"/>
          </p:nvPr>
        </p:nvSpPr>
        <p:spPr/>
        <p:txBody>
          <a:bodyPr/>
          <a:lstStyle>
            <a:lvl1pPr>
              <a:defRPr/>
            </a:lvl1pPr>
          </a:lstStyle>
          <a:p>
            <a:pPr>
              <a:defRPr/>
            </a:pPr>
            <a:fld id="{45930527-664B-4796-A8BA-5F71FF61C776}" type="datetime1">
              <a:rPr lang="hy-AM"/>
              <a:pPr>
                <a:defRPr/>
              </a:pPr>
              <a:t>21.10.2026</a:t>
            </a:fld>
            <a:endParaRPr lang="en-US"/>
          </a:p>
        </p:txBody>
      </p:sp>
      <p:sp>
        <p:nvSpPr>
          <p:cNvPr id="6" name="Rectangle 9">
            <a:extLst>
              <a:ext uri="{FF2B5EF4-FFF2-40B4-BE49-F238E27FC236}">
                <a16:creationId xmlns:a16="http://schemas.microsoft.com/office/drawing/2014/main" id="{E9A64DC7-CFC2-5920-B1C9-BEF456D10DF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0E4A3EAB-A8DB-A2EC-72FB-06EF5E97E4AB}"/>
              </a:ext>
            </a:extLst>
          </p:cNvPr>
          <p:cNvSpPr>
            <a:spLocks noGrp="1" noChangeArrowheads="1"/>
          </p:cNvSpPr>
          <p:nvPr>
            <p:ph type="sldNum" sz="quarter" idx="12"/>
          </p:nvPr>
        </p:nvSpPr>
        <p:spPr/>
        <p:txBody>
          <a:bodyPr/>
          <a:lstStyle>
            <a:lvl1pPr>
              <a:defRPr/>
            </a:lvl1pPr>
          </a:lstStyle>
          <a:p>
            <a:pPr>
              <a:defRPr/>
            </a:pPr>
            <a:fld id="{83157160-709C-456B-8A17-19EC1EEA4ADF}" type="slidenum">
              <a:rPr lang="ar-SA" altLang="ar-IQ"/>
              <a:pPr>
                <a:defRPr/>
              </a:pPr>
              <a:t>‹#›</a:t>
            </a:fld>
            <a:endParaRPr lang="en-US" altLang="ar-IQ"/>
          </a:p>
        </p:txBody>
      </p:sp>
    </p:spTree>
    <p:extLst>
      <p:ext uri="{BB962C8B-B14F-4D97-AF65-F5344CB8AC3E}">
        <p14:creationId xmlns:p14="http://schemas.microsoft.com/office/powerpoint/2010/main" val="1889913172"/>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88E5FAB6-CBCA-B0BE-4E5A-660D4A87B97F}"/>
              </a:ext>
            </a:extLst>
          </p:cNvPr>
          <p:cNvSpPr>
            <a:spLocks noGrp="1" noChangeArrowheads="1"/>
          </p:cNvSpPr>
          <p:nvPr>
            <p:ph type="dt" sz="half" idx="10"/>
          </p:nvPr>
        </p:nvSpPr>
        <p:spPr/>
        <p:txBody>
          <a:bodyPr/>
          <a:lstStyle>
            <a:lvl1pPr>
              <a:defRPr/>
            </a:lvl1pPr>
          </a:lstStyle>
          <a:p>
            <a:pPr>
              <a:defRPr/>
            </a:pPr>
            <a:fld id="{C4CD1ACA-26FF-45A9-A6AB-9F029B6F0CFD}" type="datetime1">
              <a:rPr lang="hy-AM"/>
              <a:pPr>
                <a:defRPr/>
              </a:pPr>
              <a:t>21.10.2026</a:t>
            </a:fld>
            <a:endParaRPr lang="en-US"/>
          </a:p>
        </p:txBody>
      </p:sp>
      <p:sp>
        <p:nvSpPr>
          <p:cNvPr id="8" name="Rectangle 9">
            <a:extLst>
              <a:ext uri="{FF2B5EF4-FFF2-40B4-BE49-F238E27FC236}">
                <a16:creationId xmlns:a16="http://schemas.microsoft.com/office/drawing/2014/main" id="{467CAED9-982E-2C0C-1782-6457D6C572A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3B646C48-24AE-7138-9BFB-0B49400CF344}"/>
              </a:ext>
            </a:extLst>
          </p:cNvPr>
          <p:cNvSpPr>
            <a:spLocks noGrp="1" noChangeArrowheads="1"/>
          </p:cNvSpPr>
          <p:nvPr>
            <p:ph type="sldNum" sz="quarter" idx="12"/>
          </p:nvPr>
        </p:nvSpPr>
        <p:spPr/>
        <p:txBody>
          <a:bodyPr/>
          <a:lstStyle>
            <a:lvl1pPr>
              <a:defRPr/>
            </a:lvl1pPr>
          </a:lstStyle>
          <a:p>
            <a:pPr>
              <a:defRPr/>
            </a:pPr>
            <a:fld id="{50D3DE66-E026-4397-855D-B14FC7CA8691}" type="slidenum">
              <a:rPr lang="ar-SA" altLang="ar-IQ"/>
              <a:pPr>
                <a:defRPr/>
              </a:pPr>
              <a:t>‹#›</a:t>
            </a:fld>
            <a:endParaRPr lang="en-US" altLang="ar-IQ"/>
          </a:p>
        </p:txBody>
      </p:sp>
    </p:spTree>
    <p:extLst>
      <p:ext uri="{BB962C8B-B14F-4D97-AF65-F5344CB8AC3E}">
        <p14:creationId xmlns:p14="http://schemas.microsoft.com/office/powerpoint/2010/main" val="3868137425"/>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0EA36924-FDC6-9172-F579-7684DA50629E}"/>
              </a:ext>
            </a:extLst>
          </p:cNvPr>
          <p:cNvSpPr>
            <a:spLocks noGrp="1" noChangeArrowheads="1"/>
          </p:cNvSpPr>
          <p:nvPr>
            <p:ph type="dt" sz="half" idx="10"/>
          </p:nvPr>
        </p:nvSpPr>
        <p:spPr/>
        <p:txBody>
          <a:bodyPr/>
          <a:lstStyle>
            <a:lvl1pPr>
              <a:defRPr/>
            </a:lvl1pPr>
          </a:lstStyle>
          <a:p>
            <a:pPr>
              <a:defRPr/>
            </a:pPr>
            <a:fld id="{643B3E27-233C-4CC3-90E2-F5F9E3D37F97}" type="datetime1">
              <a:rPr lang="hy-AM"/>
              <a:pPr>
                <a:defRPr/>
              </a:pPr>
              <a:t>21.10.2026</a:t>
            </a:fld>
            <a:endParaRPr lang="en-US"/>
          </a:p>
        </p:txBody>
      </p:sp>
      <p:sp>
        <p:nvSpPr>
          <p:cNvPr id="4" name="Rectangle 9">
            <a:extLst>
              <a:ext uri="{FF2B5EF4-FFF2-40B4-BE49-F238E27FC236}">
                <a16:creationId xmlns:a16="http://schemas.microsoft.com/office/drawing/2014/main" id="{BEC57FD2-857D-B4D4-ABDA-62DE804E33E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A63694EB-5548-3993-FA92-F268EF46C4D4}"/>
              </a:ext>
            </a:extLst>
          </p:cNvPr>
          <p:cNvSpPr>
            <a:spLocks noGrp="1" noChangeArrowheads="1"/>
          </p:cNvSpPr>
          <p:nvPr>
            <p:ph type="sldNum" sz="quarter" idx="12"/>
          </p:nvPr>
        </p:nvSpPr>
        <p:spPr/>
        <p:txBody>
          <a:bodyPr/>
          <a:lstStyle>
            <a:lvl1pPr>
              <a:defRPr/>
            </a:lvl1pPr>
          </a:lstStyle>
          <a:p>
            <a:pPr>
              <a:defRPr/>
            </a:pPr>
            <a:fld id="{A6A009B3-3C3B-45AC-BA81-8FD391A1DF86}" type="slidenum">
              <a:rPr lang="ar-SA" altLang="ar-IQ"/>
              <a:pPr>
                <a:defRPr/>
              </a:pPr>
              <a:t>‹#›</a:t>
            </a:fld>
            <a:endParaRPr lang="en-US" altLang="ar-IQ"/>
          </a:p>
        </p:txBody>
      </p:sp>
    </p:spTree>
    <p:extLst>
      <p:ext uri="{BB962C8B-B14F-4D97-AF65-F5344CB8AC3E}">
        <p14:creationId xmlns:p14="http://schemas.microsoft.com/office/powerpoint/2010/main" val="1658809062"/>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D1235B1F-BFF2-9D20-3464-A5B87B83E436}"/>
              </a:ext>
            </a:extLst>
          </p:cNvPr>
          <p:cNvSpPr>
            <a:spLocks noGrp="1" noChangeArrowheads="1"/>
          </p:cNvSpPr>
          <p:nvPr>
            <p:ph type="dt" sz="half" idx="10"/>
          </p:nvPr>
        </p:nvSpPr>
        <p:spPr/>
        <p:txBody>
          <a:bodyPr/>
          <a:lstStyle>
            <a:lvl1pPr>
              <a:defRPr/>
            </a:lvl1pPr>
          </a:lstStyle>
          <a:p>
            <a:pPr>
              <a:defRPr/>
            </a:pPr>
            <a:fld id="{568A4797-F028-41E3-9F06-162B07FDA516}" type="datetime1">
              <a:rPr lang="hy-AM"/>
              <a:pPr>
                <a:defRPr/>
              </a:pPr>
              <a:t>21.10.2026</a:t>
            </a:fld>
            <a:endParaRPr lang="en-US"/>
          </a:p>
        </p:txBody>
      </p:sp>
      <p:sp>
        <p:nvSpPr>
          <p:cNvPr id="3" name="Rectangle 9">
            <a:extLst>
              <a:ext uri="{FF2B5EF4-FFF2-40B4-BE49-F238E27FC236}">
                <a16:creationId xmlns:a16="http://schemas.microsoft.com/office/drawing/2014/main" id="{17300A8F-B786-34DC-EB69-A8E65D26DF7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AE8C1914-34E3-787A-5F62-1914723B954F}"/>
              </a:ext>
            </a:extLst>
          </p:cNvPr>
          <p:cNvSpPr>
            <a:spLocks noGrp="1" noChangeArrowheads="1"/>
          </p:cNvSpPr>
          <p:nvPr>
            <p:ph type="sldNum" sz="quarter" idx="12"/>
          </p:nvPr>
        </p:nvSpPr>
        <p:spPr/>
        <p:txBody>
          <a:bodyPr/>
          <a:lstStyle>
            <a:lvl1pPr>
              <a:defRPr/>
            </a:lvl1pPr>
          </a:lstStyle>
          <a:p>
            <a:pPr>
              <a:defRPr/>
            </a:pPr>
            <a:fld id="{8EA8628A-69E4-4DBF-93C5-551FD3683D3C}" type="slidenum">
              <a:rPr lang="ar-SA" altLang="ar-IQ"/>
              <a:pPr>
                <a:defRPr/>
              </a:pPr>
              <a:t>‹#›</a:t>
            </a:fld>
            <a:endParaRPr lang="en-US" altLang="ar-IQ"/>
          </a:p>
        </p:txBody>
      </p:sp>
    </p:spTree>
    <p:extLst>
      <p:ext uri="{BB962C8B-B14F-4D97-AF65-F5344CB8AC3E}">
        <p14:creationId xmlns:p14="http://schemas.microsoft.com/office/powerpoint/2010/main" val="2567261067"/>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CA364684-8970-5760-DB02-B84322E7D461}"/>
              </a:ext>
            </a:extLst>
          </p:cNvPr>
          <p:cNvSpPr>
            <a:spLocks noGrp="1" noChangeArrowheads="1"/>
          </p:cNvSpPr>
          <p:nvPr>
            <p:ph type="dt" sz="half" idx="10"/>
          </p:nvPr>
        </p:nvSpPr>
        <p:spPr/>
        <p:txBody>
          <a:bodyPr/>
          <a:lstStyle>
            <a:lvl1pPr>
              <a:defRPr/>
            </a:lvl1pPr>
          </a:lstStyle>
          <a:p>
            <a:pPr>
              <a:defRPr/>
            </a:pPr>
            <a:fld id="{32A111DF-9BCE-41CB-AFCA-EB5308E3AC8F}" type="datetime1">
              <a:rPr lang="hy-AM"/>
              <a:pPr>
                <a:defRPr/>
              </a:pPr>
              <a:t>21.10.2026</a:t>
            </a:fld>
            <a:endParaRPr lang="en-US"/>
          </a:p>
        </p:txBody>
      </p:sp>
      <p:sp>
        <p:nvSpPr>
          <p:cNvPr id="6" name="Rectangle 9">
            <a:extLst>
              <a:ext uri="{FF2B5EF4-FFF2-40B4-BE49-F238E27FC236}">
                <a16:creationId xmlns:a16="http://schemas.microsoft.com/office/drawing/2014/main" id="{703CEB2D-4323-769D-9BC4-60AAF5419A1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A174BB2C-D678-93AA-0A7C-9D674F8E849D}"/>
              </a:ext>
            </a:extLst>
          </p:cNvPr>
          <p:cNvSpPr>
            <a:spLocks noGrp="1" noChangeArrowheads="1"/>
          </p:cNvSpPr>
          <p:nvPr>
            <p:ph type="sldNum" sz="quarter" idx="12"/>
          </p:nvPr>
        </p:nvSpPr>
        <p:spPr/>
        <p:txBody>
          <a:bodyPr/>
          <a:lstStyle>
            <a:lvl1pPr>
              <a:defRPr/>
            </a:lvl1pPr>
          </a:lstStyle>
          <a:p>
            <a:pPr>
              <a:defRPr/>
            </a:pPr>
            <a:fld id="{7AA074C4-03F6-416F-9237-42265967A69B}" type="slidenum">
              <a:rPr lang="ar-SA" altLang="ar-IQ"/>
              <a:pPr>
                <a:defRPr/>
              </a:pPr>
              <a:t>‹#›</a:t>
            </a:fld>
            <a:endParaRPr lang="en-US" altLang="ar-IQ"/>
          </a:p>
        </p:txBody>
      </p:sp>
    </p:spTree>
    <p:extLst>
      <p:ext uri="{BB962C8B-B14F-4D97-AF65-F5344CB8AC3E}">
        <p14:creationId xmlns:p14="http://schemas.microsoft.com/office/powerpoint/2010/main" val="2986550202"/>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98878A8B-6EFE-1D5D-EF85-9F35F3CE69E3}"/>
              </a:ext>
            </a:extLst>
          </p:cNvPr>
          <p:cNvSpPr>
            <a:spLocks noGrp="1" noChangeArrowheads="1"/>
          </p:cNvSpPr>
          <p:nvPr>
            <p:ph type="dt" sz="half" idx="10"/>
          </p:nvPr>
        </p:nvSpPr>
        <p:spPr/>
        <p:txBody>
          <a:bodyPr/>
          <a:lstStyle>
            <a:lvl1pPr>
              <a:defRPr/>
            </a:lvl1pPr>
          </a:lstStyle>
          <a:p>
            <a:pPr>
              <a:defRPr/>
            </a:pPr>
            <a:fld id="{AE5EA53D-79D5-41B1-AB4C-B2935C06BE2A}" type="datetime1">
              <a:rPr lang="hy-AM"/>
              <a:pPr>
                <a:defRPr/>
              </a:pPr>
              <a:t>21.10.2026</a:t>
            </a:fld>
            <a:endParaRPr lang="en-US"/>
          </a:p>
        </p:txBody>
      </p:sp>
      <p:sp>
        <p:nvSpPr>
          <p:cNvPr id="6" name="Rectangle 9">
            <a:extLst>
              <a:ext uri="{FF2B5EF4-FFF2-40B4-BE49-F238E27FC236}">
                <a16:creationId xmlns:a16="http://schemas.microsoft.com/office/drawing/2014/main" id="{D54026C6-7A35-DCB0-C34B-B4ED4818BA9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0DE3405C-F53F-0E3D-D50B-A89078768F26}"/>
              </a:ext>
            </a:extLst>
          </p:cNvPr>
          <p:cNvSpPr>
            <a:spLocks noGrp="1" noChangeArrowheads="1"/>
          </p:cNvSpPr>
          <p:nvPr>
            <p:ph type="sldNum" sz="quarter" idx="12"/>
          </p:nvPr>
        </p:nvSpPr>
        <p:spPr/>
        <p:txBody>
          <a:bodyPr/>
          <a:lstStyle>
            <a:lvl1pPr>
              <a:defRPr/>
            </a:lvl1pPr>
          </a:lstStyle>
          <a:p>
            <a:pPr>
              <a:defRPr/>
            </a:pPr>
            <a:fld id="{D87E4641-E573-4428-9C38-7EBA8EC6AA0C}" type="slidenum">
              <a:rPr lang="ar-SA" altLang="ar-IQ"/>
              <a:pPr>
                <a:defRPr/>
              </a:pPr>
              <a:t>‹#›</a:t>
            </a:fld>
            <a:endParaRPr lang="en-US" altLang="ar-IQ"/>
          </a:p>
        </p:txBody>
      </p:sp>
    </p:spTree>
    <p:extLst>
      <p:ext uri="{BB962C8B-B14F-4D97-AF65-F5344CB8AC3E}">
        <p14:creationId xmlns:p14="http://schemas.microsoft.com/office/powerpoint/2010/main" val="1872870813"/>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5527BDB9-129F-F724-DC23-A6121C896BC3}"/>
              </a:ext>
            </a:extLst>
          </p:cNvPr>
          <p:cNvSpPr>
            <a:spLocks noGrp="1" noChangeArrowheads="1"/>
          </p:cNvSpPr>
          <p:nvPr>
            <p:ph type="dt" sz="half" idx="10"/>
          </p:nvPr>
        </p:nvSpPr>
        <p:spPr/>
        <p:txBody>
          <a:bodyPr/>
          <a:lstStyle>
            <a:lvl1pPr>
              <a:defRPr/>
            </a:lvl1pPr>
          </a:lstStyle>
          <a:p>
            <a:pPr>
              <a:defRPr/>
            </a:pPr>
            <a:fld id="{717673C0-6177-4B1C-8281-D357AB43809D}" type="datetime1">
              <a:rPr lang="hy-AM"/>
              <a:pPr>
                <a:defRPr/>
              </a:pPr>
              <a:t>21.10.2026</a:t>
            </a:fld>
            <a:endParaRPr lang="en-US"/>
          </a:p>
        </p:txBody>
      </p:sp>
      <p:sp>
        <p:nvSpPr>
          <p:cNvPr id="5" name="Rectangle 9">
            <a:extLst>
              <a:ext uri="{FF2B5EF4-FFF2-40B4-BE49-F238E27FC236}">
                <a16:creationId xmlns:a16="http://schemas.microsoft.com/office/drawing/2014/main" id="{A1251579-69B0-6775-8ACD-3685395DE7A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F2E959B2-C562-8E2E-544C-66EE45E68E56}"/>
              </a:ext>
            </a:extLst>
          </p:cNvPr>
          <p:cNvSpPr>
            <a:spLocks noGrp="1" noChangeArrowheads="1"/>
          </p:cNvSpPr>
          <p:nvPr>
            <p:ph type="sldNum" sz="quarter" idx="12"/>
          </p:nvPr>
        </p:nvSpPr>
        <p:spPr/>
        <p:txBody>
          <a:bodyPr/>
          <a:lstStyle>
            <a:lvl1pPr>
              <a:defRPr/>
            </a:lvl1pPr>
          </a:lstStyle>
          <a:p>
            <a:pPr>
              <a:defRPr/>
            </a:pPr>
            <a:fld id="{E3C0C35B-C550-4542-82DB-07DA3A2278E5}" type="slidenum">
              <a:rPr lang="ar-SA" altLang="ar-IQ"/>
              <a:pPr>
                <a:defRPr/>
              </a:pPr>
              <a:t>‹#›</a:t>
            </a:fld>
            <a:endParaRPr lang="en-US" altLang="ar-IQ"/>
          </a:p>
        </p:txBody>
      </p:sp>
    </p:spTree>
    <p:extLst>
      <p:ext uri="{BB962C8B-B14F-4D97-AF65-F5344CB8AC3E}">
        <p14:creationId xmlns:p14="http://schemas.microsoft.com/office/powerpoint/2010/main" val="1457277100"/>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2ED5B1C3-8D49-C669-457C-3D2309A45043}"/>
              </a:ext>
            </a:extLst>
          </p:cNvPr>
          <p:cNvSpPr>
            <a:spLocks noGrp="1" noChangeArrowheads="1"/>
          </p:cNvSpPr>
          <p:nvPr>
            <p:ph type="dt" sz="half" idx="10"/>
          </p:nvPr>
        </p:nvSpPr>
        <p:spPr/>
        <p:txBody>
          <a:bodyPr/>
          <a:lstStyle>
            <a:lvl1pPr>
              <a:defRPr/>
            </a:lvl1pPr>
          </a:lstStyle>
          <a:p>
            <a:pPr>
              <a:defRPr/>
            </a:pPr>
            <a:fld id="{0DF47378-7770-43FC-8F5E-D5C7F628965A}" type="datetime1">
              <a:rPr lang="hy-AM"/>
              <a:pPr>
                <a:defRPr/>
              </a:pPr>
              <a:t>21.10.2026</a:t>
            </a:fld>
            <a:endParaRPr lang="en-US"/>
          </a:p>
        </p:txBody>
      </p:sp>
      <p:sp>
        <p:nvSpPr>
          <p:cNvPr id="5" name="Rectangle 9">
            <a:extLst>
              <a:ext uri="{FF2B5EF4-FFF2-40B4-BE49-F238E27FC236}">
                <a16:creationId xmlns:a16="http://schemas.microsoft.com/office/drawing/2014/main" id="{C972766D-D797-250F-7157-E50B1ECBFC5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E2C69BD6-C75A-EDF9-06BD-3CA6D29B946B}"/>
              </a:ext>
            </a:extLst>
          </p:cNvPr>
          <p:cNvSpPr>
            <a:spLocks noGrp="1" noChangeArrowheads="1"/>
          </p:cNvSpPr>
          <p:nvPr>
            <p:ph type="sldNum" sz="quarter" idx="12"/>
          </p:nvPr>
        </p:nvSpPr>
        <p:spPr/>
        <p:txBody>
          <a:bodyPr/>
          <a:lstStyle>
            <a:lvl1pPr>
              <a:defRPr/>
            </a:lvl1pPr>
          </a:lstStyle>
          <a:p>
            <a:pPr>
              <a:defRPr/>
            </a:pPr>
            <a:fld id="{E392B843-A64F-43BC-A0B9-0774ACB8E9C7}" type="slidenum">
              <a:rPr lang="ar-SA" altLang="ar-IQ"/>
              <a:pPr>
                <a:defRPr/>
              </a:pPr>
              <a:t>‹#›</a:t>
            </a:fld>
            <a:endParaRPr lang="en-US" altLang="ar-IQ"/>
          </a:p>
        </p:txBody>
      </p:sp>
    </p:spTree>
    <p:extLst>
      <p:ext uri="{BB962C8B-B14F-4D97-AF65-F5344CB8AC3E}">
        <p14:creationId xmlns:p14="http://schemas.microsoft.com/office/powerpoint/2010/main" val="1097356825"/>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23B76A5-A0FD-4AD8-AAA3-6CD7BE0BD8CA}"/>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7EDC5310-6ECF-A9BE-346C-0C23E5EBD903}"/>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D274AB71-0FC0-4C13-68D3-2EE8EFD422FF}"/>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6772D106-03F4-DEC9-96BA-23D8BBD3C5BE}"/>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520762B1-28AA-F9EF-3B2F-DE8A6FFF1E75}"/>
              </a:ext>
            </a:extLst>
          </p:cNvPr>
          <p:cNvSpPr>
            <a:spLocks noGrp="1" noChangeArrowheads="1"/>
          </p:cNvSpPr>
          <p:nvPr>
            <p:ph type="dt" sz="half" idx="10"/>
          </p:nvPr>
        </p:nvSpPr>
        <p:spPr/>
        <p:txBody>
          <a:bodyPr/>
          <a:lstStyle>
            <a:lvl1pPr>
              <a:defRPr/>
            </a:lvl1pPr>
          </a:lstStyle>
          <a:p>
            <a:pPr>
              <a:defRPr/>
            </a:pPr>
            <a:fld id="{B8BC8B1B-D6FC-434A-9E18-0002D7DC1620}" type="datetime1">
              <a:rPr lang="hy-AM"/>
              <a:pPr>
                <a:defRPr/>
              </a:pPr>
              <a:t>21.10.2026</a:t>
            </a:fld>
            <a:endParaRPr lang="en-US"/>
          </a:p>
        </p:txBody>
      </p:sp>
      <p:sp>
        <p:nvSpPr>
          <p:cNvPr id="7" name="Rectangle 9">
            <a:extLst>
              <a:ext uri="{FF2B5EF4-FFF2-40B4-BE49-F238E27FC236}">
                <a16:creationId xmlns:a16="http://schemas.microsoft.com/office/drawing/2014/main" id="{73521E7E-4690-2FAD-0E27-004C8512CB8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37183FE0-5042-2425-253C-FE32DB87F49E}"/>
              </a:ext>
            </a:extLst>
          </p:cNvPr>
          <p:cNvSpPr>
            <a:spLocks noGrp="1" noChangeArrowheads="1"/>
          </p:cNvSpPr>
          <p:nvPr>
            <p:ph type="sldNum" sz="quarter" idx="12"/>
          </p:nvPr>
        </p:nvSpPr>
        <p:spPr/>
        <p:txBody>
          <a:bodyPr/>
          <a:lstStyle>
            <a:lvl1pPr>
              <a:defRPr/>
            </a:lvl1pPr>
          </a:lstStyle>
          <a:p>
            <a:pPr>
              <a:defRPr/>
            </a:pPr>
            <a:fld id="{C79708F6-8A42-4AEC-9414-23AD5BE8B4B1}" type="slidenum">
              <a:rPr lang="ar-SA" altLang="ar-IQ"/>
              <a:pPr>
                <a:defRPr/>
              </a:pPr>
              <a:t>‹#›</a:t>
            </a:fld>
            <a:endParaRPr lang="en-US" altLang="ar-IQ"/>
          </a:p>
        </p:txBody>
      </p:sp>
    </p:spTree>
    <p:extLst>
      <p:ext uri="{BB962C8B-B14F-4D97-AF65-F5344CB8AC3E}">
        <p14:creationId xmlns:p14="http://schemas.microsoft.com/office/powerpoint/2010/main" val="3300116355"/>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212AFA4E-9714-8C58-F4B2-A2CA5C5A78B6}"/>
              </a:ext>
            </a:extLst>
          </p:cNvPr>
          <p:cNvSpPr>
            <a:spLocks noGrp="1" noChangeArrowheads="1"/>
          </p:cNvSpPr>
          <p:nvPr>
            <p:ph type="dt" sz="half" idx="10"/>
          </p:nvPr>
        </p:nvSpPr>
        <p:spPr/>
        <p:txBody>
          <a:bodyPr/>
          <a:lstStyle>
            <a:lvl1pPr>
              <a:defRPr/>
            </a:lvl1pPr>
          </a:lstStyle>
          <a:p>
            <a:pPr>
              <a:defRPr/>
            </a:pPr>
            <a:fld id="{012B72E8-79EA-470F-B92E-5A3D029652BC}" type="datetime1">
              <a:rPr lang="hy-AM"/>
              <a:pPr>
                <a:defRPr/>
              </a:pPr>
              <a:t>21.10.2026</a:t>
            </a:fld>
            <a:endParaRPr lang="en-US"/>
          </a:p>
        </p:txBody>
      </p:sp>
      <p:sp>
        <p:nvSpPr>
          <p:cNvPr id="5" name="Rectangle 9">
            <a:extLst>
              <a:ext uri="{FF2B5EF4-FFF2-40B4-BE49-F238E27FC236}">
                <a16:creationId xmlns:a16="http://schemas.microsoft.com/office/drawing/2014/main" id="{FD4B5A07-C0FB-CEC9-5C09-14F01689500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51750DDF-C4EB-ECFC-7947-AF93EA8969D1}"/>
              </a:ext>
            </a:extLst>
          </p:cNvPr>
          <p:cNvSpPr>
            <a:spLocks noGrp="1" noChangeArrowheads="1"/>
          </p:cNvSpPr>
          <p:nvPr>
            <p:ph type="sldNum" sz="quarter" idx="12"/>
          </p:nvPr>
        </p:nvSpPr>
        <p:spPr/>
        <p:txBody>
          <a:bodyPr/>
          <a:lstStyle>
            <a:lvl1pPr>
              <a:defRPr/>
            </a:lvl1pPr>
          </a:lstStyle>
          <a:p>
            <a:pPr>
              <a:defRPr/>
            </a:pPr>
            <a:fld id="{0470F8B6-4678-4D68-9EAB-45888B730BD3}" type="slidenum">
              <a:rPr lang="ar-SA" altLang="ar-IQ"/>
              <a:pPr>
                <a:defRPr/>
              </a:pPr>
              <a:t>‹#›</a:t>
            </a:fld>
            <a:endParaRPr lang="en-US" altLang="ar-IQ"/>
          </a:p>
        </p:txBody>
      </p:sp>
    </p:spTree>
    <p:extLst>
      <p:ext uri="{BB962C8B-B14F-4D97-AF65-F5344CB8AC3E}">
        <p14:creationId xmlns:p14="http://schemas.microsoft.com/office/powerpoint/2010/main" val="1953326867"/>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DF876311-1F84-5561-CE69-0101BB3ADBFE}"/>
              </a:ext>
            </a:extLst>
          </p:cNvPr>
          <p:cNvSpPr>
            <a:spLocks noGrp="1" noChangeArrowheads="1"/>
          </p:cNvSpPr>
          <p:nvPr>
            <p:ph type="dt" sz="half" idx="10"/>
          </p:nvPr>
        </p:nvSpPr>
        <p:spPr/>
        <p:txBody>
          <a:bodyPr/>
          <a:lstStyle>
            <a:lvl1pPr>
              <a:defRPr/>
            </a:lvl1pPr>
          </a:lstStyle>
          <a:p>
            <a:pPr>
              <a:defRPr/>
            </a:pPr>
            <a:fld id="{B946D1C9-FC00-42EA-8573-59CF213DFA17}" type="datetime1">
              <a:rPr lang="hy-AM"/>
              <a:pPr>
                <a:defRPr/>
              </a:pPr>
              <a:t>21.10.2026</a:t>
            </a:fld>
            <a:endParaRPr lang="en-US"/>
          </a:p>
        </p:txBody>
      </p:sp>
      <p:sp>
        <p:nvSpPr>
          <p:cNvPr id="5" name="Rectangle 9">
            <a:extLst>
              <a:ext uri="{FF2B5EF4-FFF2-40B4-BE49-F238E27FC236}">
                <a16:creationId xmlns:a16="http://schemas.microsoft.com/office/drawing/2014/main" id="{E3E95949-AD9A-F0FC-F850-2A2375B353F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1044659C-B818-EEBD-A726-6CF528AB4E40}"/>
              </a:ext>
            </a:extLst>
          </p:cNvPr>
          <p:cNvSpPr>
            <a:spLocks noGrp="1" noChangeArrowheads="1"/>
          </p:cNvSpPr>
          <p:nvPr>
            <p:ph type="sldNum" sz="quarter" idx="12"/>
          </p:nvPr>
        </p:nvSpPr>
        <p:spPr/>
        <p:txBody>
          <a:bodyPr/>
          <a:lstStyle>
            <a:lvl1pPr>
              <a:defRPr/>
            </a:lvl1pPr>
          </a:lstStyle>
          <a:p>
            <a:pPr>
              <a:defRPr/>
            </a:pPr>
            <a:fld id="{EDB163D2-7BE4-4054-9D68-A687697976EE}" type="slidenum">
              <a:rPr lang="ar-SA" altLang="ar-IQ"/>
              <a:pPr>
                <a:defRPr/>
              </a:pPr>
              <a:t>‹#›</a:t>
            </a:fld>
            <a:endParaRPr lang="en-US" altLang="ar-IQ"/>
          </a:p>
        </p:txBody>
      </p:sp>
    </p:spTree>
    <p:extLst>
      <p:ext uri="{BB962C8B-B14F-4D97-AF65-F5344CB8AC3E}">
        <p14:creationId xmlns:p14="http://schemas.microsoft.com/office/powerpoint/2010/main" val="3120190867"/>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2F3AB339-3DEC-C5EF-F251-A5911702A306}"/>
              </a:ext>
            </a:extLst>
          </p:cNvPr>
          <p:cNvSpPr>
            <a:spLocks noGrp="1" noChangeArrowheads="1"/>
          </p:cNvSpPr>
          <p:nvPr>
            <p:ph type="dt" sz="half" idx="10"/>
          </p:nvPr>
        </p:nvSpPr>
        <p:spPr/>
        <p:txBody>
          <a:bodyPr/>
          <a:lstStyle>
            <a:lvl1pPr>
              <a:defRPr/>
            </a:lvl1pPr>
          </a:lstStyle>
          <a:p>
            <a:pPr>
              <a:defRPr/>
            </a:pPr>
            <a:fld id="{015795A1-C1A1-476E-9480-606AFBF0D2D5}" type="datetime1">
              <a:rPr lang="hy-AM"/>
              <a:pPr>
                <a:defRPr/>
              </a:pPr>
              <a:t>21.10.2026</a:t>
            </a:fld>
            <a:endParaRPr lang="en-US"/>
          </a:p>
        </p:txBody>
      </p:sp>
      <p:sp>
        <p:nvSpPr>
          <p:cNvPr id="6" name="Rectangle 9">
            <a:extLst>
              <a:ext uri="{FF2B5EF4-FFF2-40B4-BE49-F238E27FC236}">
                <a16:creationId xmlns:a16="http://schemas.microsoft.com/office/drawing/2014/main" id="{3913F831-974C-1AB9-EFD3-A6C0514A71E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90C88530-27DB-04C4-E843-F19E8FADF4B8}"/>
              </a:ext>
            </a:extLst>
          </p:cNvPr>
          <p:cNvSpPr>
            <a:spLocks noGrp="1" noChangeArrowheads="1"/>
          </p:cNvSpPr>
          <p:nvPr>
            <p:ph type="sldNum" sz="quarter" idx="12"/>
          </p:nvPr>
        </p:nvSpPr>
        <p:spPr/>
        <p:txBody>
          <a:bodyPr/>
          <a:lstStyle>
            <a:lvl1pPr>
              <a:defRPr/>
            </a:lvl1pPr>
          </a:lstStyle>
          <a:p>
            <a:pPr>
              <a:defRPr/>
            </a:pPr>
            <a:fld id="{965C1C90-9D42-4968-9441-6D9D8596A4A7}" type="slidenum">
              <a:rPr lang="ar-SA" altLang="ar-IQ"/>
              <a:pPr>
                <a:defRPr/>
              </a:pPr>
              <a:t>‹#›</a:t>
            </a:fld>
            <a:endParaRPr lang="en-US" altLang="ar-IQ"/>
          </a:p>
        </p:txBody>
      </p:sp>
    </p:spTree>
    <p:extLst>
      <p:ext uri="{BB962C8B-B14F-4D97-AF65-F5344CB8AC3E}">
        <p14:creationId xmlns:p14="http://schemas.microsoft.com/office/powerpoint/2010/main" val="735557382"/>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26670026-A5D7-6943-98DC-2BBCDC7894C4}"/>
              </a:ext>
            </a:extLst>
          </p:cNvPr>
          <p:cNvSpPr>
            <a:spLocks noGrp="1" noChangeArrowheads="1"/>
          </p:cNvSpPr>
          <p:nvPr>
            <p:ph type="dt" sz="half" idx="10"/>
          </p:nvPr>
        </p:nvSpPr>
        <p:spPr/>
        <p:txBody>
          <a:bodyPr/>
          <a:lstStyle>
            <a:lvl1pPr>
              <a:defRPr/>
            </a:lvl1pPr>
          </a:lstStyle>
          <a:p>
            <a:pPr>
              <a:defRPr/>
            </a:pPr>
            <a:fld id="{72D7BB9E-529E-4C67-BDEE-B46A17D667F2}" type="datetime1">
              <a:rPr lang="hy-AM"/>
              <a:pPr>
                <a:defRPr/>
              </a:pPr>
              <a:t>21.10.2026</a:t>
            </a:fld>
            <a:endParaRPr lang="en-US"/>
          </a:p>
        </p:txBody>
      </p:sp>
      <p:sp>
        <p:nvSpPr>
          <p:cNvPr id="8" name="Rectangle 9">
            <a:extLst>
              <a:ext uri="{FF2B5EF4-FFF2-40B4-BE49-F238E27FC236}">
                <a16:creationId xmlns:a16="http://schemas.microsoft.com/office/drawing/2014/main" id="{ADADF3F6-3B7B-D63E-0F26-4144780411B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94FCCF14-77A8-5384-F35C-FE54DFFC1144}"/>
              </a:ext>
            </a:extLst>
          </p:cNvPr>
          <p:cNvSpPr>
            <a:spLocks noGrp="1" noChangeArrowheads="1"/>
          </p:cNvSpPr>
          <p:nvPr>
            <p:ph type="sldNum" sz="quarter" idx="12"/>
          </p:nvPr>
        </p:nvSpPr>
        <p:spPr/>
        <p:txBody>
          <a:bodyPr/>
          <a:lstStyle>
            <a:lvl1pPr>
              <a:defRPr/>
            </a:lvl1pPr>
          </a:lstStyle>
          <a:p>
            <a:pPr>
              <a:defRPr/>
            </a:pPr>
            <a:fld id="{4FEAC5EF-31CB-48B7-BC25-1B9EBC8673B8}" type="slidenum">
              <a:rPr lang="ar-SA" altLang="ar-IQ"/>
              <a:pPr>
                <a:defRPr/>
              </a:pPr>
              <a:t>‹#›</a:t>
            </a:fld>
            <a:endParaRPr lang="en-US" altLang="ar-IQ"/>
          </a:p>
        </p:txBody>
      </p:sp>
    </p:spTree>
    <p:extLst>
      <p:ext uri="{BB962C8B-B14F-4D97-AF65-F5344CB8AC3E}">
        <p14:creationId xmlns:p14="http://schemas.microsoft.com/office/powerpoint/2010/main" val="2743814888"/>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D2B69A7E-7260-6156-8F1D-1B48622BB30B}"/>
              </a:ext>
            </a:extLst>
          </p:cNvPr>
          <p:cNvSpPr>
            <a:spLocks noGrp="1" noChangeArrowheads="1"/>
          </p:cNvSpPr>
          <p:nvPr>
            <p:ph type="dt" sz="half" idx="10"/>
          </p:nvPr>
        </p:nvSpPr>
        <p:spPr/>
        <p:txBody>
          <a:bodyPr/>
          <a:lstStyle>
            <a:lvl1pPr>
              <a:defRPr/>
            </a:lvl1pPr>
          </a:lstStyle>
          <a:p>
            <a:pPr>
              <a:defRPr/>
            </a:pPr>
            <a:fld id="{115C29D4-E762-4742-B986-C357419539BD}" type="datetime1">
              <a:rPr lang="hy-AM"/>
              <a:pPr>
                <a:defRPr/>
              </a:pPr>
              <a:t>21.10.2026</a:t>
            </a:fld>
            <a:endParaRPr lang="en-US"/>
          </a:p>
        </p:txBody>
      </p:sp>
      <p:sp>
        <p:nvSpPr>
          <p:cNvPr id="4" name="Rectangle 9">
            <a:extLst>
              <a:ext uri="{FF2B5EF4-FFF2-40B4-BE49-F238E27FC236}">
                <a16:creationId xmlns:a16="http://schemas.microsoft.com/office/drawing/2014/main" id="{BCD946FE-D16A-5363-AA6A-68816E0633C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EB255670-BB6D-0407-C59E-6E9618FBE3D5}"/>
              </a:ext>
            </a:extLst>
          </p:cNvPr>
          <p:cNvSpPr>
            <a:spLocks noGrp="1" noChangeArrowheads="1"/>
          </p:cNvSpPr>
          <p:nvPr>
            <p:ph type="sldNum" sz="quarter" idx="12"/>
          </p:nvPr>
        </p:nvSpPr>
        <p:spPr/>
        <p:txBody>
          <a:bodyPr/>
          <a:lstStyle>
            <a:lvl1pPr>
              <a:defRPr/>
            </a:lvl1pPr>
          </a:lstStyle>
          <a:p>
            <a:pPr>
              <a:defRPr/>
            </a:pPr>
            <a:fld id="{63C76832-D311-4913-AE4E-FBB69E3F8C07}" type="slidenum">
              <a:rPr lang="ar-SA" altLang="ar-IQ"/>
              <a:pPr>
                <a:defRPr/>
              </a:pPr>
              <a:t>‹#›</a:t>
            </a:fld>
            <a:endParaRPr lang="en-US" altLang="ar-IQ"/>
          </a:p>
        </p:txBody>
      </p:sp>
    </p:spTree>
    <p:extLst>
      <p:ext uri="{BB962C8B-B14F-4D97-AF65-F5344CB8AC3E}">
        <p14:creationId xmlns:p14="http://schemas.microsoft.com/office/powerpoint/2010/main" val="386119392"/>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1E4BF41D-7282-10A7-EE9B-8F5E48869F5C}"/>
              </a:ext>
            </a:extLst>
          </p:cNvPr>
          <p:cNvSpPr>
            <a:spLocks noGrp="1" noChangeArrowheads="1"/>
          </p:cNvSpPr>
          <p:nvPr>
            <p:ph type="dt" sz="half" idx="10"/>
          </p:nvPr>
        </p:nvSpPr>
        <p:spPr/>
        <p:txBody>
          <a:bodyPr/>
          <a:lstStyle>
            <a:lvl1pPr>
              <a:defRPr/>
            </a:lvl1pPr>
          </a:lstStyle>
          <a:p>
            <a:pPr>
              <a:defRPr/>
            </a:pPr>
            <a:fld id="{6A6206CB-5F11-4944-B050-84D4D8D8E421}" type="datetime1">
              <a:rPr lang="hy-AM"/>
              <a:pPr>
                <a:defRPr/>
              </a:pPr>
              <a:t>21.10.2026</a:t>
            </a:fld>
            <a:endParaRPr lang="en-US"/>
          </a:p>
        </p:txBody>
      </p:sp>
      <p:sp>
        <p:nvSpPr>
          <p:cNvPr id="3" name="Rectangle 9">
            <a:extLst>
              <a:ext uri="{FF2B5EF4-FFF2-40B4-BE49-F238E27FC236}">
                <a16:creationId xmlns:a16="http://schemas.microsoft.com/office/drawing/2014/main" id="{67F1B859-A883-CB6D-DF5D-CDC232275FA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44967E69-9C3C-EA29-87A9-57DF78D61B1F}"/>
              </a:ext>
            </a:extLst>
          </p:cNvPr>
          <p:cNvSpPr>
            <a:spLocks noGrp="1" noChangeArrowheads="1"/>
          </p:cNvSpPr>
          <p:nvPr>
            <p:ph type="sldNum" sz="quarter" idx="12"/>
          </p:nvPr>
        </p:nvSpPr>
        <p:spPr/>
        <p:txBody>
          <a:bodyPr/>
          <a:lstStyle>
            <a:lvl1pPr>
              <a:defRPr/>
            </a:lvl1pPr>
          </a:lstStyle>
          <a:p>
            <a:pPr>
              <a:defRPr/>
            </a:pPr>
            <a:fld id="{AAF20D2A-EC97-46BF-AE2F-DA5EB7D12601}" type="slidenum">
              <a:rPr lang="ar-SA" altLang="ar-IQ"/>
              <a:pPr>
                <a:defRPr/>
              </a:pPr>
              <a:t>‹#›</a:t>
            </a:fld>
            <a:endParaRPr lang="en-US" altLang="ar-IQ"/>
          </a:p>
        </p:txBody>
      </p:sp>
    </p:spTree>
    <p:extLst>
      <p:ext uri="{BB962C8B-B14F-4D97-AF65-F5344CB8AC3E}">
        <p14:creationId xmlns:p14="http://schemas.microsoft.com/office/powerpoint/2010/main" val="1936811519"/>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BAD41538-BF8E-A547-E9E1-72274B548E21}"/>
              </a:ext>
            </a:extLst>
          </p:cNvPr>
          <p:cNvSpPr>
            <a:spLocks noGrp="1" noChangeArrowheads="1"/>
          </p:cNvSpPr>
          <p:nvPr>
            <p:ph type="dt" sz="half" idx="10"/>
          </p:nvPr>
        </p:nvSpPr>
        <p:spPr/>
        <p:txBody>
          <a:bodyPr/>
          <a:lstStyle>
            <a:lvl1pPr>
              <a:defRPr/>
            </a:lvl1pPr>
          </a:lstStyle>
          <a:p>
            <a:pPr>
              <a:defRPr/>
            </a:pPr>
            <a:fld id="{F86E5779-928B-4F2F-B4F7-0C57C040E21F}" type="datetime1">
              <a:rPr lang="hy-AM"/>
              <a:pPr>
                <a:defRPr/>
              </a:pPr>
              <a:t>21.10.2026</a:t>
            </a:fld>
            <a:endParaRPr lang="en-US"/>
          </a:p>
        </p:txBody>
      </p:sp>
      <p:sp>
        <p:nvSpPr>
          <p:cNvPr id="6" name="Rectangle 9">
            <a:extLst>
              <a:ext uri="{FF2B5EF4-FFF2-40B4-BE49-F238E27FC236}">
                <a16:creationId xmlns:a16="http://schemas.microsoft.com/office/drawing/2014/main" id="{27D0CAA2-BD60-F748-3579-327DCEAA3B1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F9E222A1-5FCF-CB82-65F5-1E47A09B8492}"/>
              </a:ext>
            </a:extLst>
          </p:cNvPr>
          <p:cNvSpPr>
            <a:spLocks noGrp="1" noChangeArrowheads="1"/>
          </p:cNvSpPr>
          <p:nvPr>
            <p:ph type="sldNum" sz="quarter" idx="12"/>
          </p:nvPr>
        </p:nvSpPr>
        <p:spPr/>
        <p:txBody>
          <a:bodyPr/>
          <a:lstStyle>
            <a:lvl1pPr>
              <a:defRPr/>
            </a:lvl1pPr>
          </a:lstStyle>
          <a:p>
            <a:pPr>
              <a:defRPr/>
            </a:pPr>
            <a:fld id="{97F83022-41CA-43C3-884C-B482427B87C9}" type="slidenum">
              <a:rPr lang="ar-SA" altLang="ar-IQ"/>
              <a:pPr>
                <a:defRPr/>
              </a:pPr>
              <a:t>‹#›</a:t>
            </a:fld>
            <a:endParaRPr lang="en-US" altLang="ar-IQ"/>
          </a:p>
        </p:txBody>
      </p:sp>
    </p:spTree>
    <p:extLst>
      <p:ext uri="{BB962C8B-B14F-4D97-AF65-F5344CB8AC3E}">
        <p14:creationId xmlns:p14="http://schemas.microsoft.com/office/powerpoint/2010/main" val="4144317346"/>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B7090937-13E6-EA7C-A245-A54265E9611E}"/>
              </a:ext>
            </a:extLst>
          </p:cNvPr>
          <p:cNvSpPr>
            <a:spLocks noGrp="1" noChangeArrowheads="1"/>
          </p:cNvSpPr>
          <p:nvPr>
            <p:ph type="dt" sz="half" idx="10"/>
          </p:nvPr>
        </p:nvSpPr>
        <p:spPr/>
        <p:txBody>
          <a:bodyPr/>
          <a:lstStyle>
            <a:lvl1pPr>
              <a:defRPr/>
            </a:lvl1pPr>
          </a:lstStyle>
          <a:p>
            <a:pPr>
              <a:defRPr/>
            </a:pPr>
            <a:fld id="{EC316892-D329-42E5-9369-3585B1BB6D8A}" type="datetime1">
              <a:rPr lang="hy-AM"/>
              <a:pPr>
                <a:defRPr/>
              </a:pPr>
              <a:t>21.10.2026</a:t>
            </a:fld>
            <a:endParaRPr lang="en-US"/>
          </a:p>
        </p:txBody>
      </p:sp>
      <p:sp>
        <p:nvSpPr>
          <p:cNvPr id="6" name="Rectangle 9">
            <a:extLst>
              <a:ext uri="{FF2B5EF4-FFF2-40B4-BE49-F238E27FC236}">
                <a16:creationId xmlns:a16="http://schemas.microsoft.com/office/drawing/2014/main" id="{A4EFB329-E0D3-6E17-74CD-7A3B2E8CCF2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8C9446C1-D4B9-3468-5B13-4231A6E2E9DA}"/>
              </a:ext>
            </a:extLst>
          </p:cNvPr>
          <p:cNvSpPr>
            <a:spLocks noGrp="1" noChangeArrowheads="1"/>
          </p:cNvSpPr>
          <p:nvPr>
            <p:ph type="sldNum" sz="quarter" idx="12"/>
          </p:nvPr>
        </p:nvSpPr>
        <p:spPr/>
        <p:txBody>
          <a:bodyPr/>
          <a:lstStyle>
            <a:lvl1pPr>
              <a:defRPr/>
            </a:lvl1pPr>
          </a:lstStyle>
          <a:p>
            <a:pPr>
              <a:defRPr/>
            </a:pPr>
            <a:fld id="{43A3D1F3-24C6-44A5-9C95-E1358DF60612}" type="slidenum">
              <a:rPr lang="ar-SA" altLang="ar-IQ"/>
              <a:pPr>
                <a:defRPr/>
              </a:pPr>
              <a:t>‹#›</a:t>
            </a:fld>
            <a:endParaRPr lang="en-US" altLang="ar-IQ"/>
          </a:p>
        </p:txBody>
      </p:sp>
    </p:spTree>
    <p:extLst>
      <p:ext uri="{BB962C8B-B14F-4D97-AF65-F5344CB8AC3E}">
        <p14:creationId xmlns:p14="http://schemas.microsoft.com/office/powerpoint/2010/main" val="2761885598"/>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0592C9E7-12BE-F38D-9EBD-A253553FD4CB}"/>
              </a:ext>
            </a:extLst>
          </p:cNvPr>
          <p:cNvSpPr>
            <a:spLocks noGrp="1" noChangeArrowheads="1"/>
          </p:cNvSpPr>
          <p:nvPr>
            <p:ph type="dt" sz="half" idx="10"/>
          </p:nvPr>
        </p:nvSpPr>
        <p:spPr/>
        <p:txBody>
          <a:bodyPr/>
          <a:lstStyle>
            <a:lvl1pPr>
              <a:defRPr/>
            </a:lvl1pPr>
          </a:lstStyle>
          <a:p>
            <a:pPr>
              <a:defRPr/>
            </a:pPr>
            <a:fld id="{23E0EF48-A9D7-498F-A971-4E6F8D73625B}" type="datetime1">
              <a:rPr lang="hy-AM"/>
              <a:pPr>
                <a:defRPr/>
              </a:pPr>
              <a:t>21.10.2026</a:t>
            </a:fld>
            <a:endParaRPr lang="en-US"/>
          </a:p>
        </p:txBody>
      </p:sp>
      <p:sp>
        <p:nvSpPr>
          <p:cNvPr id="5" name="Rectangle 9">
            <a:extLst>
              <a:ext uri="{FF2B5EF4-FFF2-40B4-BE49-F238E27FC236}">
                <a16:creationId xmlns:a16="http://schemas.microsoft.com/office/drawing/2014/main" id="{4B01BA82-18A9-1190-9FBB-DCF9359B5A0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BEB52BB7-25D4-E80D-6258-297B87D3BF5A}"/>
              </a:ext>
            </a:extLst>
          </p:cNvPr>
          <p:cNvSpPr>
            <a:spLocks noGrp="1" noChangeArrowheads="1"/>
          </p:cNvSpPr>
          <p:nvPr>
            <p:ph type="sldNum" sz="quarter" idx="12"/>
          </p:nvPr>
        </p:nvSpPr>
        <p:spPr/>
        <p:txBody>
          <a:bodyPr/>
          <a:lstStyle>
            <a:lvl1pPr>
              <a:defRPr/>
            </a:lvl1pPr>
          </a:lstStyle>
          <a:p>
            <a:pPr>
              <a:defRPr/>
            </a:pPr>
            <a:fld id="{6259A00E-3770-4DDC-9AF5-E5F0482D3060}" type="slidenum">
              <a:rPr lang="ar-SA" altLang="ar-IQ"/>
              <a:pPr>
                <a:defRPr/>
              </a:pPr>
              <a:t>‹#›</a:t>
            </a:fld>
            <a:endParaRPr lang="en-US" altLang="ar-IQ"/>
          </a:p>
        </p:txBody>
      </p:sp>
    </p:spTree>
    <p:extLst>
      <p:ext uri="{BB962C8B-B14F-4D97-AF65-F5344CB8AC3E}">
        <p14:creationId xmlns:p14="http://schemas.microsoft.com/office/powerpoint/2010/main" val="221016451"/>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ECB98F94-9720-FEB4-FB36-5425A3B89237}"/>
              </a:ext>
            </a:extLst>
          </p:cNvPr>
          <p:cNvSpPr>
            <a:spLocks noGrp="1" noChangeArrowheads="1"/>
          </p:cNvSpPr>
          <p:nvPr>
            <p:ph type="dt" sz="half" idx="10"/>
          </p:nvPr>
        </p:nvSpPr>
        <p:spPr/>
        <p:txBody>
          <a:bodyPr/>
          <a:lstStyle>
            <a:lvl1pPr>
              <a:defRPr/>
            </a:lvl1pPr>
          </a:lstStyle>
          <a:p>
            <a:pPr>
              <a:defRPr/>
            </a:pPr>
            <a:fld id="{DBC48D78-8F3D-4D03-9320-C9A9ED55095F}" type="datetime1">
              <a:rPr lang="hy-AM"/>
              <a:pPr>
                <a:defRPr/>
              </a:pPr>
              <a:t>21.10.2026</a:t>
            </a:fld>
            <a:endParaRPr lang="en-US"/>
          </a:p>
        </p:txBody>
      </p:sp>
      <p:sp>
        <p:nvSpPr>
          <p:cNvPr id="5" name="Rectangle 9">
            <a:extLst>
              <a:ext uri="{FF2B5EF4-FFF2-40B4-BE49-F238E27FC236}">
                <a16:creationId xmlns:a16="http://schemas.microsoft.com/office/drawing/2014/main" id="{4DE1B86F-A513-8D42-9066-1F3F869A9A6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EB8EA557-1336-D9DC-6052-242FFF955D3A}"/>
              </a:ext>
            </a:extLst>
          </p:cNvPr>
          <p:cNvSpPr>
            <a:spLocks noGrp="1" noChangeArrowheads="1"/>
          </p:cNvSpPr>
          <p:nvPr>
            <p:ph type="sldNum" sz="quarter" idx="12"/>
          </p:nvPr>
        </p:nvSpPr>
        <p:spPr/>
        <p:txBody>
          <a:bodyPr/>
          <a:lstStyle>
            <a:lvl1pPr>
              <a:defRPr/>
            </a:lvl1pPr>
          </a:lstStyle>
          <a:p>
            <a:pPr>
              <a:defRPr/>
            </a:pPr>
            <a:fld id="{FABB077D-E745-4174-B461-ECB39C965A94}" type="slidenum">
              <a:rPr lang="ar-SA" altLang="ar-IQ"/>
              <a:pPr>
                <a:defRPr/>
              </a:pPr>
              <a:t>‹#›</a:t>
            </a:fld>
            <a:endParaRPr lang="en-US" altLang="ar-IQ"/>
          </a:p>
        </p:txBody>
      </p:sp>
    </p:spTree>
    <p:extLst>
      <p:ext uri="{BB962C8B-B14F-4D97-AF65-F5344CB8AC3E}">
        <p14:creationId xmlns:p14="http://schemas.microsoft.com/office/powerpoint/2010/main" val="3953742654"/>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0C7450C-FDBA-43A4-C5C6-BC9723E7BA36}"/>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56AD8FCC-0F1A-399F-0AB7-1EEAF9B66C1B}"/>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1958A29E-3AA6-3B3F-77A5-3139910A12DB}"/>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DD460AE5-D7B0-2B48-B7B2-8D464D0B029E}"/>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0E412F98-0229-C3AE-3BBB-05AF078B13C6}"/>
              </a:ext>
            </a:extLst>
          </p:cNvPr>
          <p:cNvSpPr>
            <a:spLocks noGrp="1" noChangeArrowheads="1"/>
          </p:cNvSpPr>
          <p:nvPr>
            <p:ph type="dt" sz="half" idx="10"/>
          </p:nvPr>
        </p:nvSpPr>
        <p:spPr/>
        <p:txBody>
          <a:bodyPr/>
          <a:lstStyle>
            <a:lvl1pPr>
              <a:defRPr/>
            </a:lvl1pPr>
          </a:lstStyle>
          <a:p>
            <a:pPr>
              <a:defRPr/>
            </a:pPr>
            <a:fld id="{71433CD2-F53E-4949-8DC8-5269917D0AC4}" type="datetime1">
              <a:rPr lang="hy-AM"/>
              <a:pPr>
                <a:defRPr/>
              </a:pPr>
              <a:t>21.10.2026</a:t>
            </a:fld>
            <a:endParaRPr lang="en-US"/>
          </a:p>
        </p:txBody>
      </p:sp>
      <p:sp>
        <p:nvSpPr>
          <p:cNvPr id="7" name="Rectangle 9">
            <a:extLst>
              <a:ext uri="{FF2B5EF4-FFF2-40B4-BE49-F238E27FC236}">
                <a16:creationId xmlns:a16="http://schemas.microsoft.com/office/drawing/2014/main" id="{60EC4FFC-6AAB-9910-3753-D1ED64B0B9D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05A3640E-0A8F-5C45-B797-9794C8D53DC3}"/>
              </a:ext>
            </a:extLst>
          </p:cNvPr>
          <p:cNvSpPr>
            <a:spLocks noGrp="1" noChangeArrowheads="1"/>
          </p:cNvSpPr>
          <p:nvPr>
            <p:ph type="sldNum" sz="quarter" idx="12"/>
          </p:nvPr>
        </p:nvSpPr>
        <p:spPr/>
        <p:txBody>
          <a:bodyPr/>
          <a:lstStyle>
            <a:lvl1pPr>
              <a:defRPr/>
            </a:lvl1pPr>
          </a:lstStyle>
          <a:p>
            <a:pPr>
              <a:defRPr/>
            </a:pPr>
            <a:fld id="{EA378791-9C17-401A-A441-FE88FF7876E3}" type="slidenum">
              <a:rPr lang="ar-SA" altLang="ar-IQ"/>
              <a:pPr>
                <a:defRPr/>
              </a:pPr>
              <a:t>‹#›</a:t>
            </a:fld>
            <a:endParaRPr lang="en-US" altLang="ar-IQ"/>
          </a:p>
        </p:txBody>
      </p:sp>
    </p:spTree>
    <p:extLst>
      <p:ext uri="{BB962C8B-B14F-4D97-AF65-F5344CB8AC3E}">
        <p14:creationId xmlns:p14="http://schemas.microsoft.com/office/powerpoint/2010/main" val="3971712850"/>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D3EAC22E-1B53-FA9B-1FAA-F27BC87D4A28}"/>
              </a:ext>
            </a:extLst>
          </p:cNvPr>
          <p:cNvSpPr>
            <a:spLocks noGrp="1" noChangeArrowheads="1"/>
          </p:cNvSpPr>
          <p:nvPr>
            <p:ph type="dt" sz="half" idx="10"/>
          </p:nvPr>
        </p:nvSpPr>
        <p:spPr/>
        <p:txBody>
          <a:bodyPr/>
          <a:lstStyle>
            <a:lvl1pPr>
              <a:defRPr/>
            </a:lvl1pPr>
          </a:lstStyle>
          <a:p>
            <a:pPr>
              <a:defRPr/>
            </a:pPr>
            <a:fld id="{64E3F791-BC52-45EF-83C1-489B1D72ABD9}" type="datetime1">
              <a:rPr lang="hy-AM"/>
              <a:pPr>
                <a:defRPr/>
              </a:pPr>
              <a:t>21.10.2026</a:t>
            </a:fld>
            <a:endParaRPr lang="en-US"/>
          </a:p>
        </p:txBody>
      </p:sp>
      <p:sp>
        <p:nvSpPr>
          <p:cNvPr id="5" name="Rectangle 9">
            <a:extLst>
              <a:ext uri="{FF2B5EF4-FFF2-40B4-BE49-F238E27FC236}">
                <a16:creationId xmlns:a16="http://schemas.microsoft.com/office/drawing/2014/main" id="{B538698F-0FDA-C766-8827-DD4209B440C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120E21DA-B2D3-DD31-04E3-6AD81B108CC7}"/>
              </a:ext>
            </a:extLst>
          </p:cNvPr>
          <p:cNvSpPr>
            <a:spLocks noGrp="1" noChangeArrowheads="1"/>
          </p:cNvSpPr>
          <p:nvPr>
            <p:ph type="sldNum" sz="quarter" idx="12"/>
          </p:nvPr>
        </p:nvSpPr>
        <p:spPr/>
        <p:txBody>
          <a:bodyPr/>
          <a:lstStyle>
            <a:lvl1pPr>
              <a:defRPr/>
            </a:lvl1pPr>
          </a:lstStyle>
          <a:p>
            <a:pPr>
              <a:defRPr/>
            </a:pPr>
            <a:fld id="{868867E2-4249-4941-A710-7A80C0A161AF}" type="slidenum">
              <a:rPr lang="ar-SA" altLang="ar-IQ"/>
              <a:pPr>
                <a:defRPr/>
              </a:pPr>
              <a:t>‹#›</a:t>
            </a:fld>
            <a:endParaRPr lang="en-US" altLang="ar-IQ"/>
          </a:p>
        </p:txBody>
      </p:sp>
    </p:spTree>
    <p:extLst>
      <p:ext uri="{BB962C8B-B14F-4D97-AF65-F5344CB8AC3E}">
        <p14:creationId xmlns:p14="http://schemas.microsoft.com/office/powerpoint/2010/main" val="2878401019"/>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A446B517-9D2C-6ADB-8B33-066B7B6982AB}"/>
              </a:ext>
            </a:extLst>
          </p:cNvPr>
          <p:cNvSpPr>
            <a:spLocks noGrp="1" noChangeArrowheads="1"/>
          </p:cNvSpPr>
          <p:nvPr>
            <p:ph type="dt" sz="half" idx="10"/>
          </p:nvPr>
        </p:nvSpPr>
        <p:spPr/>
        <p:txBody>
          <a:bodyPr/>
          <a:lstStyle>
            <a:lvl1pPr>
              <a:defRPr/>
            </a:lvl1pPr>
          </a:lstStyle>
          <a:p>
            <a:pPr>
              <a:defRPr/>
            </a:pPr>
            <a:fld id="{3F0968BE-B20F-459C-9BF6-8F8DE2EB26C6}" type="datetime1">
              <a:rPr lang="hy-AM"/>
              <a:pPr>
                <a:defRPr/>
              </a:pPr>
              <a:t>21.10.2026</a:t>
            </a:fld>
            <a:endParaRPr lang="en-US"/>
          </a:p>
        </p:txBody>
      </p:sp>
      <p:sp>
        <p:nvSpPr>
          <p:cNvPr id="5" name="Rectangle 9">
            <a:extLst>
              <a:ext uri="{FF2B5EF4-FFF2-40B4-BE49-F238E27FC236}">
                <a16:creationId xmlns:a16="http://schemas.microsoft.com/office/drawing/2014/main" id="{C7E2AFBF-0CE1-1A09-7140-39984AD867A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4B6E4628-C5AE-38D0-D284-F3D6C01BB788}"/>
              </a:ext>
            </a:extLst>
          </p:cNvPr>
          <p:cNvSpPr>
            <a:spLocks noGrp="1" noChangeArrowheads="1"/>
          </p:cNvSpPr>
          <p:nvPr>
            <p:ph type="sldNum" sz="quarter" idx="12"/>
          </p:nvPr>
        </p:nvSpPr>
        <p:spPr/>
        <p:txBody>
          <a:bodyPr/>
          <a:lstStyle>
            <a:lvl1pPr>
              <a:defRPr/>
            </a:lvl1pPr>
          </a:lstStyle>
          <a:p>
            <a:pPr>
              <a:defRPr/>
            </a:pPr>
            <a:fld id="{90377B47-FB39-46F7-9892-91E52546BD6F}" type="slidenum">
              <a:rPr lang="ar-SA" altLang="ar-IQ"/>
              <a:pPr>
                <a:defRPr/>
              </a:pPr>
              <a:t>‹#›</a:t>
            </a:fld>
            <a:endParaRPr lang="en-US" altLang="ar-IQ"/>
          </a:p>
        </p:txBody>
      </p:sp>
    </p:spTree>
    <p:extLst>
      <p:ext uri="{BB962C8B-B14F-4D97-AF65-F5344CB8AC3E}">
        <p14:creationId xmlns:p14="http://schemas.microsoft.com/office/powerpoint/2010/main" val="1164917834"/>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BB85EC55-4EF5-D57B-115C-FA2BD5EEB367}"/>
              </a:ext>
            </a:extLst>
          </p:cNvPr>
          <p:cNvSpPr>
            <a:spLocks noGrp="1" noChangeArrowheads="1"/>
          </p:cNvSpPr>
          <p:nvPr>
            <p:ph type="dt" sz="half" idx="10"/>
          </p:nvPr>
        </p:nvSpPr>
        <p:spPr/>
        <p:txBody>
          <a:bodyPr/>
          <a:lstStyle>
            <a:lvl1pPr>
              <a:defRPr/>
            </a:lvl1pPr>
          </a:lstStyle>
          <a:p>
            <a:pPr>
              <a:defRPr/>
            </a:pPr>
            <a:fld id="{F9B2940C-C441-4A8C-A637-2CB72F65ACC2}" type="datetime1">
              <a:rPr lang="hy-AM"/>
              <a:pPr>
                <a:defRPr/>
              </a:pPr>
              <a:t>21.10.2026</a:t>
            </a:fld>
            <a:endParaRPr lang="en-US"/>
          </a:p>
        </p:txBody>
      </p:sp>
      <p:sp>
        <p:nvSpPr>
          <p:cNvPr id="6" name="Rectangle 9">
            <a:extLst>
              <a:ext uri="{FF2B5EF4-FFF2-40B4-BE49-F238E27FC236}">
                <a16:creationId xmlns:a16="http://schemas.microsoft.com/office/drawing/2014/main" id="{464CE6A5-8CBB-7D95-5C0C-1EE42627B28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3CDA8FF5-1820-2ACE-EF47-853BAE5A48C8}"/>
              </a:ext>
            </a:extLst>
          </p:cNvPr>
          <p:cNvSpPr>
            <a:spLocks noGrp="1" noChangeArrowheads="1"/>
          </p:cNvSpPr>
          <p:nvPr>
            <p:ph type="sldNum" sz="quarter" idx="12"/>
          </p:nvPr>
        </p:nvSpPr>
        <p:spPr/>
        <p:txBody>
          <a:bodyPr/>
          <a:lstStyle>
            <a:lvl1pPr>
              <a:defRPr/>
            </a:lvl1pPr>
          </a:lstStyle>
          <a:p>
            <a:pPr>
              <a:defRPr/>
            </a:pPr>
            <a:fld id="{872A737D-A1AB-48AD-864C-01CC7DACAD34}" type="slidenum">
              <a:rPr lang="ar-SA" altLang="ar-IQ"/>
              <a:pPr>
                <a:defRPr/>
              </a:pPr>
              <a:t>‹#›</a:t>
            </a:fld>
            <a:endParaRPr lang="en-US" altLang="ar-IQ"/>
          </a:p>
        </p:txBody>
      </p:sp>
    </p:spTree>
    <p:extLst>
      <p:ext uri="{BB962C8B-B14F-4D97-AF65-F5344CB8AC3E}">
        <p14:creationId xmlns:p14="http://schemas.microsoft.com/office/powerpoint/2010/main" val="891625840"/>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21E34997-0F32-D69A-D1EC-3FAE89C3BCF0}"/>
              </a:ext>
            </a:extLst>
          </p:cNvPr>
          <p:cNvSpPr>
            <a:spLocks noGrp="1" noChangeArrowheads="1"/>
          </p:cNvSpPr>
          <p:nvPr>
            <p:ph type="dt" sz="half" idx="10"/>
          </p:nvPr>
        </p:nvSpPr>
        <p:spPr/>
        <p:txBody>
          <a:bodyPr/>
          <a:lstStyle>
            <a:lvl1pPr>
              <a:defRPr/>
            </a:lvl1pPr>
          </a:lstStyle>
          <a:p>
            <a:pPr>
              <a:defRPr/>
            </a:pPr>
            <a:fld id="{35A46377-9839-47EA-9E4E-3514EE411219}" type="datetime1">
              <a:rPr lang="hy-AM"/>
              <a:pPr>
                <a:defRPr/>
              </a:pPr>
              <a:t>21.10.2026</a:t>
            </a:fld>
            <a:endParaRPr lang="en-US"/>
          </a:p>
        </p:txBody>
      </p:sp>
      <p:sp>
        <p:nvSpPr>
          <p:cNvPr id="8" name="Rectangle 9">
            <a:extLst>
              <a:ext uri="{FF2B5EF4-FFF2-40B4-BE49-F238E27FC236}">
                <a16:creationId xmlns:a16="http://schemas.microsoft.com/office/drawing/2014/main" id="{34F106F7-6FD7-5078-34EF-B3BCA8CBA47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757A4847-7A77-1769-81E8-C32177EC160F}"/>
              </a:ext>
            </a:extLst>
          </p:cNvPr>
          <p:cNvSpPr>
            <a:spLocks noGrp="1" noChangeArrowheads="1"/>
          </p:cNvSpPr>
          <p:nvPr>
            <p:ph type="sldNum" sz="quarter" idx="12"/>
          </p:nvPr>
        </p:nvSpPr>
        <p:spPr/>
        <p:txBody>
          <a:bodyPr/>
          <a:lstStyle>
            <a:lvl1pPr>
              <a:defRPr/>
            </a:lvl1pPr>
          </a:lstStyle>
          <a:p>
            <a:pPr>
              <a:defRPr/>
            </a:pPr>
            <a:fld id="{131EEF16-81B9-4FA2-A63A-EB027A80B535}" type="slidenum">
              <a:rPr lang="ar-SA" altLang="ar-IQ"/>
              <a:pPr>
                <a:defRPr/>
              </a:pPr>
              <a:t>‹#›</a:t>
            </a:fld>
            <a:endParaRPr lang="en-US" altLang="ar-IQ"/>
          </a:p>
        </p:txBody>
      </p:sp>
    </p:spTree>
    <p:extLst>
      <p:ext uri="{BB962C8B-B14F-4D97-AF65-F5344CB8AC3E}">
        <p14:creationId xmlns:p14="http://schemas.microsoft.com/office/powerpoint/2010/main" val="1406766547"/>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76C6E3E1-0D0B-EF22-D266-6017F12FA200}"/>
              </a:ext>
            </a:extLst>
          </p:cNvPr>
          <p:cNvSpPr>
            <a:spLocks noGrp="1" noChangeArrowheads="1"/>
          </p:cNvSpPr>
          <p:nvPr>
            <p:ph type="dt" sz="half" idx="10"/>
          </p:nvPr>
        </p:nvSpPr>
        <p:spPr/>
        <p:txBody>
          <a:bodyPr/>
          <a:lstStyle>
            <a:lvl1pPr>
              <a:defRPr/>
            </a:lvl1pPr>
          </a:lstStyle>
          <a:p>
            <a:pPr>
              <a:defRPr/>
            </a:pPr>
            <a:fld id="{BF205585-9C45-4E39-B5E7-CEE9F7F6BB21}" type="datetime1">
              <a:rPr lang="hy-AM"/>
              <a:pPr>
                <a:defRPr/>
              </a:pPr>
              <a:t>21.10.2026</a:t>
            </a:fld>
            <a:endParaRPr lang="en-US"/>
          </a:p>
        </p:txBody>
      </p:sp>
      <p:sp>
        <p:nvSpPr>
          <p:cNvPr id="4" name="Rectangle 9">
            <a:extLst>
              <a:ext uri="{FF2B5EF4-FFF2-40B4-BE49-F238E27FC236}">
                <a16:creationId xmlns:a16="http://schemas.microsoft.com/office/drawing/2014/main" id="{BB2CAF02-4242-6238-22B8-CF3CCFF11A0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EBD356C4-E51A-CBBF-018C-F2FFE4AFE429}"/>
              </a:ext>
            </a:extLst>
          </p:cNvPr>
          <p:cNvSpPr>
            <a:spLocks noGrp="1" noChangeArrowheads="1"/>
          </p:cNvSpPr>
          <p:nvPr>
            <p:ph type="sldNum" sz="quarter" idx="12"/>
          </p:nvPr>
        </p:nvSpPr>
        <p:spPr/>
        <p:txBody>
          <a:bodyPr/>
          <a:lstStyle>
            <a:lvl1pPr>
              <a:defRPr/>
            </a:lvl1pPr>
          </a:lstStyle>
          <a:p>
            <a:pPr>
              <a:defRPr/>
            </a:pPr>
            <a:fld id="{597CDF30-3E44-406F-9ABC-9CDEFADE3516}" type="slidenum">
              <a:rPr lang="ar-SA" altLang="ar-IQ"/>
              <a:pPr>
                <a:defRPr/>
              </a:pPr>
              <a:t>‹#›</a:t>
            </a:fld>
            <a:endParaRPr lang="en-US" altLang="ar-IQ"/>
          </a:p>
        </p:txBody>
      </p:sp>
    </p:spTree>
    <p:extLst>
      <p:ext uri="{BB962C8B-B14F-4D97-AF65-F5344CB8AC3E}">
        <p14:creationId xmlns:p14="http://schemas.microsoft.com/office/powerpoint/2010/main" val="3096872638"/>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ACCAB95A-A2BC-A31F-A9D1-125C9993450E}"/>
              </a:ext>
            </a:extLst>
          </p:cNvPr>
          <p:cNvSpPr>
            <a:spLocks noGrp="1" noChangeArrowheads="1"/>
          </p:cNvSpPr>
          <p:nvPr>
            <p:ph type="dt" sz="half" idx="10"/>
          </p:nvPr>
        </p:nvSpPr>
        <p:spPr/>
        <p:txBody>
          <a:bodyPr/>
          <a:lstStyle>
            <a:lvl1pPr>
              <a:defRPr/>
            </a:lvl1pPr>
          </a:lstStyle>
          <a:p>
            <a:pPr>
              <a:defRPr/>
            </a:pPr>
            <a:fld id="{BB6CFCBD-4A55-417B-A9ED-E29B72FD821D}" type="datetime1">
              <a:rPr lang="hy-AM"/>
              <a:pPr>
                <a:defRPr/>
              </a:pPr>
              <a:t>21.10.2026</a:t>
            </a:fld>
            <a:endParaRPr lang="en-US"/>
          </a:p>
        </p:txBody>
      </p:sp>
      <p:sp>
        <p:nvSpPr>
          <p:cNvPr id="3" name="Rectangle 9">
            <a:extLst>
              <a:ext uri="{FF2B5EF4-FFF2-40B4-BE49-F238E27FC236}">
                <a16:creationId xmlns:a16="http://schemas.microsoft.com/office/drawing/2014/main" id="{EA7F4D1B-0476-103C-D7E0-CD4CB40C65E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0EA1D8D7-8CDA-B327-96A3-265DEB05242E}"/>
              </a:ext>
            </a:extLst>
          </p:cNvPr>
          <p:cNvSpPr>
            <a:spLocks noGrp="1" noChangeArrowheads="1"/>
          </p:cNvSpPr>
          <p:nvPr>
            <p:ph type="sldNum" sz="quarter" idx="12"/>
          </p:nvPr>
        </p:nvSpPr>
        <p:spPr/>
        <p:txBody>
          <a:bodyPr/>
          <a:lstStyle>
            <a:lvl1pPr>
              <a:defRPr/>
            </a:lvl1pPr>
          </a:lstStyle>
          <a:p>
            <a:pPr>
              <a:defRPr/>
            </a:pPr>
            <a:fld id="{66727729-5A40-4C12-99F6-E57414B207B9}" type="slidenum">
              <a:rPr lang="ar-SA" altLang="ar-IQ"/>
              <a:pPr>
                <a:defRPr/>
              </a:pPr>
              <a:t>‹#›</a:t>
            </a:fld>
            <a:endParaRPr lang="en-US" altLang="ar-IQ"/>
          </a:p>
        </p:txBody>
      </p:sp>
    </p:spTree>
    <p:extLst>
      <p:ext uri="{BB962C8B-B14F-4D97-AF65-F5344CB8AC3E}">
        <p14:creationId xmlns:p14="http://schemas.microsoft.com/office/powerpoint/2010/main" val="898263065"/>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BCBF48EC-828A-C50F-E2B6-6DE9D4E172B1}"/>
              </a:ext>
            </a:extLst>
          </p:cNvPr>
          <p:cNvSpPr>
            <a:spLocks noGrp="1" noChangeArrowheads="1"/>
          </p:cNvSpPr>
          <p:nvPr>
            <p:ph type="dt" sz="half" idx="10"/>
          </p:nvPr>
        </p:nvSpPr>
        <p:spPr/>
        <p:txBody>
          <a:bodyPr/>
          <a:lstStyle>
            <a:lvl1pPr>
              <a:defRPr/>
            </a:lvl1pPr>
          </a:lstStyle>
          <a:p>
            <a:pPr>
              <a:defRPr/>
            </a:pPr>
            <a:fld id="{B898731F-7FE8-41C2-870A-D60A2B9918D9}" type="datetime1">
              <a:rPr lang="hy-AM"/>
              <a:pPr>
                <a:defRPr/>
              </a:pPr>
              <a:t>21.10.2026</a:t>
            </a:fld>
            <a:endParaRPr lang="en-US"/>
          </a:p>
        </p:txBody>
      </p:sp>
      <p:sp>
        <p:nvSpPr>
          <p:cNvPr id="6" name="Rectangle 9">
            <a:extLst>
              <a:ext uri="{FF2B5EF4-FFF2-40B4-BE49-F238E27FC236}">
                <a16:creationId xmlns:a16="http://schemas.microsoft.com/office/drawing/2014/main" id="{D0BD5578-A9A5-4B2F-6A89-90AE84E21A4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56BF0C37-5B01-EB34-6B17-27A0AEC6A643}"/>
              </a:ext>
            </a:extLst>
          </p:cNvPr>
          <p:cNvSpPr>
            <a:spLocks noGrp="1" noChangeArrowheads="1"/>
          </p:cNvSpPr>
          <p:nvPr>
            <p:ph type="sldNum" sz="quarter" idx="12"/>
          </p:nvPr>
        </p:nvSpPr>
        <p:spPr/>
        <p:txBody>
          <a:bodyPr/>
          <a:lstStyle>
            <a:lvl1pPr>
              <a:defRPr/>
            </a:lvl1pPr>
          </a:lstStyle>
          <a:p>
            <a:pPr>
              <a:defRPr/>
            </a:pPr>
            <a:fld id="{29DF0F39-0700-47D9-A43F-96363B2C7FCB}" type="slidenum">
              <a:rPr lang="ar-SA" altLang="ar-IQ"/>
              <a:pPr>
                <a:defRPr/>
              </a:pPr>
              <a:t>‹#›</a:t>
            </a:fld>
            <a:endParaRPr lang="en-US" altLang="ar-IQ"/>
          </a:p>
        </p:txBody>
      </p:sp>
    </p:spTree>
    <p:extLst>
      <p:ext uri="{BB962C8B-B14F-4D97-AF65-F5344CB8AC3E}">
        <p14:creationId xmlns:p14="http://schemas.microsoft.com/office/powerpoint/2010/main" val="3315876850"/>
      </p:ext>
    </p:extLst>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4EEB1AA3-76B4-6A8B-626C-DA7C6368DD1E}"/>
              </a:ext>
            </a:extLst>
          </p:cNvPr>
          <p:cNvSpPr>
            <a:spLocks noGrp="1" noChangeArrowheads="1"/>
          </p:cNvSpPr>
          <p:nvPr>
            <p:ph type="dt" sz="half" idx="10"/>
          </p:nvPr>
        </p:nvSpPr>
        <p:spPr/>
        <p:txBody>
          <a:bodyPr/>
          <a:lstStyle>
            <a:lvl1pPr>
              <a:defRPr/>
            </a:lvl1pPr>
          </a:lstStyle>
          <a:p>
            <a:pPr>
              <a:defRPr/>
            </a:pPr>
            <a:fld id="{8485C0CE-A308-4D52-861A-B1B2BFAF7C0D}" type="datetime1">
              <a:rPr lang="hy-AM"/>
              <a:pPr>
                <a:defRPr/>
              </a:pPr>
              <a:t>21.10.2026</a:t>
            </a:fld>
            <a:endParaRPr lang="en-US"/>
          </a:p>
        </p:txBody>
      </p:sp>
      <p:sp>
        <p:nvSpPr>
          <p:cNvPr id="6" name="Rectangle 9">
            <a:extLst>
              <a:ext uri="{FF2B5EF4-FFF2-40B4-BE49-F238E27FC236}">
                <a16:creationId xmlns:a16="http://schemas.microsoft.com/office/drawing/2014/main" id="{C644DDB0-6C4E-4B4D-29C7-DB75F32B437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FCFB554F-A56F-6B6F-83CC-62D0324AB867}"/>
              </a:ext>
            </a:extLst>
          </p:cNvPr>
          <p:cNvSpPr>
            <a:spLocks noGrp="1" noChangeArrowheads="1"/>
          </p:cNvSpPr>
          <p:nvPr>
            <p:ph type="sldNum" sz="quarter" idx="12"/>
          </p:nvPr>
        </p:nvSpPr>
        <p:spPr/>
        <p:txBody>
          <a:bodyPr/>
          <a:lstStyle>
            <a:lvl1pPr>
              <a:defRPr/>
            </a:lvl1pPr>
          </a:lstStyle>
          <a:p>
            <a:pPr>
              <a:defRPr/>
            </a:pPr>
            <a:fld id="{27B0ACDF-0858-4B36-8516-06B8615CB928}" type="slidenum">
              <a:rPr lang="ar-SA" altLang="ar-IQ"/>
              <a:pPr>
                <a:defRPr/>
              </a:pPr>
              <a:t>‹#›</a:t>
            </a:fld>
            <a:endParaRPr lang="en-US" altLang="ar-IQ"/>
          </a:p>
        </p:txBody>
      </p:sp>
    </p:spTree>
    <p:extLst>
      <p:ext uri="{BB962C8B-B14F-4D97-AF65-F5344CB8AC3E}">
        <p14:creationId xmlns:p14="http://schemas.microsoft.com/office/powerpoint/2010/main" val="444161837"/>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40A116A7-4E26-66F1-BF86-55AAC59335C7}"/>
              </a:ext>
            </a:extLst>
          </p:cNvPr>
          <p:cNvSpPr>
            <a:spLocks noGrp="1" noChangeArrowheads="1"/>
          </p:cNvSpPr>
          <p:nvPr>
            <p:ph type="dt" sz="half" idx="10"/>
          </p:nvPr>
        </p:nvSpPr>
        <p:spPr/>
        <p:txBody>
          <a:bodyPr/>
          <a:lstStyle>
            <a:lvl1pPr>
              <a:defRPr/>
            </a:lvl1pPr>
          </a:lstStyle>
          <a:p>
            <a:pPr>
              <a:defRPr/>
            </a:pPr>
            <a:fld id="{E0C0A331-33BA-4BE3-8027-539FCB01F011}" type="datetime1">
              <a:rPr lang="hy-AM"/>
              <a:pPr>
                <a:defRPr/>
              </a:pPr>
              <a:t>21.10.2026</a:t>
            </a:fld>
            <a:endParaRPr lang="en-US"/>
          </a:p>
        </p:txBody>
      </p:sp>
      <p:sp>
        <p:nvSpPr>
          <p:cNvPr id="5" name="Rectangle 9">
            <a:extLst>
              <a:ext uri="{FF2B5EF4-FFF2-40B4-BE49-F238E27FC236}">
                <a16:creationId xmlns:a16="http://schemas.microsoft.com/office/drawing/2014/main" id="{1907D9AE-8A20-FBB2-00F2-28FD59A3F18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30EFDFCA-0F16-BAE0-9664-61765D9B354D}"/>
              </a:ext>
            </a:extLst>
          </p:cNvPr>
          <p:cNvSpPr>
            <a:spLocks noGrp="1" noChangeArrowheads="1"/>
          </p:cNvSpPr>
          <p:nvPr>
            <p:ph type="sldNum" sz="quarter" idx="12"/>
          </p:nvPr>
        </p:nvSpPr>
        <p:spPr/>
        <p:txBody>
          <a:bodyPr/>
          <a:lstStyle>
            <a:lvl1pPr>
              <a:defRPr/>
            </a:lvl1pPr>
          </a:lstStyle>
          <a:p>
            <a:pPr>
              <a:defRPr/>
            </a:pPr>
            <a:fld id="{C758C567-C9CC-4A78-9D94-75B705F9D273}" type="slidenum">
              <a:rPr lang="ar-SA" altLang="ar-IQ"/>
              <a:pPr>
                <a:defRPr/>
              </a:pPr>
              <a:t>‹#›</a:t>
            </a:fld>
            <a:endParaRPr lang="en-US" altLang="ar-IQ"/>
          </a:p>
        </p:txBody>
      </p:sp>
    </p:spTree>
    <p:extLst>
      <p:ext uri="{BB962C8B-B14F-4D97-AF65-F5344CB8AC3E}">
        <p14:creationId xmlns:p14="http://schemas.microsoft.com/office/powerpoint/2010/main" val="3927472557"/>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E9279E96-E572-D94A-79D3-8D5F3FC4B97E}"/>
              </a:ext>
            </a:extLst>
          </p:cNvPr>
          <p:cNvSpPr>
            <a:spLocks noGrp="1" noChangeArrowheads="1"/>
          </p:cNvSpPr>
          <p:nvPr>
            <p:ph type="dt" sz="half" idx="10"/>
          </p:nvPr>
        </p:nvSpPr>
        <p:spPr/>
        <p:txBody>
          <a:bodyPr/>
          <a:lstStyle>
            <a:lvl1pPr>
              <a:defRPr/>
            </a:lvl1pPr>
          </a:lstStyle>
          <a:p>
            <a:pPr>
              <a:defRPr/>
            </a:pPr>
            <a:fld id="{E427F321-C517-435B-A639-9F1C526B3757}" type="datetime1">
              <a:rPr lang="hy-AM"/>
              <a:pPr>
                <a:defRPr/>
              </a:pPr>
              <a:t>21.10.2026</a:t>
            </a:fld>
            <a:endParaRPr lang="en-US"/>
          </a:p>
        </p:txBody>
      </p:sp>
      <p:sp>
        <p:nvSpPr>
          <p:cNvPr id="5" name="Rectangle 9">
            <a:extLst>
              <a:ext uri="{FF2B5EF4-FFF2-40B4-BE49-F238E27FC236}">
                <a16:creationId xmlns:a16="http://schemas.microsoft.com/office/drawing/2014/main" id="{2F0CB93E-E1E4-4F02-410F-6EB0EC2177B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8AA80530-8458-FCCA-888C-8E4A5E1F3D49}"/>
              </a:ext>
            </a:extLst>
          </p:cNvPr>
          <p:cNvSpPr>
            <a:spLocks noGrp="1" noChangeArrowheads="1"/>
          </p:cNvSpPr>
          <p:nvPr>
            <p:ph type="sldNum" sz="quarter" idx="12"/>
          </p:nvPr>
        </p:nvSpPr>
        <p:spPr/>
        <p:txBody>
          <a:bodyPr/>
          <a:lstStyle>
            <a:lvl1pPr>
              <a:defRPr/>
            </a:lvl1pPr>
          </a:lstStyle>
          <a:p>
            <a:pPr>
              <a:defRPr/>
            </a:pPr>
            <a:fld id="{36680F74-EE91-46E9-9A97-1F63C836AE07}" type="slidenum">
              <a:rPr lang="ar-SA" altLang="ar-IQ"/>
              <a:pPr>
                <a:defRPr/>
              </a:pPr>
              <a:t>‹#›</a:t>
            </a:fld>
            <a:endParaRPr lang="en-US" altLang="ar-IQ"/>
          </a:p>
        </p:txBody>
      </p:sp>
    </p:spTree>
    <p:extLst>
      <p:ext uri="{BB962C8B-B14F-4D97-AF65-F5344CB8AC3E}">
        <p14:creationId xmlns:p14="http://schemas.microsoft.com/office/powerpoint/2010/main" val="1342290669"/>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17F0EE9-9AD8-77E4-BDAE-6CDE9E14DC4E}"/>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F7092563-7652-A13F-2893-8B8A26D5E261}"/>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865F0000-0F73-0AE5-560E-B409405F3193}"/>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72D5C353-83FC-2B90-6235-9B6C0FCEE322}"/>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36951CB8-99E9-A79A-E32D-FF474F0D2CCE}"/>
              </a:ext>
            </a:extLst>
          </p:cNvPr>
          <p:cNvSpPr>
            <a:spLocks noGrp="1" noChangeArrowheads="1"/>
          </p:cNvSpPr>
          <p:nvPr>
            <p:ph type="dt" sz="half" idx="10"/>
          </p:nvPr>
        </p:nvSpPr>
        <p:spPr/>
        <p:txBody>
          <a:bodyPr/>
          <a:lstStyle>
            <a:lvl1pPr>
              <a:defRPr/>
            </a:lvl1pPr>
          </a:lstStyle>
          <a:p>
            <a:pPr>
              <a:defRPr/>
            </a:pPr>
            <a:fld id="{BB0AF5A2-B656-4D20-8AD7-DE26A9449F78}" type="datetime1">
              <a:rPr lang="hy-AM"/>
              <a:pPr>
                <a:defRPr/>
              </a:pPr>
              <a:t>21.10.2026</a:t>
            </a:fld>
            <a:endParaRPr lang="en-US"/>
          </a:p>
        </p:txBody>
      </p:sp>
      <p:sp>
        <p:nvSpPr>
          <p:cNvPr id="7" name="Rectangle 9">
            <a:extLst>
              <a:ext uri="{FF2B5EF4-FFF2-40B4-BE49-F238E27FC236}">
                <a16:creationId xmlns:a16="http://schemas.microsoft.com/office/drawing/2014/main" id="{BD975A57-186D-6F7C-3D78-A38CDF2A35A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45731288-CEF3-FC24-1E1C-40D766035E03}"/>
              </a:ext>
            </a:extLst>
          </p:cNvPr>
          <p:cNvSpPr>
            <a:spLocks noGrp="1" noChangeArrowheads="1"/>
          </p:cNvSpPr>
          <p:nvPr>
            <p:ph type="sldNum" sz="quarter" idx="12"/>
          </p:nvPr>
        </p:nvSpPr>
        <p:spPr/>
        <p:txBody>
          <a:bodyPr/>
          <a:lstStyle>
            <a:lvl1pPr>
              <a:defRPr/>
            </a:lvl1pPr>
          </a:lstStyle>
          <a:p>
            <a:pPr>
              <a:defRPr/>
            </a:pPr>
            <a:fld id="{4E2B3F66-3213-4BB4-A2B0-3B817BDA1836}" type="slidenum">
              <a:rPr lang="ar-SA" altLang="ar-IQ"/>
              <a:pPr>
                <a:defRPr/>
              </a:pPr>
              <a:t>‹#›</a:t>
            </a:fld>
            <a:endParaRPr lang="en-US" altLang="ar-IQ"/>
          </a:p>
        </p:txBody>
      </p:sp>
    </p:spTree>
    <p:extLst>
      <p:ext uri="{BB962C8B-B14F-4D97-AF65-F5344CB8AC3E}">
        <p14:creationId xmlns:p14="http://schemas.microsoft.com/office/powerpoint/2010/main" val="4119289216"/>
      </p:ext>
    </p:extLst>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2C04A182-0FAD-4247-93E0-3C61B7D146FE}"/>
              </a:ext>
            </a:extLst>
          </p:cNvPr>
          <p:cNvSpPr>
            <a:spLocks noGrp="1" noChangeArrowheads="1"/>
          </p:cNvSpPr>
          <p:nvPr>
            <p:ph type="dt" sz="half" idx="10"/>
          </p:nvPr>
        </p:nvSpPr>
        <p:spPr/>
        <p:txBody>
          <a:bodyPr/>
          <a:lstStyle>
            <a:lvl1pPr>
              <a:defRPr/>
            </a:lvl1pPr>
          </a:lstStyle>
          <a:p>
            <a:pPr>
              <a:defRPr/>
            </a:pPr>
            <a:fld id="{59218314-3C97-43FA-BD5B-5AFC5303CC32}" type="datetime1">
              <a:rPr lang="hy-AM"/>
              <a:pPr>
                <a:defRPr/>
              </a:pPr>
              <a:t>21.10.2026</a:t>
            </a:fld>
            <a:endParaRPr lang="en-US"/>
          </a:p>
        </p:txBody>
      </p:sp>
      <p:sp>
        <p:nvSpPr>
          <p:cNvPr id="5" name="Rectangle 9">
            <a:extLst>
              <a:ext uri="{FF2B5EF4-FFF2-40B4-BE49-F238E27FC236}">
                <a16:creationId xmlns:a16="http://schemas.microsoft.com/office/drawing/2014/main" id="{B770DA57-4FC6-E959-69F3-D5F0F741813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583E6113-CBCB-913C-BEF9-9257BBD94316}"/>
              </a:ext>
            </a:extLst>
          </p:cNvPr>
          <p:cNvSpPr>
            <a:spLocks noGrp="1" noChangeArrowheads="1"/>
          </p:cNvSpPr>
          <p:nvPr>
            <p:ph type="sldNum" sz="quarter" idx="12"/>
          </p:nvPr>
        </p:nvSpPr>
        <p:spPr/>
        <p:txBody>
          <a:bodyPr/>
          <a:lstStyle>
            <a:lvl1pPr>
              <a:defRPr/>
            </a:lvl1pPr>
          </a:lstStyle>
          <a:p>
            <a:pPr>
              <a:defRPr/>
            </a:pPr>
            <a:fld id="{8FC443E6-32D9-49D3-88DF-32782D688E8C}" type="slidenum">
              <a:rPr lang="ar-SA" altLang="ar-IQ"/>
              <a:pPr>
                <a:defRPr/>
              </a:pPr>
              <a:t>‹#›</a:t>
            </a:fld>
            <a:endParaRPr lang="en-US" altLang="ar-IQ"/>
          </a:p>
        </p:txBody>
      </p:sp>
    </p:spTree>
    <p:extLst>
      <p:ext uri="{BB962C8B-B14F-4D97-AF65-F5344CB8AC3E}">
        <p14:creationId xmlns:p14="http://schemas.microsoft.com/office/powerpoint/2010/main" val="45273649"/>
      </p:ext>
    </p:extLst>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878F9DFD-C2CD-8E84-714F-5F2590EC93B2}"/>
              </a:ext>
            </a:extLst>
          </p:cNvPr>
          <p:cNvSpPr>
            <a:spLocks noGrp="1" noChangeArrowheads="1"/>
          </p:cNvSpPr>
          <p:nvPr>
            <p:ph type="dt" sz="half" idx="10"/>
          </p:nvPr>
        </p:nvSpPr>
        <p:spPr/>
        <p:txBody>
          <a:bodyPr/>
          <a:lstStyle>
            <a:lvl1pPr>
              <a:defRPr/>
            </a:lvl1pPr>
          </a:lstStyle>
          <a:p>
            <a:pPr>
              <a:defRPr/>
            </a:pPr>
            <a:fld id="{D222884A-05AC-4257-8869-E02BDB26DD08}" type="datetime1">
              <a:rPr lang="hy-AM"/>
              <a:pPr>
                <a:defRPr/>
              </a:pPr>
              <a:t>21.10.2026</a:t>
            </a:fld>
            <a:endParaRPr lang="en-US"/>
          </a:p>
        </p:txBody>
      </p:sp>
      <p:sp>
        <p:nvSpPr>
          <p:cNvPr id="5" name="Rectangle 9">
            <a:extLst>
              <a:ext uri="{FF2B5EF4-FFF2-40B4-BE49-F238E27FC236}">
                <a16:creationId xmlns:a16="http://schemas.microsoft.com/office/drawing/2014/main" id="{9EA62D57-6D24-4772-1529-E9AA5B0C0A9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2B678FE8-7F55-4C65-1E66-8CB8EB306F69}"/>
              </a:ext>
            </a:extLst>
          </p:cNvPr>
          <p:cNvSpPr>
            <a:spLocks noGrp="1" noChangeArrowheads="1"/>
          </p:cNvSpPr>
          <p:nvPr>
            <p:ph type="sldNum" sz="quarter" idx="12"/>
          </p:nvPr>
        </p:nvSpPr>
        <p:spPr/>
        <p:txBody>
          <a:bodyPr/>
          <a:lstStyle>
            <a:lvl1pPr>
              <a:defRPr/>
            </a:lvl1pPr>
          </a:lstStyle>
          <a:p>
            <a:pPr>
              <a:defRPr/>
            </a:pPr>
            <a:fld id="{234429D9-C87A-41BD-A2DF-4686A57DA4A4}" type="slidenum">
              <a:rPr lang="ar-SA" altLang="ar-IQ"/>
              <a:pPr>
                <a:defRPr/>
              </a:pPr>
              <a:t>‹#›</a:t>
            </a:fld>
            <a:endParaRPr lang="en-US" altLang="ar-IQ"/>
          </a:p>
        </p:txBody>
      </p:sp>
    </p:spTree>
    <p:extLst>
      <p:ext uri="{BB962C8B-B14F-4D97-AF65-F5344CB8AC3E}">
        <p14:creationId xmlns:p14="http://schemas.microsoft.com/office/powerpoint/2010/main" val="1825886387"/>
      </p:ext>
    </p:extLst>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B046D2B4-9610-E6F9-DE87-707046B634D3}"/>
              </a:ext>
            </a:extLst>
          </p:cNvPr>
          <p:cNvSpPr>
            <a:spLocks noGrp="1" noChangeArrowheads="1"/>
          </p:cNvSpPr>
          <p:nvPr>
            <p:ph type="dt" sz="half" idx="10"/>
          </p:nvPr>
        </p:nvSpPr>
        <p:spPr/>
        <p:txBody>
          <a:bodyPr/>
          <a:lstStyle>
            <a:lvl1pPr>
              <a:defRPr/>
            </a:lvl1pPr>
          </a:lstStyle>
          <a:p>
            <a:pPr>
              <a:defRPr/>
            </a:pPr>
            <a:fld id="{215884FE-7B82-4CF7-B88D-D574392BE150}" type="datetime1">
              <a:rPr lang="hy-AM"/>
              <a:pPr>
                <a:defRPr/>
              </a:pPr>
              <a:t>21.10.2026</a:t>
            </a:fld>
            <a:endParaRPr lang="en-US"/>
          </a:p>
        </p:txBody>
      </p:sp>
      <p:sp>
        <p:nvSpPr>
          <p:cNvPr id="6" name="Rectangle 9">
            <a:extLst>
              <a:ext uri="{FF2B5EF4-FFF2-40B4-BE49-F238E27FC236}">
                <a16:creationId xmlns:a16="http://schemas.microsoft.com/office/drawing/2014/main" id="{76A581EF-19F8-EFA2-F592-82FFDA36DD7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B7629E70-672A-8902-CA3C-5EC12604F5A9}"/>
              </a:ext>
            </a:extLst>
          </p:cNvPr>
          <p:cNvSpPr>
            <a:spLocks noGrp="1" noChangeArrowheads="1"/>
          </p:cNvSpPr>
          <p:nvPr>
            <p:ph type="sldNum" sz="quarter" idx="12"/>
          </p:nvPr>
        </p:nvSpPr>
        <p:spPr/>
        <p:txBody>
          <a:bodyPr/>
          <a:lstStyle>
            <a:lvl1pPr>
              <a:defRPr/>
            </a:lvl1pPr>
          </a:lstStyle>
          <a:p>
            <a:pPr>
              <a:defRPr/>
            </a:pPr>
            <a:fld id="{8BA75BCB-AE63-4266-B4A3-E875FFE9D36C}" type="slidenum">
              <a:rPr lang="ar-SA" altLang="ar-IQ"/>
              <a:pPr>
                <a:defRPr/>
              </a:pPr>
              <a:t>‹#›</a:t>
            </a:fld>
            <a:endParaRPr lang="en-US" altLang="ar-IQ"/>
          </a:p>
        </p:txBody>
      </p:sp>
    </p:spTree>
    <p:extLst>
      <p:ext uri="{BB962C8B-B14F-4D97-AF65-F5344CB8AC3E}">
        <p14:creationId xmlns:p14="http://schemas.microsoft.com/office/powerpoint/2010/main" val="1388062064"/>
      </p:ext>
    </p:extLst>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6984100D-2111-B458-034E-71F14D151796}"/>
              </a:ext>
            </a:extLst>
          </p:cNvPr>
          <p:cNvSpPr>
            <a:spLocks noGrp="1" noChangeArrowheads="1"/>
          </p:cNvSpPr>
          <p:nvPr>
            <p:ph type="dt" sz="half" idx="10"/>
          </p:nvPr>
        </p:nvSpPr>
        <p:spPr/>
        <p:txBody>
          <a:bodyPr/>
          <a:lstStyle>
            <a:lvl1pPr>
              <a:defRPr/>
            </a:lvl1pPr>
          </a:lstStyle>
          <a:p>
            <a:pPr>
              <a:defRPr/>
            </a:pPr>
            <a:fld id="{9DECFFB7-5FAA-4C54-9430-075796F80A8D}" type="datetime1">
              <a:rPr lang="hy-AM"/>
              <a:pPr>
                <a:defRPr/>
              </a:pPr>
              <a:t>21.10.2026</a:t>
            </a:fld>
            <a:endParaRPr lang="en-US"/>
          </a:p>
        </p:txBody>
      </p:sp>
      <p:sp>
        <p:nvSpPr>
          <p:cNvPr id="8" name="Rectangle 9">
            <a:extLst>
              <a:ext uri="{FF2B5EF4-FFF2-40B4-BE49-F238E27FC236}">
                <a16:creationId xmlns:a16="http://schemas.microsoft.com/office/drawing/2014/main" id="{A758BADF-3566-2412-C14C-67C48715085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8DE2FBDC-1379-8650-9B09-8725DA5B1526}"/>
              </a:ext>
            </a:extLst>
          </p:cNvPr>
          <p:cNvSpPr>
            <a:spLocks noGrp="1" noChangeArrowheads="1"/>
          </p:cNvSpPr>
          <p:nvPr>
            <p:ph type="sldNum" sz="quarter" idx="12"/>
          </p:nvPr>
        </p:nvSpPr>
        <p:spPr/>
        <p:txBody>
          <a:bodyPr/>
          <a:lstStyle>
            <a:lvl1pPr>
              <a:defRPr/>
            </a:lvl1pPr>
          </a:lstStyle>
          <a:p>
            <a:pPr>
              <a:defRPr/>
            </a:pPr>
            <a:fld id="{48F33711-2B22-4646-99F6-D91812BF5E7A}" type="slidenum">
              <a:rPr lang="ar-SA" altLang="ar-IQ"/>
              <a:pPr>
                <a:defRPr/>
              </a:pPr>
              <a:t>‹#›</a:t>
            </a:fld>
            <a:endParaRPr lang="en-US" altLang="ar-IQ"/>
          </a:p>
        </p:txBody>
      </p:sp>
    </p:spTree>
    <p:extLst>
      <p:ext uri="{BB962C8B-B14F-4D97-AF65-F5344CB8AC3E}">
        <p14:creationId xmlns:p14="http://schemas.microsoft.com/office/powerpoint/2010/main" val="915828091"/>
      </p:ext>
    </p:extLst>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8748E601-4955-4E56-3E4C-4D5F3C41C081}"/>
              </a:ext>
            </a:extLst>
          </p:cNvPr>
          <p:cNvSpPr>
            <a:spLocks noGrp="1" noChangeArrowheads="1"/>
          </p:cNvSpPr>
          <p:nvPr>
            <p:ph type="dt" sz="half" idx="10"/>
          </p:nvPr>
        </p:nvSpPr>
        <p:spPr/>
        <p:txBody>
          <a:bodyPr/>
          <a:lstStyle>
            <a:lvl1pPr>
              <a:defRPr/>
            </a:lvl1pPr>
          </a:lstStyle>
          <a:p>
            <a:pPr>
              <a:defRPr/>
            </a:pPr>
            <a:fld id="{A794851C-A8BE-49C0-B946-F712A06B2F7E}" type="datetime1">
              <a:rPr lang="hy-AM"/>
              <a:pPr>
                <a:defRPr/>
              </a:pPr>
              <a:t>21.10.2026</a:t>
            </a:fld>
            <a:endParaRPr lang="en-US"/>
          </a:p>
        </p:txBody>
      </p:sp>
      <p:sp>
        <p:nvSpPr>
          <p:cNvPr id="4" name="Rectangle 9">
            <a:extLst>
              <a:ext uri="{FF2B5EF4-FFF2-40B4-BE49-F238E27FC236}">
                <a16:creationId xmlns:a16="http://schemas.microsoft.com/office/drawing/2014/main" id="{B822D487-5610-A45B-8420-7CCD2DCC4C0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E7367A27-D1DB-7DB8-078F-15A14F627EA2}"/>
              </a:ext>
            </a:extLst>
          </p:cNvPr>
          <p:cNvSpPr>
            <a:spLocks noGrp="1" noChangeArrowheads="1"/>
          </p:cNvSpPr>
          <p:nvPr>
            <p:ph type="sldNum" sz="quarter" idx="12"/>
          </p:nvPr>
        </p:nvSpPr>
        <p:spPr/>
        <p:txBody>
          <a:bodyPr/>
          <a:lstStyle>
            <a:lvl1pPr>
              <a:defRPr/>
            </a:lvl1pPr>
          </a:lstStyle>
          <a:p>
            <a:pPr>
              <a:defRPr/>
            </a:pPr>
            <a:fld id="{3CE62B67-857C-4050-9502-73F13FD703C5}" type="slidenum">
              <a:rPr lang="ar-SA" altLang="ar-IQ"/>
              <a:pPr>
                <a:defRPr/>
              </a:pPr>
              <a:t>‹#›</a:t>
            </a:fld>
            <a:endParaRPr lang="en-US" altLang="ar-IQ"/>
          </a:p>
        </p:txBody>
      </p:sp>
    </p:spTree>
    <p:extLst>
      <p:ext uri="{BB962C8B-B14F-4D97-AF65-F5344CB8AC3E}">
        <p14:creationId xmlns:p14="http://schemas.microsoft.com/office/powerpoint/2010/main" val="3144183303"/>
      </p:ext>
    </p:extLst>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C2A39221-C486-FBE0-6A9B-C76373E3C675}"/>
              </a:ext>
            </a:extLst>
          </p:cNvPr>
          <p:cNvSpPr>
            <a:spLocks noGrp="1" noChangeArrowheads="1"/>
          </p:cNvSpPr>
          <p:nvPr>
            <p:ph type="dt" sz="half" idx="10"/>
          </p:nvPr>
        </p:nvSpPr>
        <p:spPr/>
        <p:txBody>
          <a:bodyPr/>
          <a:lstStyle>
            <a:lvl1pPr>
              <a:defRPr/>
            </a:lvl1pPr>
          </a:lstStyle>
          <a:p>
            <a:pPr>
              <a:defRPr/>
            </a:pPr>
            <a:fld id="{D37C1CA5-A16A-4E03-B711-7C5F896B58E8}" type="datetime1">
              <a:rPr lang="hy-AM"/>
              <a:pPr>
                <a:defRPr/>
              </a:pPr>
              <a:t>21.10.2026</a:t>
            </a:fld>
            <a:endParaRPr lang="en-US"/>
          </a:p>
        </p:txBody>
      </p:sp>
      <p:sp>
        <p:nvSpPr>
          <p:cNvPr id="3" name="Rectangle 9">
            <a:extLst>
              <a:ext uri="{FF2B5EF4-FFF2-40B4-BE49-F238E27FC236}">
                <a16:creationId xmlns:a16="http://schemas.microsoft.com/office/drawing/2014/main" id="{24800237-1EDB-8271-BEA8-453787C3116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83F29289-514D-C537-081F-161FA3942D1C}"/>
              </a:ext>
            </a:extLst>
          </p:cNvPr>
          <p:cNvSpPr>
            <a:spLocks noGrp="1" noChangeArrowheads="1"/>
          </p:cNvSpPr>
          <p:nvPr>
            <p:ph type="sldNum" sz="quarter" idx="12"/>
          </p:nvPr>
        </p:nvSpPr>
        <p:spPr/>
        <p:txBody>
          <a:bodyPr/>
          <a:lstStyle>
            <a:lvl1pPr>
              <a:defRPr/>
            </a:lvl1pPr>
          </a:lstStyle>
          <a:p>
            <a:pPr>
              <a:defRPr/>
            </a:pPr>
            <a:fld id="{8BFEFE3B-188E-463B-93A4-AAB31541DC35}" type="slidenum">
              <a:rPr lang="ar-SA" altLang="ar-IQ"/>
              <a:pPr>
                <a:defRPr/>
              </a:pPr>
              <a:t>‹#›</a:t>
            </a:fld>
            <a:endParaRPr lang="en-US" altLang="ar-IQ"/>
          </a:p>
        </p:txBody>
      </p:sp>
    </p:spTree>
    <p:extLst>
      <p:ext uri="{BB962C8B-B14F-4D97-AF65-F5344CB8AC3E}">
        <p14:creationId xmlns:p14="http://schemas.microsoft.com/office/powerpoint/2010/main" val="1601287003"/>
      </p:ext>
    </p:extLst>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96C12488-8C19-63CE-B65B-2917977FD1B7}"/>
              </a:ext>
            </a:extLst>
          </p:cNvPr>
          <p:cNvSpPr>
            <a:spLocks noGrp="1" noChangeArrowheads="1"/>
          </p:cNvSpPr>
          <p:nvPr>
            <p:ph type="dt" sz="half" idx="10"/>
          </p:nvPr>
        </p:nvSpPr>
        <p:spPr/>
        <p:txBody>
          <a:bodyPr/>
          <a:lstStyle>
            <a:lvl1pPr>
              <a:defRPr/>
            </a:lvl1pPr>
          </a:lstStyle>
          <a:p>
            <a:pPr>
              <a:defRPr/>
            </a:pPr>
            <a:fld id="{5E858617-3B87-4A30-A20A-A057B0693BDE}" type="datetime1">
              <a:rPr lang="hy-AM"/>
              <a:pPr>
                <a:defRPr/>
              </a:pPr>
              <a:t>21.10.2026</a:t>
            </a:fld>
            <a:endParaRPr lang="en-US"/>
          </a:p>
        </p:txBody>
      </p:sp>
      <p:sp>
        <p:nvSpPr>
          <p:cNvPr id="6" name="Rectangle 9">
            <a:extLst>
              <a:ext uri="{FF2B5EF4-FFF2-40B4-BE49-F238E27FC236}">
                <a16:creationId xmlns:a16="http://schemas.microsoft.com/office/drawing/2014/main" id="{0A48D2B3-92D2-5B77-CB8D-346DA106D48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2F00CE27-1212-2E5C-0096-66791B462F67}"/>
              </a:ext>
            </a:extLst>
          </p:cNvPr>
          <p:cNvSpPr>
            <a:spLocks noGrp="1" noChangeArrowheads="1"/>
          </p:cNvSpPr>
          <p:nvPr>
            <p:ph type="sldNum" sz="quarter" idx="12"/>
          </p:nvPr>
        </p:nvSpPr>
        <p:spPr/>
        <p:txBody>
          <a:bodyPr/>
          <a:lstStyle>
            <a:lvl1pPr>
              <a:defRPr/>
            </a:lvl1pPr>
          </a:lstStyle>
          <a:p>
            <a:pPr>
              <a:defRPr/>
            </a:pPr>
            <a:fld id="{81BDFF9F-60C1-4101-8AB3-8CEC344ADC07}" type="slidenum">
              <a:rPr lang="ar-SA" altLang="ar-IQ"/>
              <a:pPr>
                <a:defRPr/>
              </a:pPr>
              <a:t>‹#›</a:t>
            </a:fld>
            <a:endParaRPr lang="en-US" altLang="ar-IQ"/>
          </a:p>
        </p:txBody>
      </p:sp>
    </p:spTree>
    <p:extLst>
      <p:ext uri="{BB962C8B-B14F-4D97-AF65-F5344CB8AC3E}">
        <p14:creationId xmlns:p14="http://schemas.microsoft.com/office/powerpoint/2010/main" val="884401838"/>
      </p:ext>
    </p:extLst>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4DCF4745-F29A-D0E0-2BA0-2DCBDD19419D}"/>
              </a:ext>
            </a:extLst>
          </p:cNvPr>
          <p:cNvSpPr>
            <a:spLocks noGrp="1" noChangeArrowheads="1"/>
          </p:cNvSpPr>
          <p:nvPr>
            <p:ph type="dt" sz="half" idx="10"/>
          </p:nvPr>
        </p:nvSpPr>
        <p:spPr/>
        <p:txBody>
          <a:bodyPr/>
          <a:lstStyle>
            <a:lvl1pPr>
              <a:defRPr/>
            </a:lvl1pPr>
          </a:lstStyle>
          <a:p>
            <a:pPr>
              <a:defRPr/>
            </a:pPr>
            <a:fld id="{574ECF0E-1FC8-45FF-AA33-76A1E258029C}" type="datetime1">
              <a:rPr lang="hy-AM"/>
              <a:pPr>
                <a:defRPr/>
              </a:pPr>
              <a:t>21.10.2026</a:t>
            </a:fld>
            <a:endParaRPr lang="en-US"/>
          </a:p>
        </p:txBody>
      </p:sp>
      <p:sp>
        <p:nvSpPr>
          <p:cNvPr id="6" name="Rectangle 9">
            <a:extLst>
              <a:ext uri="{FF2B5EF4-FFF2-40B4-BE49-F238E27FC236}">
                <a16:creationId xmlns:a16="http://schemas.microsoft.com/office/drawing/2014/main" id="{EB8EF6DF-1587-9272-C413-8E359507BAE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99DF46EC-576F-0A6D-D696-482A3D7828A5}"/>
              </a:ext>
            </a:extLst>
          </p:cNvPr>
          <p:cNvSpPr>
            <a:spLocks noGrp="1" noChangeArrowheads="1"/>
          </p:cNvSpPr>
          <p:nvPr>
            <p:ph type="sldNum" sz="quarter" idx="12"/>
          </p:nvPr>
        </p:nvSpPr>
        <p:spPr/>
        <p:txBody>
          <a:bodyPr/>
          <a:lstStyle>
            <a:lvl1pPr>
              <a:defRPr/>
            </a:lvl1pPr>
          </a:lstStyle>
          <a:p>
            <a:pPr>
              <a:defRPr/>
            </a:pPr>
            <a:fld id="{6A1BD56B-9F24-4284-A43B-FD8DE709EE7F}" type="slidenum">
              <a:rPr lang="ar-SA" altLang="ar-IQ"/>
              <a:pPr>
                <a:defRPr/>
              </a:pPr>
              <a:t>‹#›</a:t>
            </a:fld>
            <a:endParaRPr lang="en-US" altLang="ar-IQ"/>
          </a:p>
        </p:txBody>
      </p:sp>
    </p:spTree>
    <p:extLst>
      <p:ext uri="{BB962C8B-B14F-4D97-AF65-F5344CB8AC3E}">
        <p14:creationId xmlns:p14="http://schemas.microsoft.com/office/powerpoint/2010/main" val="1950031891"/>
      </p:ext>
    </p:extLst>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60C21F66-3DAE-6951-221B-3DDEB65C45B3}"/>
              </a:ext>
            </a:extLst>
          </p:cNvPr>
          <p:cNvSpPr>
            <a:spLocks noGrp="1" noChangeArrowheads="1"/>
          </p:cNvSpPr>
          <p:nvPr>
            <p:ph type="dt" sz="half" idx="10"/>
          </p:nvPr>
        </p:nvSpPr>
        <p:spPr/>
        <p:txBody>
          <a:bodyPr/>
          <a:lstStyle>
            <a:lvl1pPr>
              <a:defRPr/>
            </a:lvl1pPr>
          </a:lstStyle>
          <a:p>
            <a:pPr>
              <a:defRPr/>
            </a:pPr>
            <a:fld id="{6ECC448E-782D-4ECF-B9B8-7569C384BA0A}" type="datetime1">
              <a:rPr lang="hy-AM"/>
              <a:pPr>
                <a:defRPr/>
              </a:pPr>
              <a:t>21.10.2026</a:t>
            </a:fld>
            <a:endParaRPr lang="en-US"/>
          </a:p>
        </p:txBody>
      </p:sp>
      <p:sp>
        <p:nvSpPr>
          <p:cNvPr id="5" name="Rectangle 9">
            <a:extLst>
              <a:ext uri="{FF2B5EF4-FFF2-40B4-BE49-F238E27FC236}">
                <a16:creationId xmlns:a16="http://schemas.microsoft.com/office/drawing/2014/main" id="{C37906E0-6503-44C6-A597-8FD7284B918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DFD42A0C-8359-0BFF-ED72-CC05D99AEEFB}"/>
              </a:ext>
            </a:extLst>
          </p:cNvPr>
          <p:cNvSpPr>
            <a:spLocks noGrp="1" noChangeArrowheads="1"/>
          </p:cNvSpPr>
          <p:nvPr>
            <p:ph type="sldNum" sz="quarter" idx="12"/>
          </p:nvPr>
        </p:nvSpPr>
        <p:spPr/>
        <p:txBody>
          <a:bodyPr/>
          <a:lstStyle>
            <a:lvl1pPr>
              <a:defRPr/>
            </a:lvl1pPr>
          </a:lstStyle>
          <a:p>
            <a:pPr>
              <a:defRPr/>
            </a:pPr>
            <a:fld id="{8452F350-F35A-4282-B472-A28B99FCDAAB}" type="slidenum">
              <a:rPr lang="ar-SA" altLang="ar-IQ"/>
              <a:pPr>
                <a:defRPr/>
              </a:pPr>
              <a:t>‹#›</a:t>
            </a:fld>
            <a:endParaRPr lang="en-US" altLang="ar-IQ"/>
          </a:p>
        </p:txBody>
      </p:sp>
    </p:spTree>
    <p:extLst>
      <p:ext uri="{BB962C8B-B14F-4D97-AF65-F5344CB8AC3E}">
        <p14:creationId xmlns:p14="http://schemas.microsoft.com/office/powerpoint/2010/main" val="1704971870"/>
      </p:ext>
    </p:extLst>
  </p:cSld>
  <p:clrMapOvr>
    <a:masterClrMapping/>
  </p:clrMapOv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1CE3F0E5-3BA2-3F71-4EB8-2EEAB5E22A7E}"/>
              </a:ext>
            </a:extLst>
          </p:cNvPr>
          <p:cNvSpPr>
            <a:spLocks noGrp="1" noChangeArrowheads="1"/>
          </p:cNvSpPr>
          <p:nvPr>
            <p:ph type="dt" sz="half" idx="10"/>
          </p:nvPr>
        </p:nvSpPr>
        <p:spPr/>
        <p:txBody>
          <a:bodyPr/>
          <a:lstStyle>
            <a:lvl1pPr>
              <a:defRPr/>
            </a:lvl1pPr>
          </a:lstStyle>
          <a:p>
            <a:pPr>
              <a:defRPr/>
            </a:pPr>
            <a:fld id="{B6FD528D-C147-464D-A388-8CCB5705C6B2}" type="datetime1">
              <a:rPr lang="hy-AM"/>
              <a:pPr>
                <a:defRPr/>
              </a:pPr>
              <a:t>21.10.2026</a:t>
            </a:fld>
            <a:endParaRPr lang="en-US"/>
          </a:p>
        </p:txBody>
      </p:sp>
      <p:sp>
        <p:nvSpPr>
          <p:cNvPr id="5" name="Rectangle 9">
            <a:extLst>
              <a:ext uri="{FF2B5EF4-FFF2-40B4-BE49-F238E27FC236}">
                <a16:creationId xmlns:a16="http://schemas.microsoft.com/office/drawing/2014/main" id="{D260013E-16A7-FAED-96FB-A34FCF896D9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E23E6B27-F485-9B16-D86A-A8AB4317384D}"/>
              </a:ext>
            </a:extLst>
          </p:cNvPr>
          <p:cNvSpPr>
            <a:spLocks noGrp="1" noChangeArrowheads="1"/>
          </p:cNvSpPr>
          <p:nvPr>
            <p:ph type="sldNum" sz="quarter" idx="12"/>
          </p:nvPr>
        </p:nvSpPr>
        <p:spPr/>
        <p:txBody>
          <a:bodyPr/>
          <a:lstStyle>
            <a:lvl1pPr>
              <a:defRPr/>
            </a:lvl1pPr>
          </a:lstStyle>
          <a:p>
            <a:pPr>
              <a:defRPr/>
            </a:pPr>
            <a:fld id="{295E0A4B-366B-48B6-96ED-039980D285DA}" type="slidenum">
              <a:rPr lang="ar-SA" altLang="ar-IQ"/>
              <a:pPr>
                <a:defRPr/>
              </a:pPr>
              <a:t>‹#›</a:t>
            </a:fld>
            <a:endParaRPr lang="en-US" altLang="ar-IQ"/>
          </a:p>
        </p:txBody>
      </p:sp>
    </p:spTree>
    <p:extLst>
      <p:ext uri="{BB962C8B-B14F-4D97-AF65-F5344CB8AC3E}">
        <p14:creationId xmlns:p14="http://schemas.microsoft.com/office/powerpoint/2010/main" val="3518802836"/>
      </p:ext>
    </p:extLst>
  </p:cSld>
  <p:clrMapOvr>
    <a:masterClrMapping/>
  </p:clrMapOv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05FCD4C-3864-9992-21CA-E040C648F2CD}"/>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309E41DE-4892-0925-AAA2-E8AF9CAD975D}"/>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E189922F-E634-4E20-AD14-8D9AB29F1AA9}"/>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2AE7A55A-C9FF-7B3A-CA40-538580A047DE}"/>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3D39D9D6-68C6-9E79-8AC9-0BD9EDE3A6E0}"/>
              </a:ext>
            </a:extLst>
          </p:cNvPr>
          <p:cNvSpPr>
            <a:spLocks noGrp="1" noChangeArrowheads="1"/>
          </p:cNvSpPr>
          <p:nvPr>
            <p:ph type="dt" sz="half" idx="10"/>
          </p:nvPr>
        </p:nvSpPr>
        <p:spPr/>
        <p:txBody>
          <a:bodyPr/>
          <a:lstStyle>
            <a:lvl1pPr>
              <a:defRPr/>
            </a:lvl1pPr>
          </a:lstStyle>
          <a:p>
            <a:pPr>
              <a:defRPr/>
            </a:pPr>
            <a:fld id="{48B6C8FD-6E1D-4671-B01A-AC5DF5EE5D01}" type="datetime1">
              <a:rPr lang="hy-AM"/>
              <a:pPr>
                <a:defRPr/>
              </a:pPr>
              <a:t>21.10.2026</a:t>
            </a:fld>
            <a:endParaRPr lang="en-US"/>
          </a:p>
        </p:txBody>
      </p:sp>
      <p:sp>
        <p:nvSpPr>
          <p:cNvPr id="7" name="Rectangle 9">
            <a:extLst>
              <a:ext uri="{FF2B5EF4-FFF2-40B4-BE49-F238E27FC236}">
                <a16:creationId xmlns:a16="http://schemas.microsoft.com/office/drawing/2014/main" id="{9BE2B0E4-6768-082C-3F47-4A9578D4B32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00D1BF38-84E7-A22C-D0B9-5F1EA2440524}"/>
              </a:ext>
            </a:extLst>
          </p:cNvPr>
          <p:cNvSpPr>
            <a:spLocks noGrp="1" noChangeArrowheads="1"/>
          </p:cNvSpPr>
          <p:nvPr>
            <p:ph type="sldNum" sz="quarter" idx="12"/>
          </p:nvPr>
        </p:nvSpPr>
        <p:spPr/>
        <p:txBody>
          <a:bodyPr/>
          <a:lstStyle>
            <a:lvl1pPr>
              <a:defRPr/>
            </a:lvl1pPr>
          </a:lstStyle>
          <a:p>
            <a:pPr>
              <a:defRPr/>
            </a:pPr>
            <a:fld id="{0BFC65CE-2DC4-452C-A818-AF24B33E31A2}" type="slidenum">
              <a:rPr lang="ar-SA" altLang="ar-IQ"/>
              <a:pPr>
                <a:defRPr/>
              </a:pPr>
              <a:t>‹#›</a:t>
            </a:fld>
            <a:endParaRPr lang="en-US" altLang="ar-IQ"/>
          </a:p>
        </p:txBody>
      </p:sp>
    </p:spTree>
    <p:extLst>
      <p:ext uri="{BB962C8B-B14F-4D97-AF65-F5344CB8AC3E}">
        <p14:creationId xmlns:p14="http://schemas.microsoft.com/office/powerpoint/2010/main" val="2493801342"/>
      </p:ext>
    </p:extLst>
  </p:cSld>
  <p:clrMapOvr>
    <a:masterClrMapping/>
  </p:clrMapOv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43C722AA-0E77-5AC0-7C75-CB35D41FE943}"/>
              </a:ext>
            </a:extLst>
          </p:cNvPr>
          <p:cNvSpPr>
            <a:spLocks noGrp="1" noChangeArrowheads="1"/>
          </p:cNvSpPr>
          <p:nvPr>
            <p:ph type="dt" sz="half" idx="10"/>
          </p:nvPr>
        </p:nvSpPr>
        <p:spPr/>
        <p:txBody>
          <a:bodyPr/>
          <a:lstStyle>
            <a:lvl1pPr>
              <a:defRPr/>
            </a:lvl1pPr>
          </a:lstStyle>
          <a:p>
            <a:pPr>
              <a:defRPr/>
            </a:pPr>
            <a:fld id="{55606FE1-A151-44D1-B3B3-E8C53610DCE6}" type="datetime1">
              <a:rPr lang="hy-AM"/>
              <a:pPr>
                <a:defRPr/>
              </a:pPr>
              <a:t>21.10.2026</a:t>
            </a:fld>
            <a:endParaRPr lang="en-US"/>
          </a:p>
        </p:txBody>
      </p:sp>
      <p:sp>
        <p:nvSpPr>
          <p:cNvPr id="5" name="Rectangle 9">
            <a:extLst>
              <a:ext uri="{FF2B5EF4-FFF2-40B4-BE49-F238E27FC236}">
                <a16:creationId xmlns:a16="http://schemas.microsoft.com/office/drawing/2014/main" id="{BB40989C-B09B-07E9-2F61-04A0C3072DA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B124C0EE-0B1E-5D81-0139-272373DB9F6E}"/>
              </a:ext>
            </a:extLst>
          </p:cNvPr>
          <p:cNvSpPr>
            <a:spLocks noGrp="1" noChangeArrowheads="1"/>
          </p:cNvSpPr>
          <p:nvPr>
            <p:ph type="sldNum" sz="quarter" idx="12"/>
          </p:nvPr>
        </p:nvSpPr>
        <p:spPr/>
        <p:txBody>
          <a:bodyPr/>
          <a:lstStyle>
            <a:lvl1pPr>
              <a:defRPr/>
            </a:lvl1pPr>
          </a:lstStyle>
          <a:p>
            <a:pPr>
              <a:defRPr/>
            </a:pPr>
            <a:fld id="{472886E5-59D4-456B-9BFB-704CC02275D4}" type="slidenum">
              <a:rPr lang="ar-SA" altLang="ar-IQ"/>
              <a:pPr>
                <a:defRPr/>
              </a:pPr>
              <a:t>‹#›</a:t>
            </a:fld>
            <a:endParaRPr lang="en-US" altLang="ar-IQ"/>
          </a:p>
        </p:txBody>
      </p:sp>
    </p:spTree>
    <p:extLst>
      <p:ext uri="{BB962C8B-B14F-4D97-AF65-F5344CB8AC3E}">
        <p14:creationId xmlns:p14="http://schemas.microsoft.com/office/powerpoint/2010/main" val="4196432524"/>
      </p:ext>
    </p:extLst>
  </p:cSld>
  <p:clrMapOvr>
    <a:masterClrMapping/>
  </p:clrMapOv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0EBF3E11-0984-E9D5-78E7-B2C03C76576B}"/>
              </a:ext>
            </a:extLst>
          </p:cNvPr>
          <p:cNvSpPr>
            <a:spLocks noGrp="1" noChangeArrowheads="1"/>
          </p:cNvSpPr>
          <p:nvPr>
            <p:ph type="dt" sz="half" idx="10"/>
          </p:nvPr>
        </p:nvSpPr>
        <p:spPr/>
        <p:txBody>
          <a:bodyPr/>
          <a:lstStyle>
            <a:lvl1pPr>
              <a:defRPr/>
            </a:lvl1pPr>
          </a:lstStyle>
          <a:p>
            <a:pPr>
              <a:defRPr/>
            </a:pPr>
            <a:fld id="{DF23EAA1-99E0-476D-B011-7C843D0501E7}" type="datetime1">
              <a:rPr lang="hy-AM"/>
              <a:pPr>
                <a:defRPr/>
              </a:pPr>
              <a:t>21.10.2026</a:t>
            </a:fld>
            <a:endParaRPr lang="en-US"/>
          </a:p>
        </p:txBody>
      </p:sp>
      <p:sp>
        <p:nvSpPr>
          <p:cNvPr id="5" name="Rectangle 9">
            <a:extLst>
              <a:ext uri="{FF2B5EF4-FFF2-40B4-BE49-F238E27FC236}">
                <a16:creationId xmlns:a16="http://schemas.microsoft.com/office/drawing/2014/main" id="{CF63310D-92AA-A132-FA50-5588B56001F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D8907995-AA01-700D-B76A-E2ADA407652A}"/>
              </a:ext>
            </a:extLst>
          </p:cNvPr>
          <p:cNvSpPr>
            <a:spLocks noGrp="1" noChangeArrowheads="1"/>
          </p:cNvSpPr>
          <p:nvPr>
            <p:ph type="sldNum" sz="quarter" idx="12"/>
          </p:nvPr>
        </p:nvSpPr>
        <p:spPr/>
        <p:txBody>
          <a:bodyPr/>
          <a:lstStyle>
            <a:lvl1pPr>
              <a:defRPr/>
            </a:lvl1pPr>
          </a:lstStyle>
          <a:p>
            <a:pPr>
              <a:defRPr/>
            </a:pPr>
            <a:fld id="{FDE7053C-925C-4BB3-BAF7-33356455CEDB}" type="slidenum">
              <a:rPr lang="ar-SA" altLang="ar-IQ"/>
              <a:pPr>
                <a:defRPr/>
              </a:pPr>
              <a:t>‹#›</a:t>
            </a:fld>
            <a:endParaRPr lang="en-US" altLang="ar-IQ"/>
          </a:p>
        </p:txBody>
      </p:sp>
    </p:spTree>
    <p:extLst>
      <p:ext uri="{BB962C8B-B14F-4D97-AF65-F5344CB8AC3E}">
        <p14:creationId xmlns:p14="http://schemas.microsoft.com/office/powerpoint/2010/main" val="2041148346"/>
      </p:ext>
    </p:extLst>
  </p:cSld>
  <p:clrMapOvr>
    <a:masterClrMapping/>
  </p:clrMapOv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C88AC8C0-7B79-4BE3-71A7-F720474DC995}"/>
              </a:ext>
            </a:extLst>
          </p:cNvPr>
          <p:cNvSpPr>
            <a:spLocks noGrp="1" noChangeArrowheads="1"/>
          </p:cNvSpPr>
          <p:nvPr>
            <p:ph type="dt" sz="half" idx="10"/>
          </p:nvPr>
        </p:nvSpPr>
        <p:spPr/>
        <p:txBody>
          <a:bodyPr/>
          <a:lstStyle>
            <a:lvl1pPr>
              <a:defRPr/>
            </a:lvl1pPr>
          </a:lstStyle>
          <a:p>
            <a:pPr>
              <a:defRPr/>
            </a:pPr>
            <a:fld id="{2DDB786D-F7CD-4D06-991A-6C92901118CB}" type="datetime1">
              <a:rPr lang="hy-AM"/>
              <a:pPr>
                <a:defRPr/>
              </a:pPr>
              <a:t>21.10.2026</a:t>
            </a:fld>
            <a:endParaRPr lang="en-US"/>
          </a:p>
        </p:txBody>
      </p:sp>
      <p:sp>
        <p:nvSpPr>
          <p:cNvPr id="6" name="Rectangle 9">
            <a:extLst>
              <a:ext uri="{FF2B5EF4-FFF2-40B4-BE49-F238E27FC236}">
                <a16:creationId xmlns:a16="http://schemas.microsoft.com/office/drawing/2014/main" id="{826E8483-A6AA-7AD4-B793-D49703C9968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28DA2EA1-64A9-FFDC-81E2-5BEEDF9E58A0}"/>
              </a:ext>
            </a:extLst>
          </p:cNvPr>
          <p:cNvSpPr>
            <a:spLocks noGrp="1" noChangeArrowheads="1"/>
          </p:cNvSpPr>
          <p:nvPr>
            <p:ph type="sldNum" sz="quarter" idx="12"/>
          </p:nvPr>
        </p:nvSpPr>
        <p:spPr/>
        <p:txBody>
          <a:bodyPr/>
          <a:lstStyle>
            <a:lvl1pPr>
              <a:defRPr/>
            </a:lvl1pPr>
          </a:lstStyle>
          <a:p>
            <a:pPr>
              <a:defRPr/>
            </a:pPr>
            <a:fld id="{40A31401-1424-4128-968E-2F76E6A62347}" type="slidenum">
              <a:rPr lang="ar-SA" altLang="ar-IQ"/>
              <a:pPr>
                <a:defRPr/>
              </a:pPr>
              <a:t>‹#›</a:t>
            </a:fld>
            <a:endParaRPr lang="en-US" altLang="ar-IQ"/>
          </a:p>
        </p:txBody>
      </p:sp>
    </p:spTree>
    <p:extLst>
      <p:ext uri="{BB962C8B-B14F-4D97-AF65-F5344CB8AC3E}">
        <p14:creationId xmlns:p14="http://schemas.microsoft.com/office/powerpoint/2010/main" val="1716656678"/>
      </p:ext>
    </p:extLst>
  </p:cSld>
  <p:clrMapOvr>
    <a:masterClrMapping/>
  </p:clrMapOv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D07FAC56-30B2-A044-105F-2D233479CE96}"/>
              </a:ext>
            </a:extLst>
          </p:cNvPr>
          <p:cNvSpPr>
            <a:spLocks noGrp="1" noChangeArrowheads="1"/>
          </p:cNvSpPr>
          <p:nvPr>
            <p:ph type="dt" sz="half" idx="10"/>
          </p:nvPr>
        </p:nvSpPr>
        <p:spPr/>
        <p:txBody>
          <a:bodyPr/>
          <a:lstStyle>
            <a:lvl1pPr>
              <a:defRPr/>
            </a:lvl1pPr>
          </a:lstStyle>
          <a:p>
            <a:pPr>
              <a:defRPr/>
            </a:pPr>
            <a:fld id="{8D1DEFE9-FE30-4825-BCC3-B27BEBD4FADB}" type="datetime1">
              <a:rPr lang="hy-AM"/>
              <a:pPr>
                <a:defRPr/>
              </a:pPr>
              <a:t>21.10.2026</a:t>
            </a:fld>
            <a:endParaRPr lang="en-US"/>
          </a:p>
        </p:txBody>
      </p:sp>
      <p:sp>
        <p:nvSpPr>
          <p:cNvPr id="8" name="Rectangle 9">
            <a:extLst>
              <a:ext uri="{FF2B5EF4-FFF2-40B4-BE49-F238E27FC236}">
                <a16:creationId xmlns:a16="http://schemas.microsoft.com/office/drawing/2014/main" id="{FB9CAF24-ABD9-C99E-B607-34ED333D7E6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0C25642A-E849-F1AD-ED45-D7930B314075}"/>
              </a:ext>
            </a:extLst>
          </p:cNvPr>
          <p:cNvSpPr>
            <a:spLocks noGrp="1" noChangeArrowheads="1"/>
          </p:cNvSpPr>
          <p:nvPr>
            <p:ph type="sldNum" sz="quarter" idx="12"/>
          </p:nvPr>
        </p:nvSpPr>
        <p:spPr/>
        <p:txBody>
          <a:bodyPr/>
          <a:lstStyle>
            <a:lvl1pPr>
              <a:defRPr/>
            </a:lvl1pPr>
          </a:lstStyle>
          <a:p>
            <a:pPr>
              <a:defRPr/>
            </a:pPr>
            <a:fld id="{6B62FFE1-0DEF-421A-BB88-4ECE2603C9A6}" type="slidenum">
              <a:rPr lang="ar-SA" altLang="ar-IQ"/>
              <a:pPr>
                <a:defRPr/>
              </a:pPr>
              <a:t>‹#›</a:t>
            </a:fld>
            <a:endParaRPr lang="en-US" altLang="ar-IQ"/>
          </a:p>
        </p:txBody>
      </p:sp>
    </p:spTree>
    <p:extLst>
      <p:ext uri="{BB962C8B-B14F-4D97-AF65-F5344CB8AC3E}">
        <p14:creationId xmlns:p14="http://schemas.microsoft.com/office/powerpoint/2010/main" val="833378646"/>
      </p:ext>
    </p:extLst>
  </p:cSld>
  <p:clrMapOvr>
    <a:masterClrMapping/>
  </p:clrMapOv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38A3FB01-D4A2-AB54-8472-963579C49B23}"/>
              </a:ext>
            </a:extLst>
          </p:cNvPr>
          <p:cNvSpPr>
            <a:spLocks noGrp="1" noChangeArrowheads="1"/>
          </p:cNvSpPr>
          <p:nvPr>
            <p:ph type="dt" sz="half" idx="10"/>
          </p:nvPr>
        </p:nvSpPr>
        <p:spPr/>
        <p:txBody>
          <a:bodyPr/>
          <a:lstStyle>
            <a:lvl1pPr>
              <a:defRPr/>
            </a:lvl1pPr>
          </a:lstStyle>
          <a:p>
            <a:pPr>
              <a:defRPr/>
            </a:pPr>
            <a:fld id="{7B1BE399-52EE-4C78-98B6-420C4B349930}" type="datetime1">
              <a:rPr lang="hy-AM"/>
              <a:pPr>
                <a:defRPr/>
              </a:pPr>
              <a:t>21.10.2026</a:t>
            </a:fld>
            <a:endParaRPr lang="en-US"/>
          </a:p>
        </p:txBody>
      </p:sp>
      <p:sp>
        <p:nvSpPr>
          <p:cNvPr id="4" name="Rectangle 9">
            <a:extLst>
              <a:ext uri="{FF2B5EF4-FFF2-40B4-BE49-F238E27FC236}">
                <a16:creationId xmlns:a16="http://schemas.microsoft.com/office/drawing/2014/main" id="{F325F931-8BA1-048B-E255-3EE022523DA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EEEFACD7-4F71-F03B-3763-2AF81648B63D}"/>
              </a:ext>
            </a:extLst>
          </p:cNvPr>
          <p:cNvSpPr>
            <a:spLocks noGrp="1" noChangeArrowheads="1"/>
          </p:cNvSpPr>
          <p:nvPr>
            <p:ph type="sldNum" sz="quarter" idx="12"/>
          </p:nvPr>
        </p:nvSpPr>
        <p:spPr/>
        <p:txBody>
          <a:bodyPr/>
          <a:lstStyle>
            <a:lvl1pPr>
              <a:defRPr/>
            </a:lvl1pPr>
          </a:lstStyle>
          <a:p>
            <a:pPr>
              <a:defRPr/>
            </a:pPr>
            <a:fld id="{D900C8F4-88EC-4551-8B1E-26C9587D723A}" type="slidenum">
              <a:rPr lang="ar-SA" altLang="ar-IQ"/>
              <a:pPr>
                <a:defRPr/>
              </a:pPr>
              <a:t>‹#›</a:t>
            </a:fld>
            <a:endParaRPr lang="en-US" altLang="ar-IQ"/>
          </a:p>
        </p:txBody>
      </p:sp>
    </p:spTree>
    <p:extLst>
      <p:ext uri="{BB962C8B-B14F-4D97-AF65-F5344CB8AC3E}">
        <p14:creationId xmlns:p14="http://schemas.microsoft.com/office/powerpoint/2010/main" val="3630941836"/>
      </p:ext>
    </p:extLst>
  </p:cSld>
  <p:clrMapOvr>
    <a:masterClrMapping/>
  </p:clrMapOv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088F56D6-5087-33CA-5FBB-6511E910D3F8}"/>
              </a:ext>
            </a:extLst>
          </p:cNvPr>
          <p:cNvSpPr>
            <a:spLocks noGrp="1" noChangeArrowheads="1"/>
          </p:cNvSpPr>
          <p:nvPr>
            <p:ph type="dt" sz="half" idx="10"/>
          </p:nvPr>
        </p:nvSpPr>
        <p:spPr/>
        <p:txBody>
          <a:bodyPr/>
          <a:lstStyle>
            <a:lvl1pPr>
              <a:defRPr/>
            </a:lvl1pPr>
          </a:lstStyle>
          <a:p>
            <a:pPr>
              <a:defRPr/>
            </a:pPr>
            <a:fld id="{7F80D1A2-C5DF-48F3-B9D1-F842FDFB304E}" type="datetime1">
              <a:rPr lang="hy-AM"/>
              <a:pPr>
                <a:defRPr/>
              </a:pPr>
              <a:t>21.10.2026</a:t>
            </a:fld>
            <a:endParaRPr lang="en-US"/>
          </a:p>
        </p:txBody>
      </p:sp>
      <p:sp>
        <p:nvSpPr>
          <p:cNvPr id="3" name="Rectangle 9">
            <a:extLst>
              <a:ext uri="{FF2B5EF4-FFF2-40B4-BE49-F238E27FC236}">
                <a16:creationId xmlns:a16="http://schemas.microsoft.com/office/drawing/2014/main" id="{0C447B16-436F-BFAE-1F7D-7B993A5CB99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84A9BE12-019A-AD36-1669-5A4B9FCCFA62}"/>
              </a:ext>
            </a:extLst>
          </p:cNvPr>
          <p:cNvSpPr>
            <a:spLocks noGrp="1" noChangeArrowheads="1"/>
          </p:cNvSpPr>
          <p:nvPr>
            <p:ph type="sldNum" sz="quarter" idx="12"/>
          </p:nvPr>
        </p:nvSpPr>
        <p:spPr/>
        <p:txBody>
          <a:bodyPr/>
          <a:lstStyle>
            <a:lvl1pPr>
              <a:defRPr/>
            </a:lvl1pPr>
          </a:lstStyle>
          <a:p>
            <a:pPr>
              <a:defRPr/>
            </a:pPr>
            <a:fld id="{4F8FCC6A-BF00-4782-AC3A-94D59B6C3A58}" type="slidenum">
              <a:rPr lang="ar-SA" altLang="ar-IQ"/>
              <a:pPr>
                <a:defRPr/>
              </a:pPr>
              <a:t>‹#›</a:t>
            </a:fld>
            <a:endParaRPr lang="en-US" altLang="ar-IQ"/>
          </a:p>
        </p:txBody>
      </p:sp>
    </p:spTree>
    <p:extLst>
      <p:ext uri="{BB962C8B-B14F-4D97-AF65-F5344CB8AC3E}">
        <p14:creationId xmlns:p14="http://schemas.microsoft.com/office/powerpoint/2010/main" val="1346036667"/>
      </p:ext>
    </p:extLst>
  </p:cSld>
  <p:clrMapOvr>
    <a:masterClrMapping/>
  </p:clrMapOv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07665699-C0BB-D237-FE51-DC9F7CB35F0B}"/>
              </a:ext>
            </a:extLst>
          </p:cNvPr>
          <p:cNvSpPr>
            <a:spLocks noGrp="1" noChangeArrowheads="1"/>
          </p:cNvSpPr>
          <p:nvPr>
            <p:ph type="dt" sz="half" idx="10"/>
          </p:nvPr>
        </p:nvSpPr>
        <p:spPr/>
        <p:txBody>
          <a:bodyPr/>
          <a:lstStyle>
            <a:lvl1pPr>
              <a:defRPr/>
            </a:lvl1pPr>
          </a:lstStyle>
          <a:p>
            <a:pPr>
              <a:defRPr/>
            </a:pPr>
            <a:fld id="{E802E883-A94F-4409-BC11-262A713BF34A}" type="datetime1">
              <a:rPr lang="hy-AM"/>
              <a:pPr>
                <a:defRPr/>
              </a:pPr>
              <a:t>21.10.2026</a:t>
            </a:fld>
            <a:endParaRPr lang="en-US"/>
          </a:p>
        </p:txBody>
      </p:sp>
      <p:sp>
        <p:nvSpPr>
          <p:cNvPr id="6" name="Rectangle 9">
            <a:extLst>
              <a:ext uri="{FF2B5EF4-FFF2-40B4-BE49-F238E27FC236}">
                <a16:creationId xmlns:a16="http://schemas.microsoft.com/office/drawing/2014/main" id="{EFEFF6CC-E957-71C5-A954-2C0196C7454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7ABEDD37-0D00-148C-5332-B0A19DCECDF4}"/>
              </a:ext>
            </a:extLst>
          </p:cNvPr>
          <p:cNvSpPr>
            <a:spLocks noGrp="1" noChangeArrowheads="1"/>
          </p:cNvSpPr>
          <p:nvPr>
            <p:ph type="sldNum" sz="quarter" idx="12"/>
          </p:nvPr>
        </p:nvSpPr>
        <p:spPr/>
        <p:txBody>
          <a:bodyPr/>
          <a:lstStyle>
            <a:lvl1pPr>
              <a:defRPr/>
            </a:lvl1pPr>
          </a:lstStyle>
          <a:p>
            <a:pPr>
              <a:defRPr/>
            </a:pPr>
            <a:fld id="{ED5043B8-795D-42D3-96F9-5C1853FFA222}" type="slidenum">
              <a:rPr lang="ar-SA" altLang="ar-IQ"/>
              <a:pPr>
                <a:defRPr/>
              </a:pPr>
              <a:t>‹#›</a:t>
            </a:fld>
            <a:endParaRPr lang="en-US" altLang="ar-IQ"/>
          </a:p>
        </p:txBody>
      </p:sp>
    </p:spTree>
    <p:extLst>
      <p:ext uri="{BB962C8B-B14F-4D97-AF65-F5344CB8AC3E}">
        <p14:creationId xmlns:p14="http://schemas.microsoft.com/office/powerpoint/2010/main" val="2757743781"/>
      </p:ext>
    </p:extLst>
  </p:cSld>
  <p:clrMapOvr>
    <a:masterClrMapping/>
  </p:clrMapOv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C2B8136E-33E3-9568-EA4B-27C72A53DDA2}"/>
              </a:ext>
            </a:extLst>
          </p:cNvPr>
          <p:cNvSpPr>
            <a:spLocks noGrp="1" noChangeArrowheads="1"/>
          </p:cNvSpPr>
          <p:nvPr>
            <p:ph type="dt" sz="half" idx="10"/>
          </p:nvPr>
        </p:nvSpPr>
        <p:spPr/>
        <p:txBody>
          <a:bodyPr/>
          <a:lstStyle>
            <a:lvl1pPr>
              <a:defRPr/>
            </a:lvl1pPr>
          </a:lstStyle>
          <a:p>
            <a:pPr>
              <a:defRPr/>
            </a:pPr>
            <a:fld id="{059066C4-302A-4641-849B-33808AB183E8}" type="datetime1">
              <a:rPr lang="hy-AM"/>
              <a:pPr>
                <a:defRPr/>
              </a:pPr>
              <a:t>21.10.2026</a:t>
            </a:fld>
            <a:endParaRPr lang="en-US"/>
          </a:p>
        </p:txBody>
      </p:sp>
      <p:sp>
        <p:nvSpPr>
          <p:cNvPr id="6" name="Rectangle 9">
            <a:extLst>
              <a:ext uri="{FF2B5EF4-FFF2-40B4-BE49-F238E27FC236}">
                <a16:creationId xmlns:a16="http://schemas.microsoft.com/office/drawing/2014/main" id="{794B0DFD-9D47-34BE-DFEF-2B5DC946DBB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5CB93DE4-0BF5-D802-EB72-F44BD209FB94}"/>
              </a:ext>
            </a:extLst>
          </p:cNvPr>
          <p:cNvSpPr>
            <a:spLocks noGrp="1" noChangeArrowheads="1"/>
          </p:cNvSpPr>
          <p:nvPr>
            <p:ph type="sldNum" sz="quarter" idx="12"/>
          </p:nvPr>
        </p:nvSpPr>
        <p:spPr/>
        <p:txBody>
          <a:bodyPr/>
          <a:lstStyle>
            <a:lvl1pPr>
              <a:defRPr/>
            </a:lvl1pPr>
          </a:lstStyle>
          <a:p>
            <a:pPr>
              <a:defRPr/>
            </a:pPr>
            <a:fld id="{DC0B5266-D919-4A70-8351-85486339B209}" type="slidenum">
              <a:rPr lang="ar-SA" altLang="ar-IQ"/>
              <a:pPr>
                <a:defRPr/>
              </a:pPr>
              <a:t>‹#›</a:t>
            </a:fld>
            <a:endParaRPr lang="en-US" altLang="ar-IQ"/>
          </a:p>
        </p:txBody>
      </p:sp>
    </p:spTree>
    <p:extLst>
      <p:ext uri="{BB962C8B-B14F-4D97-AF65-F5344CB8AC3E}">
        <p14:creationId xmlns:p14="http://schemas.microsoft.com/office/powerpoint/2010/main" val="169713625"/>
      </p:ext>
    </p:extLst>
  </p:cSld>
  <p:clrMapOvr>
    <a:masterClrMapping/>
  </p:clrMapOv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6E933D3A-BCE1-2BF1-9A9F-013CBE61D933}"/>
              </a:ext>
            </a:extLst>
          </p:cNvPr>
          <p:cNvSpPr>
            <a:spLocks noGrp="1" noChangeArrowheads="1"/>
          </p:cNvSpPr>
          <p:nvPr>
            <p:ph type="dt" sz="half" idx="10"/>
          </p:nvPr>
        </p:nvSpPr>
        <p:spPr/>
        <p:txBody>
          <a:bodyPr/>
          <a:lstStyle>
            <a:lvl1pPr>
              <a:defRPr/>
            </a:lvl1pPr>
          </a:lstStyle>
          <a:p>
            <a:pPr>
              <a:defRPr/>
            </a:pPr>
            <a:fld id="{5E0AE189-7E68-4B28-A7DF-A4435243FFFC}" type="datetime1">
              <a:rPr lang="hy-AM"/>
              <a:pPr>
                <a:defRPr/>
              </a:pPr>
              <a:t>21.10.2026</a:t>
            </a:fld>
            <a:endParaRPr lang="en-US"/>
          </a:p>
        </p:txBody>
      </p:sp>
      <p:sp>
        <p:nvSpPr>
          <p:cNvPr id="5" name="Rectangle 9">
            <a:extLst>
              <a:ext uri="{FF2B5EF4-FFF2-40B4-BE49-F238E27FC236}">
                <a16:creationId xmlns:a16="http://schemas.microsoft.com/office/drawing/2014/main" id="{6816C34F-E2C2-4C21-650F-94046084E77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8C4F779E-AC28-F629-3211-6CDC7F168F9D}"/>
              </a:ext>
            </a:extLst>
          </p:cNvPr>
          <p:cNvSpPr>
            <a:spLocks noGrp="1" noChangeArrowheads="1"/>
          </p:cNvSpPr>
          <p:nvPr>
            <p:ph type="sldNum" sz="quarter" idx="12"/>
          </p:nvPr>
        </p:nvSpPr>
        <p:spPr/>
        <p:txBody>
          <a:bodyPr/>
          <a:lstStyle>
            <a:lvl1pPr>
              <a:defRPr/>
            </a:lvl1pPr>
          </a:lstStyle>
          <a:p>
            <a:pPr>
              <a:defRPr/>
            </a:pPr>
            <a:fld id="{A35ABB62-72B5-4763-B22C-65C703672505}" type="slidenum">
              <a:rPr lang="ar-SA" altLang="ar-IQ"/>
              <a:pPr>
                <a:defRPr/>
              </a:pPr>
              <a:t>‹#›</a:t>
            </a:fld>
            <a:endParaRPr lang="en-US" altLang="ar-IQ"/>
          </a:p>
        </p:txBody>
      </p:sp>
    </p:spTree>
    <p:extLst>
      <p:ext uri="{BB962C8B-B14F-4D97-AF65-F5344CB8AC3E}">
        <p14:creationId xmlns:p14="http://schemas.microsoft.com/office/powerpoint/2010/main" val="1549118488"/>
      </p:ext>
    </p:extLst>
  </p:cSld>
  <p:clrMapOvr>
    <a:masterClrMapping/>
  </p:clrMapOv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ED727805-A4FE-2CEC-DBD1-192CD27163AC}"/>
              </a:ext>
            </a:extLst>
          </p:cNvPr>
          <p:cNvSpPr>
            <a:spLocks noGrp="1" noChangeArrowheads="1"/>
          </p:cNvSpPr>
          <p:nvPr>
            <p:ph type="dt" sz="half" idx="10"/>
          </p:nvPr>
        </p:nvSpPr>
        <p:spPr/>
        <p:txBody>
          <a:bodyPr/>
          <a:lstStyle>
            <a:lvl1pPr>
              <a:defRPr/>
            </a:lvl1pPr>
          </a:lstStyle>
          <a:p>
            <a:pPr>
              <a:defRPr/>
            </a:pPr>
            <a:fld id="{09C7309D-6482-40E6-B964-3AE8E03ECE78}" type="datetime1">
              <a:rPr lang="hy-AM"/>
              <a:pPr>
                <a:defRPr/>
              </a:pPr>
              <a:t>21.10.2026</a:t>
            </a:fld>
            <a:endParaRPr lang="en-US"/>
          </a:p>
        </p:txBody>
      </p:sp>
      <p:sp>
        <p:nvSpPr>
          <p:cNvPr id="5" name="Rectangle 9">
            <a:extLst>
              <a:ext uri="{FF2B5EF4-FFF2-40B4-BE49-F238E27FC236}">
                <a16:creationId xmlns:a16="http://schemas.microsoft.com/office/drawing/2014/main" id="{58269214-746B-36FD-D03F-6E39F00AC33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8AAE8DF7-F0EB-1400-1772-520892B5E92C}"/>
              </a:ext>
            </a:extLst>
          </p:cNvPr>
          <p:cNvSpPr>
            <a:spLocks noGrp="1" noChangeArrowheads="1"/>
          </p:cNvSpPr>
          <p:nvPr>
            <p:ph type="sldNum" sz="quarter" idx="12"/>
          </p:nvPr>
        </p:nvSpPr>
        <p:spPr/>
        <p:txBody>
          <a:bodyPr/>
          <a:lstStyle>
            <a:lvl1pPr>
              <a:defRPr/>
            </a:lvl1pPr>
          </a:lstStyle>
          <a:p>
            <a:pPr>
              <a:defRPr/>
            </a:pPr>
            <a:fld id="{A36B9477-64A0-4C97-BEDF-E516D3BEF12B}" type="slidenum">
              <a:rPr lang="ar-SA" altLang="ar-IQ"/>
              <a:pPr>
                <a:defRPr/>
              </a:pPr>
              <a:t>‹#›</a:t>
            </a:fld>
            <a:endParaRPr lang="en-US" altLang="ar-IQ"/>
          </a:p>
        </p:txBody>
      </p:sp>
    </p:spTree>
    <p:extLst>
      <p:ext uri="{BB962C8B-B14F-4D97-AF65-F5344CB8AC3E}">
        <p14:creationId xmlns:p14="http://schemas.microsoft.com/office/powerpoint/2010/main" val="551193567"/>
      </p:ext>
    </p:extLst>
  </p:cSld>
  <p:clrMapOvr>
    <a:masterClrMapping/>
  </p:clrMapOv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1BC6462-E388-F0CC-C5ED-43B6CB4A0499}"/>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F6E26896-D1A0-F194-2FDD-C9A258C9B2AD}"/>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93AA99E7-A953-602B-97FB-C705BDD286F9}"/>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07881B13-E8FA-E738-0A8F-4656468A1903}"/>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B0042D03-E4D0-DD18-8DF5-27B153BB8AF8}"/>
              </a:ext>
            </a:extLst>
          </p:cNvPr>
          <p:cNvSpPr>
            <a:spLocks noGrp="1" noChangeArrowheads="1"/>
          </p:cNvSpPr>
          <p:nvPr>
            <p:ph type="dt" sz="half" idx="10"/>
          </p:nvPr>
        </p:nvSpPr>
        <p:spPr/>
        <p:txBody>
          <a:bodyPr/>
          <a:lstStyle>
            <a:lvl1pPr>
              <a:defRPr/>
            </a:lvl1pPr>
          </a:lstStyle>
          <a:p>
            <a:pPr>
              <a:defRPr/>
            </a:pPr>
            <a:fld id="{D9FFE915-1BA3-4545-BDF1-0A1474C31004}" type="datetime1">
              <a:rPr lang="hy-AM"/>
              <a:pPr>
                <a:defRPr/>
              </a:pPr>
              <a:t>21.10.2026</a:t>
            </a:fld>
            <a:endParaRPr lang="en-US"/>
          </a:p>
        </p:txBody>
      </p:sp>
      <p:sp>
        <p:nvSpPr>
          <p:cNvPr id="7" name="Rectangle 9">
            <a:extLst>
              <a:ext uri="{FF2B5EF4-FFF2-40B4-BE49-F238E27FC236}">
                <a16:creationId xmlns:a16="http://schemas.microsoft.com/office/drawing/2014/main" id="{961C5246-B122-B2D1-0659-1462CD77764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1213F1E2-3C1A-FA78-71EC-BBC93F83A397}"/>
              </a:ext>
            </a:extLst>
          </p:cNvPr>
          <p:cNvSpPr>
            <a:spLocks noGrp="1" noChangeArrowheads="1"/>
          </p:cNvSpPr>
          <p:nvPr>
            <p:ph type="sldNum" sz="quarter" idx="12"/>
          </p:nvPr>
        </p:nvSpPr>
        <p:spPr/>
        <p:txBody>
          <a:bodyPr/>
          <a:lstStyle>
            <a:lvl1pPr>
              <a:defRPr/>
            </a:lvl1pPr>
          </a:lstStyle>
          <a:p>
            <a:pPr>
              <a:defRPr/>
            </a:pPr>
            <a:fld id="{240E8F5A-EF5E-4EC2-9A50-55D8B394B4B8}" type="slidenum">
              <a:rPr lang="ar-SA" altLang="ar-IQ"/>
              <a:pPr>
                <a:defRPr/>
              </a:pPr>
              <a:t>‹#›</a:t>
            </a:fld>
            <a:endParaRPr lang="en-US" altLang="ar-IQ"/>
          </a:p>
        </p:txBody>
      </p:sp>
    </p:spTree>
    <p:extLst>
      <p:ext uri="{BB962C8B-B14F-4D97-AF65-F5344CB8AC3E}">
        <p14:creationId xmlns:p14="http://schemas.microsoft.com/office/powerpoint/2010/main" val="3736936409"/>
      </p:ext>
    </p:extLst>
  </p:cSld>
  <p:clrMapOvr>
    <a:masterClrMapping/>
  </p:clrMapOv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8651284F-05AF-544B-5B85-6615F475B242}"/>
              </a:ext>
            </a:extLst>
          </p:cNvPr>
          <p:cNvSpPr>
            <a:spLocks noGrp="1" noChangeArrowheads="1"/>
          </p:cNvSpPr>
          <p:nvPr>
            <p:ph type="dt" sz="half" idx="10"/>
          </p:nvPr>
        </p:nvSpPr>
        <p:spPr/>
        <p:txBody>
          <a:bodyPr/>
          <a:lstStyle>
            <a:lvl1pPr>
              <a:defRPr/>
            </a:lvl1pPr>
          </a:lstStyle>
          <a:p>
            <a:pPr>
              <a:defRPr/>
            </a:pPr>
            <a:fld id="{EA80625B-2046-45EC-879E-8FBC30C84CEC}" type="datetime1">
              <a:rPr lang="hy-AM"/>
              <a:pPr>
                <a:defRPr/>
              </a:pPr>
              <a:t>21.10.2026</a:t>
            </a:fld>
            <a:endParaRPr lang="en-US"/>
          </a:p>
        </p:txBody>
      </p:sp>
      <p:sp>
        <p:nvSpPr>
          <p:cNvPr id="5" name="Rectangle 9">
            <a:extLst>
              <a:ext uri="{FF2B5EF4-FFF2-40B4-BE49-F238E27FC236}">
                <a16:creationId xmlns:a16="http://schemas.microsoft.com/office/drawing/2014/main" id="{EE907D66-F945-309E-8948-51B435DC105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3C2DD96E-3738-DC9C-530D-2F90DCEB5467}"/>
              </a:ext>
            </a:extLst>
          </p:cNvPr>
          <p:cNvSpPr>
            <a:spLocks noGrp="1" noChangeArrowheads="1"/>
          </p:cNvSpPr>
          <p:nvPr>
            <p:ph type="sldNum" sz="quarter" idx="12"/>
          </p:nvPr>
        </p:nvSpPr>
        <p:spPr/>
        <p:txBody>
          <a:bodyPr/>
          <a:lstStyle>
            <a:lvl1pPr>
              <a:defRPr/>
            </a:lvl1pPr>
          </a:lstStyle>
          <a:p>
            <a:pPr>
              <a:defRPr/>
            </a:pPr>
            <a:fld id="{802DB7F3-540B-4D91-8ED9-542AE05A4965}" type="slidenum">
              <a:rPr lang="ar-SA" altLang="ar-IQ"/>
              <a:pPr>
                <a:defRPr/>
              </a:pPr>
              <a:t>‹#›</a:t>
            </a:fld>
            <a:endParaRPr lang="en-US" altLang="ar-IQ"/>
          </a:p>
        </p:txBody>
      </p:sp>
    </p:spTree>
    <p:extLst>
      <p:ext uri="{BB962C8B-B14F-4D97-AF65-F5344CB8AC3E}">
        <p14:creationId xmlns:p14="http://schemas.microsoft.com/office/powerpoint/2010/main" val="1510400436"/>
      </p:ext>
    </p:extLst>
  </p:cSld>
  <p:clrMapOvr>
    <a:masterClrMapping/>
  </p:clrMapOv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4C792F6C-D281-3698-F23C-E3A6438BDED3}"/>
              </a:ext>
            </a:extLst>
          </p:cNvPr>
          <p:cNvSpPr>
            <a:spLocks noGrp="1" noChangeArrowheads="1"/>
          </p:cNvSpPr>
          <p:nvPr>
            <p:ph type="dt" sz="half" idx="10"/>
          </p:nvPr>
        </p:nvSpPr>
        <p:spPr/>
        <p:txBody>
          <a:bodyPr/>
          <a:lstStyle>
            <a:lvl1pPr>
              <a:defRPr/>
            </a:lvl1pPr>
          </a:lstStyle>
          <a:p>
            <a:pPr>
              <a:defRPr/>
            </a:pPr>
            <a:fld id="{D5C18811-2D7C-454E-B923-143936EB79B9}" type="datetime1">
              <a:rPr lang="hy-AM"/>
              <a:pPr>
                <a:defRPr/>
              </a:pPr>
              <a:t>21.10.2026</a:t>
            </a:fld>
            <a:endParaRPr lang="en-US"/>
          </a:p>
        </p:txBody>
      </p:sp>
      <p:sp>
        <p:nvSpPr>
          <p:cNvPr id="5" name="Rectangle 9">
            <a:extLst>
              <a:ext uri="{FF2B5EF4-FFF2-40B4-BE49-F238E27FC236}">
                <a16:creationId xmlns:a16="http://schemas.microsoft.com/office/drawing/2014/main" id="{86B623DC-5B71-1D38-1C4D-EF8A87680E6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23DA585B-87D1-800C-B2AC-921C61EB3F4B}"/>
              </a:ext>
            </a:extLst>
          </p:cNvPr>
          <p:cNvSpPr>
            <a:spLocks noGrp="1" noChangeArrowheads="1"/>
          </p:cNvSpPr>
          <p:nvPr>
            <p:ph type="sldNum" sz="quarter" idx="12"/>
          </p:nvPr>
        </p:nvSpPr>
        <p:spPr/>
        <p:txBody>
          <a:bodyPr/>
          <a:lstStyle>
            <a:lvl1pPr>
              <a:defRPr/>
            </a:lvl1pPr>
          </a:lstStyle>
          <a:p>
            <a:pPr>
              <a:defRPr/>
            </a:pPr>
            <a:fld id="{3F618744-D8FD-4537-8859-5C38C7005B31}" type="slidenum">
              <a:rPr lang="ar-SA" altLang="ar-IQ"/>
              <a:pPr>
                <a:defRPr/>
              </a:pPr>
              <a:t>‹#›</a:t>
            </a:fld>
            <a:endParaRPr lang="en-US" altLang="ar-IQ"/>
          </a:p>
        </p:txBody>
      </p:sp>
    </p:spTree>
    <p:extLst>
      <p:ext uri="{BB962C8B-B14F-4D97-AF65-F5344CB8AC3E}">
        <p14:creationId xmlns:p14="http://schemas.microsoft.com/office/powerpoint/2010/main" val="899827933"/>
      </p:ext>
    </p:extLst>
  </p:cSld>
  <p:clrMapOvr>
    <a:masterClrMapping/>
  </p:clrMapOv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F8730318-166B-63B4-A959-12D5FF7A37AC}"/>
              </a:ext>
            </a:extLst>
          </p:cNvPr>
          <p:cNvSpPr>
            <a:spLocks noGrp="1" noChangeArrowheads="1"/>
          </p:cNvSpPr>
          <p:nvPr>
            <p:ph type="dt" sz="half" idx="10"/>
          </p:nvPr>
        </p:nvSpPr>
        <p:spPr/>
        <p:txBody>
          <a:bodyPr/>
          <a:lstStyle>
            <a:lvl1pPr>
              <a:defRPr/>
            </a:lvl1pPr>
          </a:lstStyle>
          <a:p>
            <a:pPr>
              <a:defRPr/>
            </a:pPr>
            <a:fld id="{FBA80F87-C607-4F55-B60C-09F84B425E39}" type="datetime1">
              <a:rPr lang="hy-AM"/>
              <a:pPr>
                <a:defRPr/>
              </a:pPr>
              <a:t>21.10.2026</a:t>
            </a:fld>
            <a:endParaRPr lang="en-US"/>
          </a:p>
        </p:txBody>
      </p:sp>
      <p:sp>
        <p:nvSpPr>
          <p:cNvPr id="6" name="Rectangle 9">
            <a:extLst>
              <a:ext uri="{FF2B5EF4-FFF2-40B4-BE49-F238E27FC236}">
                <a16:creationId xmlns:a16="http://schemas.microsoft.com/office/drawing/2014/main" id="{871E0A9B-6319-ACD0-35A0-0DF4EA18B19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01956617-0E90-B5A2-11BF-329683124C56}"/>
              </a:ext>
            </a:extLst>
          </p:cNvPr>
          <p:cNvSpPr>
            <a:spLocks noGrp="1" noChangeArrowheads="1"/>
          </p:cNvSpPr>
          <p:nvPr>
            <p:ph type="sldNum" sz="quarter" idx="12"/>
          </p:nvPr>
        </p:nvSpPr>
        <p:spPr/>
        <p:txBody>
          <a:bodyPr/>
          <a:lstStyle>
            <a:lvl1pPr>
              <a:defRPr/>
            </a:lvl1pPr>
          </a:lstStyle>
          <a:p>
            <a:pPr>
              <a:defRPr/>
            </a:pPr>
            <a:fld id="{A30F283A-3BE5-4491-86C2-E28D6909096F}" type="slidenum">
              <a:rPr lang="ar-SA" altLang="ar-IQ"/>
              <a:pPr>
                <a:defRPr/>
              </a:pPr>
              <a:t>‹#›</a:t>
            </a:fld>
            <a:endParaRPr lang="en-US" altLang="ar-IQ"/>
          </a:p>
        </p:txBody>
      </p:sp>
    </p:spTree>
    <p:extLst>
      <p:ext uri="{BB962C8B-B14F-4D97-AF65-F5344CB8AC3E}">
        <p14:creationId xmlns:p14="http://schemas.microsoft.com/office/powerpoint/2010/main" val="3885464886"/>
      </p:ext>
    </p:extLst>
  </p:cSld>
  <p:clrMapOvr>
    <a:masterClrMapping/>
  </p:clrMapOv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7E6E6D8F-CD2B-DC00-92EE-28B749B4D13E}"/>
              </a:ext>
            </a:extLst>
          </p:cNvPr>
          <p:cNvSpPr>
            <a:spLocks noGrp="1" noChangeArrowheads="1"/>
          </p:cNvSpPr>
          <p:nvPr>
            <p:ph type="dt" sz="half" idx="10"/>
          </p:nvPr>
        </p:nvSpPr>
        <p:spPr/>
        <p:txBody>
          <a:bodyPr/>
          <a:lstStyle>
            <a:lvl1pPr>
              <a:defRPr/>
            </a:lvl1pPr>
          </a:lstStyle>
          <a:p>
            <a:pPr>
              <a:defRPr/>
            </a:pPr>
            <a:fld id="{335A9AFD-D78F-452F-96AC-F705F5B9E057}" type="datetime1">
              <a:rPr lang="hy-AM"/>
              <a:pPr>
                <a:defRPr/>
              </a:pPr>
              <a:t>21.10.2026</a:t>
            </a:fld>
            <a:endParaRPr lang="en-US"/>
          </a:p>
        </p:txBody>
      </p:sp>
      <p:sp>
        <p:nvSpPr>
          <p:cNvPr id="8" name="Rectangle 9">
            <a:extLst>
              <a:ext uri="{FF2B5EF4-FFF2-40B4-BE49-F238E27FC236}">
                <a16:creationId xmlns:a16="http://schemas.microsoft.com/office/drawing/2014/main" id="{41A2EEFC-2F76-3DF8-6698-794C018153B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94C153DD-63DC-0AA0-6C6E-712CD96BFF24}"/>
              </a:ext>
            </a:extLst>
          </p:cNvPr>
          <p:cNvSpPr>
            <a:spLocks noGrp="1" noChangeArrowheads="1"/>
          </p:cNvSpPr>
          <p:nvPr>
            <p:ph type="sldNum" sz="quarter" idx="12"/>
          </p:nvPr>
        </p:nvSpPr>
        <p:spPr/>
        <p:txBody>
          <a:bodyPr/>
          <a:lstStyle>
            <a:lvl1pPr>
              <a:defRPr/>
            </a:lvl1pPr>
          </a:lstStyle>
          <a:p>
            <a:pPr>
              <a:defRPr/>
            </a:pPr>
            <a:fld id="{D625E1EC-A8FC-4D63-928D-492738E1E631}" type="slidenum">
              <a:rPr lang="ar-SA" altLang="ar-IQ"/>
              <a:pPr>
                <a:defRPr/>
              </a:pPr>
              <a:t>‹#›</a:t>
            </a:fld>
            <a:endParaRPr lang="en-US" altLang="ar-IQ"/>
          </a:p>
        </p:txBody>
      </p:sp>
    </p:spTree>
    <p:extLst>
      <p:ext uri="{BB962C8B-B14F-4D97-AF65-F5344CB8AC3E}">
        <p14:creationId xmlns:p14="http://schemas.microsoft.com/office/powerpoint/2010/main" val="725585949"/>
      </p:ext>
    </p:extLst>
  </p:cSld>
  <p:clrMapOvr>
    <a:masterClrMapping/>
  </p:clrMapOv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923FAB7A-65A3-EB31-6504-C228A3313F5E}"/>
              </a:ext>
            </a:extLst>
          </p:cNvPr>
          <p:cNvSpPr>
            <a:spLocks noGrp="1" noChangeArrowheads="1"/>
          </p:cNvSpPr>
          <p:nvPr>
            <p:ph type="dt" sz="half" idx="10"/>
          </p:nvPr>
        </p:nvSpPr>
        <p:spPr/>
        <p:txBody>
          <a:bodyPr/>
          <a:lstStyle>
            <a:lvl1pPr>
              <a:defRPr/>
            </a:lvl1pPr>
          </a:lstStyle>
          <a:p>
            <a:pPr>
              <a:defRPr/>
            </a:pPr>
            <a:fld id="{DB2F4AD0-2ACF-486B-9AD3-D5634BAE66A3}" type="datetime1">
              <a:rPr lang="hy-AM"/>
              <a:pPr>
                <a:defRPr/>
              </a:pPr>
              <a:t>21.10.2026</a:t>
            </a:fld>
            <a:endParaRPr lang="en-US"/>
          </a:p>
        </p:txBody>
      </p:sp>
      <p:sp>
        <p:nvSpPr>
          <p:cNvPr id="4" name="Rectangle 9">
            <a:extLst>
              <a:ext uri="{FF2B5EF4-FFF2-40B4-BE49-F238E27FC236}">
                <a16:creationId xmlns:a16="http://schemas.microsoft.com/office/drawing/2014/main" id="{1468B0EE-1DA8-26FB-3430-F67C13EDC47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5D7C80CB-912A-1297-3A41-73F83B5D0171}"/>
              </a:ext>
            </a:extLst>
          </p:cNvPr>
          <p:cNvSpPr>
            <a:spLocks noGrp="1" noChangeArrowheads="1"/>
          </p:cNvSpPr>
          <p:nvPr>
            <p:ph type="sldNum" sz="quarter" idx="12"/>
          </p:nvPr>
        </p:nvSpPr>
        <p:spPr/>
        <p:txBody>
          <a:bodyPr/>
          <a:lstStyle>
            <a:lvl1pPr>
              <a:defRPr/>
            </a:lvl1pPr>
          </a:lstStyle>
          <a:p>
            <a:pPr>
              <a:defRPr/>
            </a:pPr>
            <a:fld id="{92130EBC-3DF5-4D39-AB66-6D0BA190E7A9}" type="slidenum">
              <a:rPr lang="ar-SA" altLang="ar-IQ"/>
              <a:pPr>
                <a:defRPr/>
              </a:pPr>
              <a:t>‹#›</a:t>
            </a:fld>
            <a:endParaRPr lang="en-US" altLang="ar-IQ"/>
          </a:p>
        </p:txBody>
      </p:sp>
    </p:spTree>
    <p:extLst>
      <p:ext uri="{BB962C8B-B14F-4D97-AF65-F5344CB8AC3E}">
        <p14:creationId xmlns:p14="http://schemas.microsoft.com/office/powerpoint/2010/main" val="1052296118"/>
      </p:ext>
    </p:extLst>
  </p:cSld>
  <p:clrMapOvr>
    <a:masterClrMapping/>
  </p:clrMapOv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EEBA684F-71C8-74F4-EB51-5C050B11FA69}"/>
              </a:ext>
            </a:extLst>
          </p:cNvPr>
          <p:cNvSpPr>
            <a:spLocks noGrp="1" noChangeArrowheads="1"/>
          </p:cNvSpPr>
          <p:nvPr>
            <p:ph type="dt" sz="half" idx="10"/>
          </p:nvPr>
        </p:nvSpPr>
        <p:spPr/>
        <p:txBody>
          <a:bodyPr/>
          <a:lstStyle>
            <a:lvl1pPr>
              <a:defRPr/>
            </a:lvl1pPr>
          </a:lstStyle>
          <a:p>
            <a:pPr>
              <a:defRPr/>
            </a:pPr>
            <a:fld id="{C8EC9B02-89C3-4E5B-8CCC-C2F5746561CA}" type="datetime1">
              <a:rPr lang="hy-AM"/>
              <a:pPr>
                <a:defRPr/>
              </a:pPr>
              <a:t>21.10.2026</a:t>
            </a:fld>
            <a:endParaRPr lang="en-US"/>
          </a:p>
        </p:txBody>
      </p:sp>
      <p:sp>
        <p:nvSpPr>
          <p:cNvPr id="3" name="Rectangle 9">
            <a:extLst>
              <a:ext uri="{FF2B5EF4-FFF2-40B4-BE49-F238E27FC236}">
                <a16:creationId xmlns:a16="http://schemas.microsoft.com/office/drawing/2014/main" id="{9CD623BF-C624-86E7-D037-D15CD4F318D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211F286F-16F5-E3BC-FBA6-D2E174641339}"/>
              </a:ext>
            </a:extLst>
          </p:cNvPr>
          <p:cNvSpPr>
            <a:spLocks noGrp="1" noChangeArrowheads="1"/>
          </p:cNvSpPr>
          <p:nvPr>
            <p:ph type="sldNum" sz="quarter" idx="12"/>
          </p:nvPr>
        </p:nvSpPr>
        <p:spPr/>
        <p:txBody>
          <a:bodyPr/>
          <a:lstStyle>
            <a:lvl1pPr>
              <a:defRPr/>
            </a:lvl1pPr>
          </a:lstStyle>
          <a:p>
            <a:pPr>
              <a:defRPr/>
            </a:pPr>
            <a:fld id="{30E1453D-BE54-4BAA-8228-85774DEBC3FB}" type="slidenum">
              <a:rPr lang="ar-SA" altLang="ar-IQ"/>
              <a:pPr>
                <a:defRPr/>
              </a:pPr>
              <a:t>‹#›</a:t>
            </a:fld>
            <a:endParaRPr lang="en-US" altLang="ar-IQ"/>
          </a:p>
        </p:txBody>
      </p:sp>
    </p:spTree>
    <p:extLst>
      <p:ext uri="{BB962C8B-B14F-4D97-AF65-F5344CB8AC3E}">
        <p14:creationId xmlns:p14="http://schemas.microsoft.com/office/powerpoint/2010/main" val="3449676401"/>
      </p:ext>
    </p:extLst>
  </p:cSld>
  <p:clrMapOvr>
    <a:masterClrMapping/>
  </p:clrMapOv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3EA1921B-7439-5A51-710C-9EFBDCDA9AA2}"/>
              </a:ext>
            </a:extLst>
          </p:cNvPr>
          <p:cNvSpPr>
            <a:spLocks noGrp="1" noChangeArrowheads="1"/>
          </p:cNvSpPr>
          <p:nvPr>
            <p:ph type="dt" sz="half" idx="10"/>
          </p:nvPr>
        </p:nvSpPr>
        <p:spPr/>
        <p:txBody>
          <a:bodyPr/>
          <a:lstStyle>
            <a:lvl1pPr>
              <a:defRPr/>
            </a:lvl1pPr>
          </a:lstStyle>
          <a:p>
            <a:pPr>
              <a:defRPr/>
            </a:pPr>
            <a:fld id="{4F454680-8077-48DA-AECA-D5077A112F90}" type="datetime1">
              <a:rPr lang="hy-AM"/>
              <a:pPr>
                <a:defRPr/>
              </a:pPr>
              <a:t>21.10.2026</a:t>
            </a:fld>
            <a:endParaRPr lang="en-US"/>
          </a:p>
        </p:txBody>
      </p:sp>
      <p:sp>
        <p:nvSpPr>
          <p:cNvPr id="6" name="Rectangle 9">
            <a:extLst>
              <a:ext uri="{FF2B5EF4-FFF2-40B4-BE49-F238E27FC236}">
                <a16:creationId xmlns:a16="http://schemas.microsoft.com/office/drawing/2014/main" id="{3439FA55-1F77-8F2E-955A-C23C0A01E4E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E94D740C-BAEB-0C31-CB05-ACEC6E8698B4}"/>
              </a:ext>
            </a:extLst>
          </p:cNvPr>
          <p:cNvSpPr>
            <a:spLocks noGrp="1" noChangeArrowheads="1"/>
          </p:cNvSpPr>
          <p:nvPr>
            <p:ph type="sldNum" sz="quarter" idx="12"/>
          </p:nvPr>
        </p:nvSpPr>
        <p:spPr/>
        <p:txBody>
          <a:bodyPr/>
          <a:lstStyle>
            <a:lvl1pPr>
              <a:defRPr/>
            </a:lvl1pPr>
          </a:lstStyle>
          <a:p>
            <a:pPr>
              <a:defRPr/>
            </a:pPr>
            <a:fld id="{72F76509-E26A-4D4A-AA50-5E38685D3831}" type="slidenum">
              <a:rPr lang="ar-SA" altLang="ar-IQ"/>
              <a:pPr>
                <a:defRPr/>
              </a:pPr>
              <a:t>‹#›</a:t>
            </a:fld>
            <a:endParaRPr lang="en-US" altLang="ar-IQ"/>
          </a:p>
        </p:txBody>
      </p:sp>
    </p:spTree>
    <p:extLst>
      <p:ext uri="{BB962C8B-B14F-4D97-AF65-F5344CB8AC3E}">
        <p14:creationId xmlns:p14="http://schemas.microsoft.com/office/powerpoint/2010/main" val="2767585478"/>
      </p:ext>
    </p:extLst>
  </p:cSld>
  <p:clrMapOvr>
    <a:masterClrMapping/>
  </p:clrMapOvr>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9233AD9F-2B8F-0404-1A66-184630CF7E8C}"/>
              </a:ext>
            </a:extLst>
          </p:cNvPr>
          <p:cNvSpPr>
            <a:spLocks noGrp="1" noChangeArrowheads="1"/>
          </p:cNvSpPr>
          <p:nvPr>
            <p:ph type="dt" sz="half" idx="10"/>
          </p:nvPr>
        </p:nvSpPr>
        <p:spPr/>
        <p:txBody>
          <a:bodyPr/>
          <a:lstStyle>
            <a:lvl1pPr>
              <a:defRPr/>
            </a:lvl1pPr>
          </a:lstStyle>
          <a:p>
            <a:pPr>
              <a:defRPr/>
            </a:pPr>
            <a:fld id="{71917E80-DA16-4931-BFB8-DFA8C56571AD}" type="datetime1">
              <a:rPr lang="hy-AM"/>
              <a:pPr>
                <a:defRPr/>
              </a:pPr>
              <a:t>21.10.2026</a:t>
            </a:fld>
            <a:endParaRPr lang="en-US"/>
          </a:p>
        </p:txBody>
      </p:sp>
      <p:sp>
        <p:nvSpPr>
          <p:cNvPr id="6" name="Rectangle 9">
            <a:extLst>
              <a:ext uri="{FF2B5EF4-FFF2-40B4-BE49-F238E27FC236}">
                <a16:creationId xmlns:a16="http://schemas.microsoft.com/office/drawing/2014/main" id="{10D1EEA1-3CE0-3270-F405-BD61BBE0F7C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8E729C88-838D-9AD9-305B-6AF947EB86C6}"/>
              </a:ext>
            </a:extLst>
          </p:cNvPr>
          <p:cNvSpPr>
            <a:spLocks noGrp="1" noChangeArrowheads="1"/>
          </p:cNvSpPr>
          <p:nvPr>
            <p:ph type="sldNum" sz="quarter" idx="12"/>
          </p:nvPr>
        </p:nvSpPr>
        <p:spPr/>
        <p:txBody>
          <a:bodyPr/>
          <a:lstStyle>
            <a:lvl1pPr>
              <a:defRPr/>
            </a:lvl1pPr>
          </a:lstStyle>
          <a:p>
            <a:pPr>
              <a:defRPr/>
            </a:pPr>
            <a:fld id="{5861DCCD-A071-4AE8-8E92-4196546D0769}" type="slidenum">
              <a:rPr lang="ar-SA" altLang="ar-IQ"/>
              <a:pPr>
                <a:defRPr/>
              </a:pPr>
              <a:t>‹#›</a:t>
            </a:fld>
            <a:endParaRPr lang="en-US" altLang="ar-IQ"/>
          </a:p>
        </p:txBody>
      </p:sp>
    </p:spTree>
    <p:extLst>
      <p:ext uri="{BB962C8B-B14F-4D97-AF65-F5344CB8AC3E}">
        <p14:creationId xmlns:p14="http://schemas.microsoft.com/office/powerpoint/2010/main" val="2697987976"/>
      </p:ext>
    </p:extLst>
  </p:cSld>
  <p:clrMapOvr>
    <a:masterClrMapping/>
  </p:clrMapOv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AE0CC20B-F6C3-CF75-01F7-21B02F42DC0E}"/>
              </a:ext>
            </a:extLst>
          </p:cNvPr>
          <p:cNvSpPr>
            <a:spLocks noGrp="1" noChangeArrowheads="1"/>
          </p:cNvSpPr>
          <p:nvPr>
            <p:ph type="dt" sz="half" idx="10"/>
          </p:nvPr>
        </p:nvSpPr>
        <p:spPr/>
        <p:txBody>
          <a:bodyPr/>
          <a:lstStyle>
            <a:lvl1pPr>
              <a:defRPr/>
            </a:lvl1pPr>
          </a:lstStyle>
          <a:p>
            <a:pPr>
              <a:defRPr/>
            </a:pPr>
            <a:fld id="{5324590C-5BAF-41A4-AF8F-15E2D2370FE3}" type="datetime1">
              <a:rPr lang="hy-AM"/>
              <a:pPr>
                <a:defRPr/>
              </a:pPr>
              <a:t>21.10.2026</a:t>
            </a:fld>
            <a:endParaRPr lang="en-US"/>
          </a:p>
        </p:txBody>
      </p:sp>
      <p:sp>
        <p:nvSpPr>
          <p:cNvPr id="5" name="Rectangle 9">
            <a:extLst>
              <a:ext uri="{FF2B5EF4-FFF2-40B4-BE49-F238E27FC236}">
                <a16:creationId xmlns:a16="http://schemas.microsoft.com/office/drawing/2014/main" id="{6C220106-FABB-8363-E3BC-588140DC8C1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130D373F-C99F-F651-8EFF-9BD0E18BB6BA}"/>
              </a:ext>
            </a:extLst>
          </p:cNvPr>
          <p:cNvSpPr>
            <a:spLocks noGrp="1" noChangeArrowheads="1"/>
          </p:cNvSpPr>
          <p:nvPr>
            <p:ph type="sldNum" sz="quarter" idx="12"/>
          </p:nvPr>
        </p:nvSpPr>
        <p:spPr/>
        <p:txBody>
          <a:bodyPr/>
          <a:lstStyle>
            <a:lvl1pPr>
              <a:defRPr/>
            </a:lvl1pPr>
          </a:lstStyle>
          <a:p>
            <a:pPr>
              <a:defRPr/>
            </a:pPr>
            <a:fld id="{7D51270F-51D9-4F65-8DEA-3CFCFB91458D}" type="slidenum">
              <a:rPr lang="ar-SA" altLang="ar-IQ"/>
              <a:pPr>
                <a:defRPr/>
              </a:pPr>
              <a:t>‹#›</a:t>
            </a:fld>
            <a:endParaRPr lang="en-US" altLang="ar-IQ"/>
          </a:p>
        </p:txBody>
      </p:sp>
    </p:spTree>
    <p:extLst>
      <p:ext uri="{BB962C8B-B14F-4D97-AF65-F5344CB8AC3E}">
        <p14:creationId xmlns:p14="http://schemas.microsoft.com/office/powerpoint/2010/main" val="71043089"/>
      </p:ext>
    </p:extLst>
  </p:cSld>
  <p:clrMapOvr>
    <a:masterClrMapping/>
  </p:clrMapOv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6A3F3A02-6FAA-F37E-7B12-6C8761C80A21}"/>
              </a:ext>
            </a:extLst>
          </p:cNvPr>
          <p:cNvSpPr>
            <a:spLocks noGrp="1" noChangeArrowheads="1"/>
          </p:cNvSpPr>
          <p:nvPr>
            <p:ph type="dt" sz="half" idx="10"/>
          </p:nvPr>
        </p:nvSpPr>
        <p:spPr/>
        <p:txBody>
          <a:bodyPr/>
          <a:lstStyle>
            <a:lvl1pPr>
              <a:defRPr/>
            </a:lvl1pPr>
          </a:lstStyle>
          <a:p>
            <a:pPr>
              <a:defRPr/>
            </a:pPr>
            <a:fld id="{F174DB37-D4B4-43EC-A8F3-9C34CA70B832}" type="datetime1">
              <a:rPr lang="hy-AM"/>
              <a:pPr>
                <a:defRPr/>
              </a:pPr>
              <a:t>21.10.2026</a:t>
            </a:fld>
            <a:endParaRPr lang="en-US"/>
          </a:p>
        </p:txBody>
      </p:sp>
      <p:sp>
        <p:nvSpPr>
          <p:cNvPr id="5" name="Rectangle 9">
            <a:extLst>
              <a:ext uri="{FF2B5EF4-FFF2-40B4-BE49-F238E27FC236}">
                <a16:creationId xmlns:a16="http://schemas.microsoft.com/office/drawing/2014/main" id="{F64FC92E-B878-6910-8DBE-0BC8F853F76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F487415C-11D3-9C2D-1BE5-30AD85556D74}"/>
              </a:ext>
            </a:extLst>
          </p:cNvPr>
          <p:cNvSpPr>
            <a:spLocks noGrp="1" noChangeArrowheads="1"/>
          </p:cNvSpPr>
          <p:nvPr>
            <p:ph type="sldNum" sz="quarter" idx="12"/>
          </p:nvPr>
        </p:nvSpPr>
        <p:spPr/>
        <p:txBody>
          <a:bodyPr/>
          <a:lstStyle>
            <a:lvl1pPr>
              <a:defRPr/>
            </a:lvl1pPr>
          </a:lstStyle>
          <a:p>
            <a:pPr>
              <a:defRPr/>
            </a:pPr>
            <a:fld id="{72495967-7F85-4538-9DC4-0B33D440EF46}" type="slidenum">
              <a:rPr lang="ar-SA" altLang="ar-IQ"/>
              <a:pPr>
                <a:defRPr/>
              </a:pPr>
              <a:t>‹#›</a:t>
            </a:fld>
            <a:endParaRPr lang="en-US" altLang="ar-IQ"/>
          </a:p>
        </p:txBody>
      </p:sp>
    </p:spTree>
    <p:extLst>
      <p:ext uri="{BB962C8B-B14F-4D97-AF65-F5344CB8AC3E}">
        <p14:creationId xmlns:p14="http://schemas.microsoft.com/office/powerpoint/2010/main" val="4218339924"/>
      </p:ext>
    </p:extLst>
  </p:cSld>
  <p:clrMapOvr>
    <a:masterClrMapping/>
  </p:clrMapOv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67E0978-42DD-C3DA-CAC2-E83A5FF2807F}"/>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EDF5D5A0-F62B-1D8A-6656-670A38BACAE9}"/>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F4CB312F-A727-A7A1-B377-09473D95F959}"/>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ECF8C53B-0146-CEED-A5D3-CC0B9399D828}"/>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2501ABA5-DCE9-E80C-950C-7B0355DA3DB6}"/>
              </a:ext>
            </a:extLst>
          </p:cNvPr>
          <p:cNvSpPr>
            <a:spLocks noGrp="1" noChangeArrowheads="1"/>
          </p:cNvSpPr>
          <p:nvPr>
            <p:ph type="dt" sz="half" idx="10"/>
          </p:nvPr>
        </p:nvSpPr>
        <p:spPr/>
        <p:txBody>
          <a:bodyPr/>
          <a:lstStyle>
            <a:lvl1pPr>
              <a:defRPr/>
            </a:lvl1pPr>
          </a:lstStyle>
          <a:p>
            <a:pPr>
              <a:defRPr/>
            </a:pPr>
            <a:fld id="{F2259E1B-DC1B-4985-824F-7717901B8178}" type="datetime1">
              <a:rPr lang="hy-AM"/>
              <a:pPr>
                <a:defRPr/>
              </a:pPr>
              <a:t>21.10.2026</a:t>
            </a:fld>
            <a:endParaRPr lang="en-US"/>
          </a:p>
        </p:txBody>
      </p:sp>
      <p:sp>
        <p:nvSpPr>
          <p:cNvPr id="7" name="Rectangle 9">
            <a:extLst>
              <a:ext uri="{FF2B5EF4-FFF2-40B4-BE49-F238E27FC236}">
                <a16:creationId xmlns:a16="http://schemas.microsoft.com/office/drawing/2014/main" id="{FC43F941-37DD-7492-5956-24C603C2D1A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B7367288-5A13-5111-7612-442BE0251440}"/>
              </a:ext>
            </a:extLst>
          </p:cNvPr>
          <p:cNvSpPr>
            <a:spLocks noGrp="1" noChangeArrowheads="1"/>
          </p:cNvSpPr>
          <p:nvPr>
            <p:ph type="sldNum" sz="quarter" idx="12"/>
          </p:nvPr>
        </p:nvSpPr>
        <p:spPr/>
        <p:txBody>
          <a:bodyPr/>
          <a:lstStyle>
            <a:lvl1pPr>
              <a:defRPr/>
            </a:lvl1pPr>
          </a:lstStyle>
          <a:p>
            <a:pPr>
              <a:defRPr/>
            </a:pPr>
            <a:fld id="{2AA066C2-80AF-4A86-AA50-171A3CED1E92}" type="slidenum">
              <a:rPr lang="ar-SA" altLang="ar-IQ"/>
              <a:pPr>
                <a:defRPr/>
              </a:pPr>
              <a:t>‹#›</a:t>
            </a:fld>
            <a:endParaRPr lang="en-US" altLang="ar-IQ"/>
          </a:p>
        </p:txBody>
      </p:sp>
    </p:spTree>
    <p:extLst>
      <p:ext uri="{BB962C8B-B14F-4D97-AF65-F5344CB8AC3E}">
        <p14:creationId xmlns:p14="http://schemas.microsoft.com/office/powerpoint/2010/main" val="2602545651"/>
      </p:ext>
    </p:extLst>
  </p:cSld>
  <p:clrMapOvr>
    <a:masterClrMapping/>
  </p:clrMapOv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F484C0B1-6CC2-331B-C6F3-82249BBBBDE4}"/>
              </a:ext>
            </a:extLst>
          </p:cNvPr>
          <p:cNvSpPr>
            <a:spLocks noGrp="1" noChangeArrowheads="1"/>
          </p:cNvSpPr>
          <p:nvPr>
            <p:ph type="dt" sz="half" idx="10"/>
          </p:nvPr>
        </p:nvSpPr>
        <p:spPr/>
        <p:txBody>
          <a:bodyPr/>
          <a:lstStyle>
            <a:lvl1pPr>
              <a:defRPr/>
            </a:lvl1pPr>
          </a:lstStyle>
          <a:p>
            <a:pPr>
              <a:defRPr/>
            </a:pPr>
            <a:fld id="{89A626E3-3A64-47F8-9EEB-695AEF30A3A7}" type="datetime1">
              <a:rPr lang="hy-AM"/>
              <a:pPr>
                <a:defRPr/>
              </a:pPr>
              <a:t>21.10.2026</a:t>
            </a:fld>
            <a:endParaRPr lang="en-US"/>
          </a:p>
        </p:txBody>
      </p:sp>
      <p:sp>
        <p:nvSpPr>
          <p:cNvPr id="5" name="Rectangle 9">
            <a:extLst>
              <a:ext uri="{FF2B5EF4-FFF2-40B4-BE49-F238E27FC236}">
                <a16:creationId xmlns:a16="http://schemas.microsoft.com/office/drawing/2014/main" id="{5D3324F8-6025-852D-6363-0A9F795A009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E916D9A6-1F09-4008-F85A-380323363DD8}"/>
              </a:ext>
            </a:extLst>
          </p:cNvPr>
          <p:cNvSpPr>
            <a:spLocks noGrp="1" noChangeArrowheads="1"/>
          </p:cNvSpPr>
          <p:nvPr>
            <p:ph type="sldNum" sz="quarter" idx="12"/>
          </p:nvPr>
        </p:nvSpPr>
        <p:spPr/>
        <p:txBody>
          <a:bodyPr/>
          <a:lstStyle>
            <a:lvl1pPr>
              <a:defRPr/>
            </a:lvl1pPr>
          </a:lstStyle>
          <a:p>
            <a:pPr>
              <a:defRPr/>
            </a:pPr>
            <a:fld id="{E10C0510-0DC0-4926-B807-6F92D1ED6154}" type="slidenum">
              <a:rPr lang="ar-SA" altLang="ar-IQ"/>
              <a:pPr>
                <a:defRPr/>
              </a:pPr>
              <a:t>‹#›</a:t>
            </a:fld>
            <a:endParaRPr lang="en-US" altLang="ar-IQ"/>
          </a:p>
        </p:txBody>
      </p:sp>
    </p:spTree>
    <p:extLst>
      <p:ext uri="{BB962C8B-B14F-4D97-AF65-F5344CB8AC3E}">
        <p14:creationId xmlns:p14="http://schemas.microsoft.com/office/powerpoint/2010/main" val="4233419267"/>
      </p:ext>
    </p:extLst>
  </p:cSld>
  <p:clrMapOvr>
    <a:masterClrMapping/>
  </p:clrMapOv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4F76E652-30DF-73F2-F5CD-EE2DB6A71B35}"/>
              </a:ext>
            </a:extLst>
          </p:cNvPr>
          <p:cNvSpPr>
            <a:spLocks noGrp="1" noChangeArrowheads="1"/>
          </p:cNvSpPr>
          <p:nvPr>
            <p:ph type="dt" sz="half" idx="10"/>
          </p:nvPr>
        </p:nvSpPr>
        <p:spPr/>
        <p:txBody>
          <a:bodyPr/>
          <a:lstStyle>
            <a:lvl1pPr>
              <a:defRPr/>
            </a:lvl1pPr>
          </a:lstStyle>
          <a:p>
            <a:pPr>
              <a:defRPr/>
            </a:pPr>
            <a:fld id="{5C3EB39D-3FF4-4425-9074-32F1B974DF89}" type="datetime1">
              <a:rPr lang="hy-AM"/>
              <a:pPr>
                <a:defRPr/>
              </a:pPr>
              <a:t>21.10.2026</a:t>
            </a:fld>
            <a:endParaRPr lang="en-US"/>
          </a:p>
        </p:txBody>
      </p:sp>
      <p:sp>
        <p:nvSpPr>
          <p:cNvPr id="5" name="Rectangle 9">
            <a:extLst>
              <a:ext uri="{FF2B5EF4-FFF2-40B4-BE49-F238E27FC236}">
                <a16:creationId xmlns:a16="http://schemas.microsoft.com/office/drawing/2014/main" id="{47E330A1-9642-2B97-2BB0-E48E117C541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BE600C6C-96B1-2304-57EB-9E1CD79385A3}"/>
              </a:ext>
            </a:extLst>
          </p:cNvPr>
          <p:cNvSpPr>
            <a:spLocks noGrp="1" noChangeArrowheads="1"/>
          </p:cNvSpPr>
          <p:nvPr>
            <p:ph type="sldNum" sz="quarter" idx="12"/>
          </p:nvPr>
        </p:nvSpPr>
        <p:spPr/>
        <p:txBody>
          <a:bodyPr/>
          <a:lstStyle>
            <a:lvl1pPr>
              <a:defRPr/>
            </a:lvl1pPr>
          </a:lstStyle>
          <a:p>
            <a:pPr>
              <a:defRPr/>
            </a:pPr>
            <a:fld id="{62E1256C-E85B-440A-A0DE-EE2C3FBC06CF}" type="slidenum">
              <a:rPr lang="ar-SA" altLang="ar-IQ"/>
              <a:pPr>
                <a:defRPr/>
              </a:pPr>
              <a:t>‹#›</a:t>
            </a:fld>
            <a:endParaRPr lang="en-US" altLang="ar-IQ"/>
          </a:p>
        </p:txBody>
      </p:sp>
    </p:spTree>
    <p:extLst>
      <p:ext uri="{BB962C8B-B14F-4D97-AF65-F5344CB8AC3E}">
        <p14:creationId xmlns:p14="http://schemas.microsoft.com/office/powerpoint/2010/main" val="3772376242"/>
      </p:ext>
    </p:extLst>
  </p:cSld>
  <p:clrMapOvr>
    <a:masterClrMapping/>
  </p:clrMapOv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97AC1401-C6B3-0BF9-216A-3C9AA6FEB9BD}"/>
              </a:ext>
            </a:extLst>
          </p:cNvPr>
          <p:cNvSpPr>
            <a:spLocks noGrp="1" noChangeArrowheads="1"/>
          </p:cNvSpPr>
          <p:nvPr>
            <p:ph type="dt" sz="half" idx="10"/>
          </p:nvPr>
        </p:nvSpPr>
        <p:spPr/>
        <p:txBody>
          <a:bodyPr/>
          <a:lstStyle>
            <a:lvl1pPr>
              <a:defRPr/>
            </a:lvl1pPr>
          </a:lstStyle>
          <a:p>
            <a:pPr>
              <a:defRPr/>
            </a:pPr>
            <a:fld id="{1B7A1B29-A2EF-4BBE-B05A-2AC96C9BFC5B}" type="datetime1">
              <a:rPr lang="hy-AM"/>
              <a:pPr>
                <a:defRPr/>
              </a:pPr>
              <a:t>21.10.2026</a:t>
            </a:fld>
            <a:endParaRPr lang="en-US"/>
          </a:p>
        </p:txBody>
      </p:sp>
      <p:sp>
        <p:nvSpPr>
          <p:cNvPr id="6" name="Rectangle 9">
            <a:extLst>
              <a:ext uri="{FF2B5EF4-FFF2-40B4-BE49-F238E27FC236}">
                <a16:creationId xmlns:a16="http://schemas.microsoft.com/office/drawing/2014/main" id="{ECBCF8E5-EE68-5312-9B50-A442108EEC1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2CD63507-4AEF-89F1-3167-2BFC861712A1}"/>
              </a:ext>
            </a:extLst>
          </p:cNvPr>
          <p:cNvSpPr>
            <a:spLocks noGrp="1" noChangeArrowheads="1"/>
          </p:cNvSpPr>
          <p:nvPr>
            <p:ph type="sldNum" sz="quarter" idx="12"/>
          </p:nvPr>
        </p:nvSpPr>
        <p:spPr/>
        <p:txBody>
          <a:bodyPr/>
          <a:lstStyle>
            <a:lvl1pPr>
              <a:defRPr/>
            </a:lvl1pPr>
          </a:lstStyle>
          <a:p>
            <a:pPr>
              <a:defRPr/>
            </a:pPr>
            <a:fld id="{16239F6F-6615-4229-88B6-A6CE47FA022C}" type="slidenum">
              <a:rPr lang="ar-SA" altLang="ar-IQ"/>
              <a:pPr>
                <a:defRPr/>
              </a:pPr>
              <a:t>‹#›</a:t>
            </a:fld>
            <a:endParaRPr lang="en-US" altLang="ar-IQ"/>
          </a:p>
        </p:txBody>
      </p:sp>
    </p:spTree>
    <p:extLst>
      <p:ext uri="{BB962C8B-B14F-4D97-AF65-F5344CB8AC3E}">
        <p14:creationId xmlns:p14="http://schemas.microsoft.com/office/powerpoint/2010/main" val="1365138023"/>
      </p:ext>
    </p:extLst>
  </p:cSld>
  <p:clrMapOvr>
    <a:masterClrMapping/>
  </p:clrMapOvr>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8D1CEDEC-B84F-D22D-5CAA-2B77D2BC81F4}"/>
              </a:ext>
            </a:extLst>
          </p:cNvPr>
          <p:cNvSpPr>
            <a:spLocks noGrp="1" noChangeArrowheads="1"/>
          </p:cNvSpPr>
          <p:nvPr>
            <p:ph type="dt" sz="half" idx="10"/>
          </p:nvPr>
        </p:nvSpPr>
        <p:spPr/>
        <p:txBody>
          <a:bodyPr/>
          <a:lstStyle>
            <a:lvl1pPr>
              <a:defRPr/>
            </a:lvl1pPr>
          </a:lstStyle>
          <a:p>
            <a:pPr>
              <a:defRPr/>
            </a:pPr>
            <a:fld id="{7045262A-727D-4008-A2BF-330F2F7FE585}" type="datetime1">
              <a:rPr lang="hy-AM"/>
              <a:pPr>
                <a:defRPr/>
              </a:pPr>
              <a:t>21.10.2026</a:t>
            </a:fld>
            <a:endParaRPr lang="en-US"/>
          </a:p>
        </p:txBody>
      </p:sp>
      <p:sp>
        <p:nvSpPr>
          <p:cNvPr id="8" name="Rectangle 9">
            <a:extLst>
              <a:ext uri="{FF2B5EF4-FFF2-40B4-BE49-F238E27FC236}">
                <a16:creationId xmlns:a16="http://schemas.microsoft.com/office/drawing/2014/main" id="{61F37B8A-BDF5-E731-FEFD-9880F615FC5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A6578966-EBF1-D67A-D771-E2A4C57BDCD9}"/>
              </a:ext>
            </a:extLst>
          </p:cNvPr>
          <p:cNvSpPr>
            <a:spLocks noGrp="1" noChangeArrowheads="1"/>
          </p:cNvSpPr>
          <p:nvPr>
            <p:ph type="sldNum" sz="quarter" idx="12"/>
          </p:nvPr>
        </p:nvSpPr>
        <p:spPr/>
        <p:txBody>
          <a:bodyPr/>
          <a:lstStyle>
            <a:lvl1pPr>
              <a:defRPr/>
            </a:lvl1pPr>
          </a:lstStyle>
          <a:p>
            <a:pPr>
              <a:defRPr/>
            </a:pPr>
            <a:fld id="{6EACE29F-EDA9-4D03-B02A-0576694BC555}" type="slidenum">
              <a:rPr lang="ar-SA" altLang="ar-IQ"/>
              <a:pPr>
                <a:defRPr/>
              </a:pPr>
              <a:t>‹#›</a:t>
            </a:fld>
            <a:endParaRPr lang="en-US" altLang="ar-IQ"/>
          </a:p>
        </p:txBody>
      </p:sp>
    </p:spTree>
    <p:extLst>
      <p:ext uri="{BB962C8B-B14F-4D97-AF65-F5344CB8AC3E}">
        <p14:creationId xmlns:p14="http://schemas.microsoft.com/office/powerpoint/2010/main" val="2879557546"/>
      </p:ext>
    </p:extLst>
  </p:cSld>
  <p:clrMapOvr>
    <a:masterClrMapping/>
  </p:clrMapOv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6E51B3D8-4148-9171-753E-7FE39DA241C5}"/>
              </a:ext>
            </a:extLst>
          </p:cNvPr>
          <p:cNvSpPr>
            <a:spLocks noGrp="1" noChangeArrowheads="1"/>
          </p:cNvSpPr>
          <p:nvPr>
            <p:ph type="dt" sz="half" idx="10"/>
          </p:nvPr>
        </p:nvSpPr>
        <p:spPr/>
        <p:txBody>
          <a:bodyPr/>
          <a:lstStyle>
            <a:lvl1pPr>
              <a:defRPr/>
            </a:lvl1pPr>
          </a:lstStyle>
          <a:p>
            <a:pPr>
              <a:defRPr/>
            </a:pPr>
            <a:fld id="{2433F241-942B-47F7-9C4C-ABFE137C2F2B}" type="datetime1">
              <a:rPr lang="hy-AM"/>
              <a:pPr>
                <a:defRPr/>
              </a:pPr>
              <a:t>21.10.2026</a:t>
            </a:fld>
            <a:endParaRPr lang="en-US"/>
          </a:p>
        </p:txBody>
      </p:sp>
      <p:sp>
        <p:nvSpPr>
          <p:cNvPr id="4" name="Rectangle 9">
            <a:extLst>
              <a:ext uri="{FF2B5EF4-FFF2-40B4-BE49-F238E27FC236}">
                <a16:creationId xmlns:a16="http://schemas.microsoft.com/office/drawing/2014/main" id="{DD362B0F-8E13-E448-3A81-2DBEBD78C1F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F2934913-E8AF-504A-0EA6-0AFF128E3798}"/>
              </a:ext>
            </a:extLst>
          </p:cNvPr>
          <p:cNvSpPr>
            <a:spLocks noGrp="1" noChangeArrowheads="1"/>
          </p:cNvSpPr>
          <p:nvPr>
            <p:ph type="sldNum" sz="quarter" idx="12"/>
          </p:nvPr>
        </p:nvSpPr>
        <p:spPr/>
        <p:txBody>
          <a:bodyPr/>
          <a:lstStyle>
            <a:lvl1pPr>
              <a:defRPr/>
            </a:lvl1pPr>
          </a:lstStyle>
          <a:p>
            <a:pPr>
              <a:defRPr/>
            </a:pPr>
            <a:fld id="{93609F78-8E87-464F-86E5-687A94291578}" type="slidenum">
              <a:rPr lang="ar-SA" altLang="ar-IQ"/>
              <a:pPr>
                <a:defRPr/>
              </a:pPr>
              <a:t>‹#›</a:t>
            </a:fld>
            <a:endParaRPr lang="en-US" altLang="ar-IQ"/>
          </a:p>
        </p:txBody>
      </p:sp>
    </p:spTree>
    <p:extLst>
      <p:ext uri="{BB962C8B-B14F-4D97-AF65-F5344CB8AC3E}">
        <p14:creationId xmlns:p14="http://schemas.microsoft.com/office/powerpoint/2010/main" val="4209397875"/>
      </p:ext>
    </p:extLst>
  </p:cSld>
  <p:clrMapOvr>
    <a:masterClrMapping/>
  </p:clrMapOv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6EB7E3B5-27C2-E25C-9FAF-93E289445A68}"/>
              </a:ext>
            </a:extLst>
          </p:cNvPr>
          <p:cNvSpPr>
            <a:spLocks noGrp="1" noChangeArrowheads="1"/>
          </p:cNvSpPr>
          <p:nvPr>
            <p:ph type="dt" sz="half" idx="10"/>
          </p:nvPr>
        </p:nvSpPr>
        <p:spPr/>
        <p:txBody>
          <a:bodyPr/>
          <a:lstStyle>
            <a:lvl1pPr>
              <a:defRPr/>
            </a:lvl1pPr>
          </a:lstStyle>
          <a:p>
            <a:pPr>
              <a:defRPr/>
            </a:pPr>
            <a:fld id="{6BDA308C-07B2-4958-BFEC-F90353499375}" type="datetime1">
              <a:rPr lang="hy-AM"/>
              <a:pPr>
                <a:defRPr/>
              </a:pPr>
              <a:t>21.10.2026</a:t>
            </a:fld>
            <a:endParaRPr lang="en-US"/>
          </a:p>
        </p:txBody>
      </p:sp>
      <p:sp>
        <p:nvSpPr>
          <p:cNvPr id="3" name="Rectangle 9">
            <a:extLst>
              <a:ext uri="{FF2B5EF4-FFF2-40B4-BE49-F238E27FC236}">
                <a16:creationId xmlns:a16="http://schemas.microsoft.com/office/drawing/2014/main" id="{A12EB77E-12B7-3E6E-5564-92E50B5CE52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66F5C6F7-30FB-B1E6-CB81-DFEDE8A99BA3}"/>
              </a:ext>
            </a:extLst>
          </p:cNvPr>
          <p:cNvSpPr>
            <a:spLocks noGrp="1" noChangeArrowheads="1"/>
          </p:cNvSpPr>
          <p:nvPr>
            <p:ph type="sldNum" sz="quarter" idx="12"/>
          </p:nvPr>
        </p:nvSpPr>
        <p:spPr/>
        <p:txBody>
          <a:bodyPr/>
          <a:lstStyle>
            <a:lvl1pPr>
              <a:defRPr/>
            </a:lvl1pPr>
          </a:lstStyle>
          <a:p>
            <a:pPr>
              <a:defRPr/>
            </a:pPr>
            <a:fld id="{7939AC79-3AE1-4350-9F0B-8493956A0930}" type="slidenum">
              <a:rPr lang="ar-SA" altLang="ar-IQ"/>
              <a:pPr>
                <a:defRPr/>
              </a:pPr>
              <a:t>‹#›</a:t>
            </a:fld>
            <a:endParaRPr lang="en-US" altLang="ar-IQ"/>
          </a:p>
        </p:txBody>
      </p:sp>
    </p:spTree>
    <p:extLst>
      <p:ext uri="{BB962C8B-B14F-4D97-AF65-F5344CB8AC3E}">
        <p14:creationId xmlns:p14="http://schemas.microsoft.com/office/powerpoint/2010/main" val="3220364315"/>
      </p:ext>
    </p:extLst>
  </p:cSld>
  <p:clrMapOvr>
    <a:masterClrMapping/>
  </p:clrMapOvr>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9185D5FF-6B3D-D544-DFB6-62D8B47938A5}"/>
              </a:ext>
            </a:extLst>
          </p:cNvPr>
          <p:cNvSpPr>
            <a:spLocks noGrp="1" noChangeArrowheads="1"/>
          </p:cNvSpPr>
          <p:nvPr>
            <p:ph type="dt" sz="half" idx="10"/>
          </p:nvPr>
        </p:nvSpPr>
        <p:spPr/>
        <p:txBody>
          <a:bodyPr/>
          <a:lstStyle>
            <a:lvl1pPr>
              <a:defRPr/>
            </a:lvl1pPr>
          </a:lstStyle>
          <a:p>
            <a:pPr>
              <a:defRPr/>
            </a:pPr>
            <a:fld id="{7B37395E-8334-4804-B56E-0610A5EB38C4}" type="datetime1">
              <a:rPr lang="hy-AM"/>
              <a:pPr>
                <a:defRPr/>
              </a:pPr>
              <a:t>21.10.2026</a:t>
            </a:fld>
            <a:endParaRPr lang="en-US"/>
          </a:p>
        </p:txBody>
      </p:sp>
      <p:sp>
        <p:nvSpPr>
          <p:cNvPr id="6" name="Rectangle 9">
            <a:extLst>
              <a:ext uri="{FF2B5EF4-FFF2-40B4-BE49-F238E27FC236}">
                <a16:creationId xmlns:a16="http://schemas.microsoft.com/office/drawing/2014/main" id="{C6AD6398-F76C-FA7E-20F9-0C0695AE667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C7884B79-EFE3-69B0-ED95-0AE2C4209D91}"/>
              </a:ext>
            </a:extLst>
          </p:cNvPr>
          <p:cNvSpPr>
            <a:spLocks noGrp="1" noChangeArrowheads="1"/>
          </p:cNvSpPr>
          <p:nvPr>
            <p:ph type="sldNum" sz="quarter" idx="12"/>
          </p:nvPr>
        </p:nvSpPr>
        <p:spPr/>
        <p:txBody>
          <a:bodyPr/>
          <a:lstStyle>
            <a:lvl1pPr>
              <a:defRPr/>
            </a:lvl1pPr>
          </a:lstStyle>
          <a:p>
            <a:pPr>
              <a:defRPr/>
            </a:pPr>
            <a:fld id="{63BE4375-E697-4D52-802C-2B2319BB2989}" type="slidenum">
              <a:rPr lang="ar-SA" altLang="ar-IQ"/>
              <a:pPr>
                <a:defRPr/>
              </a:pPr>
              <a:t>‹#›</a:t>
            </a:fld>
            <a:endParaRPr lang="en-US" altLang="ar-IQ"/>
          </a:p>
        </p:txBody>
      </p:sp>
    </p:spTree>
    <p:extLst>
      <p:ext uri="{BB962C8B-B14F-4D97-AF65-F5344CB8AC3E}">
        <p14:creationId xmlns:p14="http://schemas.microsoft.com/office/powerpoint/2010/main" val="3378557149"/>
      </p:ext>
    </p:extLst>
  </p:cSld>
  <p:clrMapOvr>
    <a:masterClrMapping/>
  </p:clrMapOvr>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D5814F62-0A21-9A31-A164-FA9E1E211E86}"/>
              </a:ext>
            </a:extLst>
          </p:cNvPr>
          <p:cNvSpPr>
            <a:spLocks noGrp="1" noChangeArrowheads="1"/>
          </p:cNvSpPr>
          <p:nvPr>
            <p:ph type="dt" sz="half" idx="10"/>
          </p:nvPr>
        </p:nvSpPr>
        <p:spPr/>
        <p:txBody>
          <a:bodyPr/>
          <a:lstStyle>
            <a:lvl1pPr>
              <a:defRPr/>
            </a:lvl1pPr>
          </a:lstStyle>
          <a:p>
            <a:pPr>
              <a:defRPr/>
            </a:pPr>
            <a:fld id="{D35059CC-FDF9-415D-A988-8910832D913B}" type="datetime1">
              <a:rPr lang="hy-AM"/>
              <a:pPr>
                <a:defRPr/>
              </a:pPr>
              <a:t>21.10.2026</a:t>
            </a:fld>
            <a:endParaRPr lang="en-US"/>
          </a:p>
        </p:txBody>
      </p:sp>
      <p:sp>
        <p:nvSpPr>
          <p:cNvPr id="6" name="Rectangle 9">
            <a:extLst>
              <a:ext uri="{FF2B5EF4-FFF2-40B4-BE49-F238E27FC236}">
                <a16:creationId xmlns:a16="http://schemas.microsoft.com/office/drawing/2014/main" id="{E1CBC9F4-CCE2-A8B9-3F85-E3A4C5CBC9B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D815F856-937E-3A2C-1F54-6E55FEE8424B}"/>
              </a:ext>
            </a:extLst>
          </p:cNvPr>
          <p:cNvSpPr>
            <a:spLocks noGrp="1" noChangeArrowheads="1"/>
          </p:cNvSpPr>
          <p:nvPr>
            <p:ph type="sldNum" sz="quarter" idx="12"/>
          </p:nvPr>
        </p:nvSpPr>
        <p:spPr/>
        <p:txBody>
          <a:bodyPr/>
          <a:lstStyle>
            <a:lvl1pPr>
              <a:defRPr/>
            </a:lvl1pPr>
          </a:lstStyle>
          <a:p>
            <a:pPr>
              <a:defRPr/>
            </a:pPr>
            <a:fld id="{79FDEC9B-B9D5-4C60-8F93-51F95280D6DB}" type="slidenum">
              <a:rPr lang="ar-SA" altLang="ar-IQ"/>
              <a:pPr>
                <a:defRPr/>
              </a:pPr>
              <a:t>‹#›</a:t>
            </a:fld>
            <a:endParaRPr lang="en-US" altLang="ar-IQ"/>
          </a:p>
        </p:txBody>
      </p:sp>
    </p:spTree>
    <p:extLst>
      <p:ext uri="{BB962C8B-B14F-4D97-AF65-F5344CB8AC3E}">
        <p14:creationId xmlns:p14="http://schemas.microsoft.com/office/powerpoint/2010/main" val="2952332157"/>
      </p:ext>
    </p:extLst>
  </p:cSld>
  <p:clrMapOvr>
    <a:masterClrMapping/>
  </p:clrMapOvr>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9A91C51F-FA3E-E376-8EBA-2ED00529087E}"/>
              </a:ext>
            </a:extLst>
          </p:cNvPr>
          <p:cNvSpPr>
            <a:spLocks noGrp="1" noChangeArrowheads="1"/>
          </p:cNvSpPr>
          <p:nvPr>
            <p:ph type="dt" sz="half" idx="10"/>
          </p:nvPr>
        </p:nvSpPr>
        <p:spPr/>
        <p:txBody>
          <a:bodyPr/>
          <a:lstStyle>
            <a:lvl1pPr>
              <a:defRPr/>
            </a:lvl1pPr>
          </a:lstStyle>
          <a:p>
            <a:pPr>
              <a:defRPr/>
            </a:pPr>
            <a:fld id="{01C9F1C6-FF4A-4192-A403-1453343689AC}" type="datetime1">
              <a:rPr lang="hy-AM"/>
              <a:pPr>
                <a:defRPr/>
              </a:pPr>
              <a:t>21.10.2026</a:t>
            </a:fld>
            <a:endParaRPr lang="en-US"/>
          </a:p>
        </p:txBody>
      </p:sp>
      <p:sp>
        <p:nvSpPr>
          <p:cNvPr id="5" name="Rectangle 9">
            <a:extLst>
              <a:ext uri="{FF2B5EF4-FFF2-40B4-BE49-F238E27FC236}">
                <a16:creationId xmlns:a16="http://schemas.microsoft.com/office/drawing/2014/main" id="{C10A137F-2BD3-A294-218A-F224552A95E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12A0FD89-D036-9F36-D2FC-67D8BEEC8894}"/>
              </a:ext>
            </a:extLst>
          </p:cNvPr>
          <p:cNvSpPr>
            <a:spLocks noGrp="1" noChangeArrowheads="1"/>
          </p:cNvSpPr>
          <p:nvPr>
            <p:ph type="sldNum" sz="quarter" idx="12"/>
          </p:nvPr>
        </p:nvSpPr>
        <p:spPr/>
        <p:txBody>
          <a:bodyPr/>
          <a:lstStyle>
            <a:lvl1pPr>
              <a:defRPr/>
            </a:lvl1pPr>
          </a:lstStyle>
          <a:p>
            <a:pPr>
              <a:defRPr/>
            </a:pPr>
            <a:fld id="{F4FE57EB-65EB-4371-A9A5-544363EE522D}" type="slidenum">
              <a:rPr lang="ar-SA" altLang="ar-IQ"/>
              <a:pPr>
                <a:defRPr/>
              </a:pPr>
              <a:t>‹#›</a:t>
            </a:fld>
            <a:endParaRPr lang="en-US" altLang="ar-IQ"/>
          </a:p>
        </p:txBody>
      </p:sp>
    </p:spTree>
    <p:extLst>
      <p:ext uri="{BB962C8B-B14F-4D97-AF65-F5344CB8AC3E}">
        <p14:creationId xmlns:p14="http://schemas.microsoft.com/office/powerpoint/2010/main" val="4241853740"/>
      </p:ext>
    </p:extLst>
  </p:cSld>
  <p:clrMapOvr>
    <a:masterClrMapping/>
  </p:clrMapOvr>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6446343B-8B63-A6FC-B2FC-102B9D46C7EE}"/>
              </a:ext>
            </a:extLst>
          </p:cNvPr>
          <p:cNvSpPr>
            <a:spLocks noGrp="1" noChangeArrowheads="1"/>
          </p:cNvSpPr>
          <p:nvPr>
            <p:ph type="dt" sz="half" idx="10"/>
          </p:nvPr>
        </p:nvSpPr>
        <p:spPr/>
        <p:txBody>
          <a:bodyPr/>
          <a:lstStyle>
            <a:lvl1pPr>
              <a:defRPr/>
            </a:lvl1pPr>
          </a:lstStyle>
          <a:p>
            <a:pPr>
              <a:defRPr/>
            </a:pPr>
            <a:fld id="{C4BBDE7D-711A-4060-A61A-49D3E4408735}" type="datetime1">
              <a:rPr lang="hy-AM"/>
              <a:pPr>
                <a:defRPr/>
              </a:pPr>
              <a:t>21.10.2026</a:t>
            </a:fld>
            <a:endParaRPr lang="en-US"/>
          </a:p>
        </p:txBody>
      </p:sp>
      <p:sp>
        <p:nvSpPr>
          <p:cNvPr id="5" name="Rectangle 9">
            <a:extLst>
              <a:ext uri="{FF2B5EF4-FFF2-40B4-BE49-F238E27FC236}">
                <a16:creationId xmlns:a16="http://schemas.microsoft.com/office/drawing/2014/main" id="{1F22BFA7-1F17-8D5F-30B0-DBD160975A6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69AA0017-0998-5EBC-05B2-848B5E73C97E}"/>
              </a:ext>
            </a:extLst>
          </p:cNvPr>
          <p:cNvSpPr>
            <a:spLocks noGrp="1" noChangeArrowheads="1"/>
          </p:cNvSpPr>
          <p:nvPr>
            <p:ph type="sldNum" sz="quarter" idx="12"/>
          </p:nvPr>
        </p:nvSpPr>
        <p:spPr/>
        <p:txBody>
          <a:bodyPr/>
          <a:lstStyle>
            <a:lvl1pPr>
              <a:defRPr/>
            </a:lvl1pPr>
          </a:lstStyle>
          <a:p>
            <a:pPr>
              <a:defRPr/>
            </a:pPr>
            <a:fld id="{7A328495-5193-4AEF-A7FB-6125EA48BD74}" type="slidenum">
              <a:rPr lang="ar-SA" altLang="ar-IQ"/>
              <a:pPr>
                <a:defRPr/>
              </a:pPr>
              <a:t>‹#›</a:t>
            </a:fld>
            <a:endParaRPr lang="en-US" altLang="ar-IQ"/>
          </a:p>
        </p:txBody>
      </p:sp>
    </p:spTree>
    <p:extLst>
      <p:ext uri="{BB962C8B-B14F-4D97-AF65-F5344CB8AC3E}">
        <p14:creationId xmlns:p14="http://schemas.microsoft.com/office/powerpoint/2010/main" val="2344640507"/>
      </p:ext>
    </p:extLst>
  </p:cSld>
  <p:clrMapOvr>
    <a:masterClrMapping/>
  </p:clrMapOvr>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1DB24D92-CB9E-4A5B-CE6C-C3B70DDA0AE0}"/>
              </a:ext>
            </a:extLst>
          </p:cNvPr>
          <p:cNvSpPr/>
          <p:nvPr userDrawn="1"/>
        </p:nvSpPr>
        <p:spPr bwMode="blackWhite">
          <a:xfrm>
            <a:off x="255588" y="263525"/>
            <a:ext cx="11680825"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p>
        </p:txBody>
      </p:sp>
      <p:pic>
        <p:nvPicPr>
          <p:cNvPr id="5" name="Picture 7">
            <a:extLst>
              <a:ext uri="{FF2B5EF4-FFF2-40B4-BE49-F238E27FC236}">
                <a16:creationId xmlns:a16="http://schemas.microsoft.com/office/drawing/2014/main" id="{569BD8CF-BFA5-2F60-D266-C8E069C03CF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648" r="13927" b="71478"/>
          <a:stretch>
            <a:fillRect/>
          </a:stretch>
        </p:blipFill>
        <p:spPr bwMode="auto">
          <a:xfrm>
            <a:off x="342900" y="4546600"/>
            <a:ext cx="1171575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333500"/>
            <a:ext cx="9144000" cy="1790700"/>
          </a:xfrm>
        </p:spPr>
        <p:txBody>
          <a:bodyPr tIns="0" bIns="0" rtlCol="0" anchor="t">
            <a:noAutofit/>
          </a:bodyPr>
          <a:lstStyle>
            <a:lvl1pPr>
              <a:lnSpc>
                <a:spcPct val="100000"/>
              </a:lnSpc>
              <a:defRPr lang="en-US" sz="3600" dirty="0">
                <a:solidFill>
                  <a:schemeClr val="bg1"/>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1524000" y="3128010"/>
            <a:ext cx="9144000" cy="1287675"/>
          </a:xfrm>
        </p:spPr>
        <p:txBody>
          <a:bodyPr>
            <a:noAutofit/>
          </a:bodyPr>
          <a:lstStyle>
            <a:lvl1pPr marL="0" indent="0">
              <a:buNone/>
              <a:defRPr lang="en-US" sz="1800" dirty="0">
                <a:solidFill>
                  <a:schemeClr val="bg1"/>
                </a:solidFill>
                <a:latin typeface="+mj-lt"/>
              </a:defRPr>
            </a:lvl1pPr>
          </a:lstStyle>
          <a:p>
            <a:pPr lvl="0"/>
            <a:r>
              <a:rPr lang="en-US"/>
              <a:t>Click to edit Master subtitle style</a:t>
            </a:r>
            <a:endParaRPr lang="en-US" dirty="0"/>
          </a:p>
        </p:txBody>
      </p:sp>
    </p:spTree>
    <p:extLst>
      <p:ext uri="{BB962C8B-B14F-4D97-AF65-F5344CB8AC3E}">
        <p14:creationId xmlns:p14="http://schemas.microsoft.com/office/powerpoint/2010/main" val="123647843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BD01A65A-9880-88FE-EFA1-527BC9581E2A}"/>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281332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and Tex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CDE7AAD-CCDD-0D4A-83CA-A32401A555D1}"/>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3585931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C48892DC-EC7C-FB5A-2782-256D6B7E53C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1090863" y="1507068"/>
            <a:ext cx="3192379" cy="4669896"/>
          </a:xfrm>
        </p:spPr>
        <p:txBody>
          <a:bodyPr anchor="ctr"/>
          <a:lstStyle>
            <a:lvl1pPr marL="0" indent="0" algn="l">
              <a:lnSpc>
                <a:spcPct val="150000"/>
              </a:lnSpc>
              <a:spcAft>
                <a:spcPts val="900"/>
              </a:spcAft>
              <a:buSzPct val="25000"/>
              <a:buFont typeface="Segoe UI" panose="020B0502040204020203" pitchFamily="34" charset="0"/>
              <a:buChar char=" "/>
              <a:defRPr sz="900"/>
            </a:lvl1pPr>
            <a:lvl2pPr marL="301229" indent="5954" algn="l">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p:cNvSpPr>
            <a:spLocks noGrp="1"/>
          </p:cNvSpPr>
          <p:nvPr>
            <p:ph idx="13"/>
          </p:nvPr>
        </p:nvSpPr>
        <p:spPr>
          <a:xfrm>
            <a:off x="4395538" y="1507068"/>
            <a:ext cx="7143905" cy="4669896"/>
          </a:xfrm>
        </p:spPr>
        <p:txBody>
          <a:bodyPr anchor="ct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67665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596D99A3-65A6-C07D-8A59-375C7B284292}"/>
              </a:ext>
            </a:extLst>
          </p:cNvPr>
          <p:cNvSpPr/>
          <p:nvPr userDrawn="1"/>
        </p:nvSpPr>
        <p:spPr>
          <a:xfrm>
            <a:off x="255588" y="263525"/>
            <a:ext cx="11682412"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p>
        </p:txBody>
      </p:sp>
      <p:sp>
        <p:nvSpPr>
          <p:cNvPr id="4" name="Rectangle 9">
            <a:extLst>
              <a:ext uri="{FF2B5EF4-FFF2-40B4-BE49-F238E27FC236}">
                <a16:creationId xmlns:a16="http://schemas.microsoft.com/office/drawing/2014/main" id="{0612A5DC-53C5-9A1B-6025-1E554B1D6E16}"/>
              </a:ext>
            </a:extLst>
          </p:cNvPr>
          <p:cNvSpPr/>
          <p:nvPr userDrawn="1"/>
        </p:nvSpPr>
        <p:spPr bwMode="blackWhite">
          <a:xfrm>
            <a:off x="255588" y="263525"/>
            <a:ext cx="11680825"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p>
        </p:txBody>
      </p:sp>
      <p:sp>
        <p:nvSpPr>
          <p:cNvPr id="2" name="Title 1"/>
          <p:cNvSpPr>
            <a:spLocks noGrp="1"/>
          </p:cNvSpPr>
          <p:nvPr>
            <p:ph type="title"/>
          </p:nvPr>
        </p:nvSpPr>
        <p:spPr>
          <a:xfrm>
            <a:off x="521208" y="1536192"/>
            <a:ext cx="6876288" cy="640080"/>
          </a:xfrm>
        </p:spPr>
        <p:txBody>
          <a:bodyPr>
            <a:normAutofit/>
          </a:bodyPr>
          <a:lstStyle>
            <a:lvl1pPr>
              <a:defRPr sz="27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a:lstStyle>
            <a:lvl1pPr>
              <a:defRPr lang="en-US" sz="1800" smtClean="0">
                <a:solidFill>
                  <a:schemeClr val="tx1">
                    <a:lumMod val="75000"/>
                    <a:lumOff val="25000"/>
                  </a:schemeClr>
                </a:solidFill>
                <a:latin typeface="+mj-lt"/>
              </a:defRPr>
            </a:lvl1pPr>
            <a:lvl2pPr>
              <a:defRPr lang="en-US" sz="900" dirty="0" smtClean="0">
                <a:solidFill>
                  <a:schemeClr val="tx1">
                    <a:lumMod val="75000"/>
                    <a:lumOff val="25000"/>
                  </a:schemeClr>
                </a:solidFill>
              </a:defRPr>
            </a:lvl2pPr>
            <a:lvl3pPr>
              <a:defRPr lang="en-US" sz="900" dirty="0" smtClean="0">
                <a:solidFill>
                  <a:schemeClr val="tx1">
                    <a:lumMod val="75000"/>
                    <a:lumOff val="25000"/>
                  </a:schemeClr>
                </a:solidFill>
              </a:defRPr>
            </a:lvl3pPr>
            <a:lvl4pPr>
              <a:defRPr lang="en-US" sz="900" dirty="0" smtClean="0">
                <a:solidFill>
                  <a:schemeClr val="tx1">
                    <a:lumMod val="75000"/>
                    <a:lumOff val="25000"/>
                  </a:schemeClr>
                </a:solidFill>
              </a:defRPr>
            </a:lvl4pPr>
            <a:lvl5pPr>
              <a:defRPr lang="en-US" sz="9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978868"/>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DE49B808-3A1A-EB00-2EE6-AE0F1FAA706B}"/>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3" name="Straight Connector 11">
            <a:extLst>
              <a:ext uri="{FF2B5EF4-FFF2-40B4-BE49-F238E27FC236}">
                <a16:creationId xmlns:a16="http://schemas.microsoft.com/office/drawing/2014/main" id="{BBC40B9D-3756-CBF1-9DE7-32BD0AEB62C4}"/>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5718054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Standar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EC61826B-B8AB-25C4-C214-00508751E14A}"/>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4" name="Straight Connector 11">
            <a:extLst>
              <a:ext uri="{FF2B5EF4-FFF2-40B4-BE49-F238E27FC236}">
                <a16:creationId xmlns:a16="http://schemas.microsoft.com/office/drawing/2014/main" id="{0C983B5F-FB18-D9D8-8ECA-6B3D66CF6909}"/>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5" name="Picture 5">
            <a:extLst>
              <a:ext uri="{FF2B5EF4-FFF2-40B4-BE49-F238E27FC236}">
                <a16:creationId xmlns:a16="http://schemas.microsoft.com/office/drawing/2014/main" id="{58E07726-F9C8-E735-F70F-6BFECEFCD20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1783"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894448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67370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userDrawn="1">
  <p:cSld name="6_Basic Layout">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E85A845A-783C-42FD-A3D9-44CF2F34CC0B}"/>
              </a:ext>
            </a:extLst>
          </p:cNvPr>
          <p:cNvSpPr/>
          <p:nvPr userDrawn="1"/>
        </p:nvSpPr>
        <p:spPr>
          <a:xfrm flipH="1">
            <a:off x="6480175" y="1508125"/>
            <a:ext cx="5711825" cy="3841750"/>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799"/>
          </a:p>
        </p:txBody>
      </p:sp>
      <p:sp>
        <p:nvSpPr>
          <p:cNvPr id="8" name="Picture Placeholder 2"/>
          <p:cNvSpPr>
            <a:spLocks noGrp="1"/>
          </p:cNvSpPr>
          <p:nvPr>
            <p:ph type="pic" idx="13"/>
          </p:nvPr>
        </p:nvSpPr>
        <p:spPr>
          <a:xfrm>
            <a:off x="7110273" y="0"/>
            <a:ext cx="4451499" cy="6858000"/>
          </a:xfrm>
          <a:prstGeom prst="rect">
            <a:avLst/>
          </a:prstGeom>
          <a:solidFill>
            <a:schemeClr val="bg1">
              <a:lumMod val="95000"/>
            </a:schemeClr>
          </a:solidFill>
        </p:spPr>
        <p:txBody>
          <a:bodyPr rtlCol="0" anchor="ctr">
            <a:normAutofit/>
          </a:bodyPr>
          <a:lstStyle>
            <a:lvl1pPr marL="0" indent="0" algn="ctr">
              <a:buNone/>
              <a:defRPr sz="1200" baseline="0">
                <a:solidFill>
                  <a:schemeClr val="tx1">
                    <a:lumMod val="75000"/>
                    <a:lumOff val="25000"/>
                  </a:schemeClr>
                </a:solidFill>
                <a:latin typeface="+mn-lt"/>
                <a:cs typeface="Arial" pitchFamily="34" charset="0"/>
              </a:defRPr>
            </a:lvl1pPr>
            <a:lvl2pPr marL="457086" indent="0">
              <a:buNone/>
              <a:defRPr sz="2799"/>
            </a:lvl2pPr>
            <a:lvl3pPr marL="914171" indent="0">
              <a:buNone/>
              <a:defRPr sz="2399"/>
            </a:lvl3pPr>
            <a:lvl4pPr marL="1371257" indent="0">
              <a:buNone/>
              <a:defRPr sz="2000"/>
            </a:lvl4pPr>
            <a:lvl5pPr marL="1828343" indent="0">
              <a:buNone/>
              <a:defRPr sz="2000"/>
            </a:lvl5pPr>
            <a:lvl6pPr marL="2285429" indent="0">
              <a:buNone/>
              <a:defRPr sz="2000"/>
            </a:lvl6pPr>
            <a:lvl7pPr marL="2742515" indent="0">
              <a:buNone/>
              <a:defRPr sz="2000"/>
            </a:lvl7pPr>
            <a:lvl8pPr marL="3199600" indent="0">
              <a:buNone/>
              <a:defRPr sz="2000"/>
            </a:lvl8pPr>
            <a:lvl9pPr marL="3656686" indent="0">
              <a:buNone/>
              <a:defRPr sz="2000"/>
            </a:lvl9pPr>
          </a:lstStyle>
          <a:p>
            <a:pPr lvl="0"/>
            <a:r>
              <a:rPr lang="ar-SA" altLang="ko-KR" noProof="0"/>
              <a:t>انقر فوق الأيقونة لإضافة صورة</a:t>
            </a:r>
            <a:endParaRPr lang="ko-KR" altLang="en-US" noProof="0" dirty="0"/>
          </a:p>
        </p:txBody>
      </p:sp>
    </p:spTree>
    <p:extLst>
      <p:ext uri="{BB962C8B-B14F-4D97-AF65-F5344CB8AC3E}">
        <p14:creationId xmlns:p14="http://schemas.microsoft.com/office/powerpoint/2010/main" val="225786838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6"/>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3"/>
            <a:ext cx="10972800" cy="4530725"/>
          </a:xfrm>
        </p:spPr>
        <p:txBody>
          <a:bodyPr rtlCol="0">
            <a:normAutofit/>
          </a:bodyPr>
          <a:lstStyle/>
          <a:p>
            <a:pPr lvl="0"/>
            <a:endParaRPr lang="ar-JO" noProof="0"/>
          </a:p>
        </p:txBody>
      </p:sp>
      <p:sp>
        <p:nvSpPr>
          <p:cNvPr id="4" name="Rectangle 4">
            <a:extLst>
              <a:ext uri="{FF2B5EF4-FFF2-40B4-BE49-F238E27FC236}">
                <a16:creationId xmlns:a16="http://schemas.microsoft.com/office/drawing/2014/main" id="{BF400B02-09FD-6133-CC77-232278C90E14}"/>
              </a:ext>
            </a:extLst>
          </p:cNvPr>
          <p:cNvSpPr>
            <a:spLocks noGrp="1" noChangeArrowheads="1"/>
          </p:cNvSpPr>
          <p:nvPr>
            <p:ph type="dt" sz="half" idx="10"/>
          </p:nvPr>
        </p:nvSpPr>
        <p:spPr/>
        <p:txBody>
          <a:bodyPr/>
          <a:lstStyle>
            <a:lvl1pPr>
              <a:defRPr/>
            </a:lvl1pPr>
          </a:lstStyle>
          <a:p>
            <a:pPr>
              <a:defRPr/>
            </a:pPr>
            <a:fld id="{F5BD45FA-9A62-422E-B4E1-AA8186326912}" type="datetime1">
              <a:rPr lang="en-US"/>
              <a:pPr>
                <a:defRPr/>
              </a:pPr>
              <a:t>10/21/2026</a:t>
            </a:fld>
            <a:endParaRPr lang="en-US" altLang="en-US" dirty="0"/>
          </a:p>
        </p:txBody>
      </p:sp>
      <p:sp>
        <p:nvSpPr>
          <p:cNvPr id="5" name="Rectangle 5">
            <a:extLst>
              <a:ext uri="{FF2B5EF4-FFF2-40B4-BE49-F238E27FC236}">
                <a16:creationId xmlns:a16="http://schemas.microsoft.com/office/drawing/2014/main" id="{C47EB29B-D54F-5505-C7C7-7CE8ADAE866E}"/>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6D5AB77-EEFB-466D-D7C5-FA5C7EBB6C17}"/>
              </a:ext>
            </a:extLst>
          </p:cNvPr>
          <p:cNvSpPr>
            <a:spLocks noGrp="1" noChangeArrowheads="1"/>
          </p:cNvSpPr>
          <p:nvPr>
            <p:ph type="sldNum" sz="quarter" idx="12"/>
          </p:nvPr>
        </p:nvSpPr>
        <p:spPr/>
        <p:txBody>
          <a:bodyPr/>
          <a:lstStyle>
            <a:lvl1pPr>
              <a:defRPr/>
            </a:lvl1pPr>
          </a:lstStyle>
          <a:p>
            <a:pPr>
              <a:defRPr/>
            </a:pPr>
            <a:fld id="{880DA0CD-72E3-425F-A337-1CC4766B1C2D}" type="slidenum">
              <a:rPr lang="ar-SA" altLang="en-US"/>
              <a:pPr>
                <a:defRPr/>
              </a:pPr>
              <a:t>‹#›</a:t>
            </a:fld>
            <a:endParaRPr lang="en-US" altLang="en-US" dirty="0"/>
          </a:p>
        </p:txBody>
      </p:sp>
    </p:spTree>
    <p:extLst>
      <p:ext uri="{BB962C8B-B14F-4D97-AF65-F5344CB8AC3E}">
        <p14:creationId xmlns:p14="http://schemas.microsoft.com/office/powerpoint/2010/main" val="176506184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2519C2A-1C1B-ED48-81D4-C4BA2C66E70B}"/>
              </a:ext>
            </a:extLst>
          </p:cNvPr>
          <p:cNvSpPr/>
          <p:nvPr userDrawn="1"/>
        </p:nvSpPr>
        <p:spPr bwMode="blackWhite">
          <a:xfrm>
            <a:off x="255588" y="263525"/>
            <a:ext cx="11680825"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5" name="Picture 7">
            <a:extLst>
              <a:ext uri="{FF2B5EF4-FFF2-40B4-BE49-F238E27FC236}">
                <a16:creationId xmlns:a16="http://schemas.microsoft.com/office/drawing/2014/main" id="{32A99342-7189-F2DE-FCE8-58A1E3600C2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648" r="13927" b="71478"/>
          <a:stretch>
            <a:fillRect/>
          </a:stretch>
        </p:blipFill>
        <p:spPr bwMode="auto">
          <a:xfrm>
            <a:off x="342900" y="4546600"/>
            <a:ext cx="1171575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333500"/>
            <a:ext cx="9144000" cy="1790700"/>
          </a:xfrm>
        </p:spPr>
        <p:txBody>
          <a:bodyPr tIns="0" bIns="0" rtlCol="0" anchor="t">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1524000" y="3128009"/>
            <a:ext cx="9144000" cy="1287675"/>
          </a:xfrm>
        </p:spPr>
        <p:txBody>
          <a:bodyPr rtlCol="0">
            <a:noAutofit/>
          </a:bodyPr>
          <a:lstStyle>
            <a:lvl1pPr marL="0" indent="0">
              <a:buNone/>
              <a:defRPr lang="en-US" sz="2400" dirty="0">
                <a:solidFill>
                  <a:schemeClr val="bg1"/>
                </a:solidFill>
                <a:latin typeface="+mj-lt"/>
              </a:defRPr>
            </a:lvl1pPr>
          </a:lstStyle>
          <a:p>
            <a:pPr lvl="0"/>
            <a:r>
              <a:rPr lang="en-US"/>
              <a:t>Click to edit Master subtitle style</a:t>
            </a:r>
            <a:endParaRPr lang="en-US" dirty="0"/>
          </a:p>
        </p:txBody>
      </p:sp>
    </p:spTree>
    <p:extLst>
      <p:ext uri="{BB962C8B-B14F-4D97-AF65-F5344CB8AC3E}">
        <p14:creationId xmlns:p14="http://schemas.microsoft.com/office/powerpoint/2010/main" val="238094317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F7405581-EFB3-BDE6-43C8-824A91EBBB53}"/>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89935479"/>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A648DD1D-95F3-23A5-4D1B-84A3F8B44336}"/>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7752231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FD9637A1-C574-20BE-F13C-6DD202A9C5C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1266894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212B1F1F-9B07-BC46-12E5-ADA6D24E0AB8}"/>
              </a:ext>
            </a:extLst>
          </p:cNvPr>
          <p:cNvSpPr/>
          <p:nvPr userDrawn="1"/>
        </p:nvSpPr>
        <p:spPr>
          <a:xfrm>
            <a:off x="255588" y="263525"/>
            <a:ext cx="11682412"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 name="Rectangle 9">
            <a:extLst>
              <a:ext uri="{FF2B5EF4-FFF2-40B4-BE49-F238E27FC236}">
                <a16:creationId xmlns:a16="http://schemas.microsoft.com/office/drawing/2014/main" id="{B3CC98F4-5F28-5018-DA16-CA1566A4964A}"/>
              </a:ext>
            </a:extLst>
          </p:cNvPr>
          <p:cNvSpPr/>
          <p:nvPr userDrawn="1"/>
        </p:nvSpPr>
        <p:spPr bwMode="blackWhite">
          <a:xfrm>
            <a:off x="255588" y="263525"/>
            <a:ext cx="11680825"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3951003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1D43721F-9C26-B5EE-9D68-651C4B0A9D33}"/>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cxnSp>
        <p:nvCxnSpPr>
          <p:cNvPr id="3" name="Straight Connector 11">
            <a:extLst>
              <a:ext uri="{FF2B5EF4-FFF2-40B4-BE49-F238E27FC236}">
                <a16:creationId xmlns:a16="http://schemas.microsoft.com/office/drawing/2014/main" id="{93C2061F-C893-9A66-E24D-428C0E0C260D}"/>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8720374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BCFE6A4C-389E-F5BE-E1AD-9707551BF2A9}"/>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cxnSp>
        <p:nvCxnSpPr>
          <p:cNvPr id="4" name="Straight Connector 11">
            <a:extLst>
              <a:ext uri="{FF2B5EF4-FFF2-40B4-BE49-F238E27FC236}">
                <a16:creationId xmlns:a16="http://schemas.microsoft.com/office/drawing/2014/main" id="{0DDD72D8-85B3-5BB2-2899-9B5FEBCF8204}"/>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5" name="Picture 5">
            <a:extLst>
              <a:ext uri="{FF2B5EF4-FFF2-40B4-BE49-F238E27FC236}">
                <a16:creationId xmlns:a16="http://schemas.microsoft.com/office/drawing/2014/main" id="{1AC359D5-FFA8-49A3-27AD-527ACEE70E3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1783"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4958615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95758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C8EF0E80-D8AC-8122-3D68-01E64F96E037}"/>
              </a:ext>
            </a:extLst>
          </p:cNvPr>
          <p:cNvSpPr/>
          <p:nvPr userDrawn="1"/>
        </p:nvSpPr>
        <p:spPr>
          <a:xfrm flipH="1">
            <a:off x="6480175" y="1508125"/>
            <a:ext cx="5711825" cy="3841750"/>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2399"/>
          </a:p>
        </p:txBody>
      </p:sp>
      <p:sp>
        <p:nvSpPr>
          <p:cNvPr id="8" name="Picture Placeholder 2"/>
          <p:cNvSpPr>
            <a:spLocks noGrp="1"/>
          </p:cNvSpPr>
          <p:nvPr>
            <p:ph type="pic" idx="13"/>
          </p:nvPr>
        </p:nvSpPr>
        <p:spPr>
          <a:xfrm>
            <a:off x="7110273" y="0"/>
            <a:ext cx="4451498" cy="6858000"/>
          </a:xfrm>
          <a:prstGeom prst="rect">
            <a:avLst/>
          </a:prstGeom>
          <a:solidFill>
            <a:schemeClr val="bg1">
              <a:lumMod val="95000"/>
            </a:schemeClr>
          </a:solidFill>
        </p:spPr>
        <p:txBody>
          <a:bodyPr rtlCol="0" anchor="ctr">
            <a:normAutofit/>
          </a:bodyP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pPr lvl="0"/>
            <a:r>
              <a:rPr lang="ar-SA" altLang="ko-KR" noProof="0"/>
              <a:t>انقر فوق الأيقونة لإضافة صورة</a:t>
            </a:r>
            <a:endParaRPr lang="ko-KR" altLang="en-US" noProof="0" dirty="0"/>
          </a:p>
        </p:txBody>
      </p:sp>
    </p:spTree>
    <p:extLst>
      <p:ext uri="{BB962C8B-B14F-4D97-AF65-F5344CB8AC3E}">
        <p14:creationId xmlns:p14="http://schemas.microsoft.com/office/powerpoint/2010/main" val="166310892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rtlCol="0">
            <a:normAutofit/>
          </a:bodyPr>
          <a:lstStyle/>
          <a:p>
            <a:pPr lvl="0"/>
            <a:endParaRPr lang="ar-JO" noProof="0"/>
          </a:p>
        </p:txBody>
      </p:sp>
      <p:sp>
        <p:nvSpPr>
          <p:cNvPr id="4" name="Rectangle 4">
            <a:extLst>
              <a:ext uri="{FF2B5EF4-FFF2-40B4-BE49-F238E27FC236}">
                <a16:creationId xmlns:a16="http://schemas.microsoft.com/office/drawing/2014/main" id="{41C78326-F00E-65BB-C3ED-8432297318A2}"/>
              </a:ext>
            </a:extLst>
          </p:cNvPr>
          <p:cNvSpPr>
            <a:spLocks noGrp="1" noChangeArrowheads="1"/>
          </p:cNvSpPr>
          <p:nvPr>
            <p:ph type="dt" sz="half" idx="10"/>
          </p:nvPr>
        </p:nvSpPr>
        <p:spPr/>
        <p:txBody>
          <a:bodyPr/>
          <a:lstStyle>
            <a:lvl1pPr>
              <a:defRPr/>
            </a:lvl1pPr>
          </a:lstStyle>
          <a:p>
            <a:pPr>
              <a:defRPr/>
            </a:pPr>
            <a:fld id="{16024D55-52C2-4D80-8A15-17145D1D3C9C}" type="datetime1">
              <a:rPr lang="en-US"/>
              <a:pPr>
                <a:defRPr/>
              </a:pPr>
              <a:t>10/21/2026</a:t>
            </a:fld>
            <a:endParaRPr lang="en-US" altLang="en-US" dirty="0"/>
          </a:p>
        </p:txBody>
      </p:sp>
      <p:sp>
        <p:nvSpPr>
          <p:cNvPr id="5" name="Rectangle 5">
            <a:extLst>
              <a:ext uri="{FF2B5EF4-FFF2-40B4-BE49-F238E27FC236}">
                <a16:creationId xmlns:a16="http://schemas.microsoft.com/office/drawing/2014/main" id="{9FAC66CA-121D-C136-7E2A-BB42F39A8496}"/>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55FCCCE-31A5-4C96-FFA2-3CD53746221B}"/>
              </a:ext>
            </a:extLst>
          </p:cNvPr>
          <p:cNvSpPr>
            <a:spLocks noGrp="1" noChangeArrowheads="1"/>
          </p:cNvSpPr>
          <p:nvPr>
            <p:ph type="sldNum" sz="quarter" idx="12"/>
          </p:nvPr>
        </p:nvSpPr>
        <p:spPr/>
        <p:txBody>
          <a:bodyPr/>
          <a:lstStyle>
            <a:lvl1pPr>
              <a:defRPr/>
            </a:lvl1pPr>
          </a:lstStyle>
          <a:p>
            <a:pPr>
              <a:defRPr/>
            </a:pPr>
            <a:fld id="{66931879-A241-40F5-98DF-872BFA327ABA}" type="slidenum">
              <a:rPr lang="ar-SA" altLang="en-US"/>
              <a:pPr>
                <a:defRPr/>
              </a:pPr>
              <a:t>‹#›</a:t>
            </a:fld>
            <a:endParaRPr lang="en-US" altLang="en-US" dirty="0"/>
          </a:p>
        </p:txBody>
      </p:sp>
    </p:spTree>
    <p:extLst>
      <p:ext uri="{BB962C8B-B14F-4D97-AF65-F5344CB8AC3E}">
        <p14:creationId xmlns:p14="http://schemas.microsoft.com/office/powerpoint/2010/main" val="3084295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theme" Target="../theme/theme1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0.xml"/><Relationship Id="rId3" Type="http://schemas.openxmlformats.org/officeDocument/2006/relationships/slideLayout" Target="../slideLayouts/slideLayout145.xml"/><Relationship Id="rId7" Type="http://schemas.openxmlformats.org/officeDocument/2006/relationships/slideLayout" Target="../slideLayouts/slideLayout149.xml"/><Relationship Id="rId2" Type="http://schemas.openxmlformats.org/officeDocument/2006/relationships/slideLayout" Target="../slideLayouts/slideLayout144.xml"/><Relationship Id="rId1" Type="http://schemas.openxmlformats.org/officeDocument/2006/relationships/slideLayout" Target="../slideLayouts/slideLayout143.xml"/><Relationship Id="rId6" Type="http://schemas.openxmlformats.org/officeDocument/2006/relationships/slideLayout" Target="../slideLayouts/slideLayout148.xml"/><Relationship Id="rId11" Type="http://schemas.openxmlformats.org/officeDocument/2006/relationships/theme" Target="../theme/theme14.xml"/><Relationship Id="rId5" Type="http://schemas.openxmlformats.org/officeDocument/2006/relationships/slideLayout" Target="../slideLayouts/slideLayout147.xml"/><Relationship Id="rId10" Type="http://schemas.openxmlformats.org/officeDocument/2006/relationships/slideLayout" Target="../slideLayouts/slideLayout152.xml"/><Relationship Id="rId4" Type="http://schemas.openxmlformats.org/officeDocument/2006/relationships/slideLayout" Target="../slideLayouts/slideLayout146.xml"/><Relationship Id="rId9" Type="http://schemas.openxmlformats.org/officeDocument/2006/relationships/slideLayout" Target="../slideLayouts/slideLayout1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0F38FC4-5F50-5D5F-3A93-1B08B2DE5061}"/>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7" name="Rounded Rectangle 6">
            <a:extLst>
              <a:ext uri="{FF2B5EF4-FFF2-40B4-BE49-F238E27FC236}">
                <a16:creationId xmlns:a16="http://schemas.microsoft.com/office/drawing/2014/main" id="{15E6F120-0A1B-DA29-8741-631AA7F8A784}"/>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3" name="Text Placeholder 2">
            <a:extLst>
              <a:ext uri="{FF2B5EF4-FFF2-40B4-BE49-F238E27FC236}">
                <a16:creationId xmlns:a16="http://schemas.microsoft.com/office/drawing/2014/main" id="{959B7ADE-0712-308C-56DD-2CD9B2D448AF}"/>
              </a:ext>
            </a:extLst>
          </p:cNvPr>
          <p:cNvSpPr>
            <a:spLocks noGrp="1"/>
          </p:cNvSpPr>
          <p:nvPr>
            <p:ph type="body" idx="1"/>
          </p:nvPr>
        </p:nvSpPr>
        <p:spPr bwMode="auto">
          <a:xfrm>
            <a:off x="609600" y="1752600"/>
            <a:ext cx="10972800"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4" name="Date Placeholder 3">
            <a:extLst>
              <a:ext uri="{FF2B5EF4-FFF2-40B4-BE49-F238E27FC236}">
                <a16:creationId xmlns:a16="http://schemas.microsoft.com/office/drawing/2014/main" id="{62EB3676-2C36-5498-ECAA-6A73947B1FCC}"/>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rtl="1" eaLnBrk="1" hangingPunct="1">
              <a:defRPr sz="1200">
                <a:solidFill>
                  <a:schemeClr val="tx2"/>
                </a:solidFill>
                <a:cs typeface="Arial" charset="0"/>
              </a:defRPr>
            </a:lvl1pPr>
          </a:lstStyle>
          <a:p>
            <a:pPr>
              <a:defRPr/>
            </a:pPr>
            <a:fld id="{BF432D0F-BDE4-41B2-931B-A3BEDA99952C}" type="datetime1">
              <a:rPr lang="hy-AM"/>
              <a:pPr>
                <a:defRPr/>
              </a:pPr>
              <a:t>21.10.2026</a:t>
            </a:fld>
            <a:endParaRPr lang="en-US"/>
          </a:p>
        </p:txBody>
      </p:sp>
      <p:sp>
        <p:nvSpPr>
          <p:cNvPr id="5" name="Footer Placeholder 4">
            <a:extLst>
              <a:ext uri="{FF2B5EF4-FFF2-40B4-BE49-F238E27FC236}">
                <a16:creationId xmlns:a16="http://schemas.microsoft.com/office/drawing/2014/main" id="{F6D0CBF6-60B4-EBF2-B7E0-7F1A651D7C4C}"/>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rtl="1" eaLnBrk="1" hangingPunct="1">
              <a:defRPr sz="1200">
                <a:solidFill>
                  <a:schemeClr val="tx2"/>
                </a:solidFill>
                <a:cs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14961534-8FFB-93FB-3E94-15617EB25E5C}"/>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rtl="1" eaLnBrk="1" hangingPunct="1">
              <a:defRPr sz="1200">
                <a:solidFill>
                  <a:schemeClr val="tx2"/>
                </a:solidFill>
              </a:defRPr>
            </a:lvl1pPr>
          </a:lstStyle>
          <a:p>
            <a:pPr>
              <a:defRPr/>
            </a:pPr>
            <a:fld id="{F5E02B07-887B-4785-B2F5-7315BD2861D3}" type="slidenum">
              <a:rPr lang="ar-SA" altLang="ar-IQ"/>
              <a:pPr>
                <a:defRPr/>
              </a:pPr>
              <a:t>‹#›</a:t>
            </a:fld>
            <a:endParaRPr lang="en-US" altLang="ar-IQ"/>
          </a:p>
        </p:txBody>
      </p:sp>
      <p:sp>
        <p:nvSpPr>
          <p:cNvPr id="9" name="Rectangle 8">
            <a:extLst>
              <a:ext uri="{FF2B5EF4-FFF2-40B4-BE49-F238E27FC236}">
                <a16:creationId xmlns:a16="http://schemas.microsoft.com/office/drawing/2014/main" id="{988C7ABA-7FF7-0462-FE8D-21932E8DC61E}"/>
              </a:ext>
            </a:extLst>
          </p:cNvPr>
          <p:cNvSpPr/>
          <p:nvPr/>
        </p:nvSpPr>
        <p:spPr>
          <a:xfrm>
            <a:off x="365760" y="278166"/>
            <a:ext cx="1146048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CD8D53F6-DFB3-CA96-C98D-70A1CC1BD134}"/>
              </a:ext>
            </a:extLst>
          </p:cNvPr>
          <p:cNvSpPr/>
          <p:nvPr/>
        </p:nvSpPr>
        <p:spPr>
          <a:xfrm>
            <a:off x="496888" y="373063"/>
            <a:ext cx="11174412" cy="1117600"/>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2" name="Title Placeholder 1">
            <a:extLst>
              <a:ext uri="{FF2B5EF4-FFF2-40B4-BE49-F238E27FC236}">
                <a16:creationId xmlns:a16="http://schemas.microsoft.com/office/drawing/2014/main" id="{14277512-1CFC-5F2A-6F13-D8A84552B257}"/>
              </a:ext>
            </a:extLst>
          </p:cNvPr>
          <p:cNvSpPr>
            <a:spLocks noGrp="1"/>
          </p:cNvSpPr>
          <p:nvPr>
            <p:ph type="title"/>
          </p:nvPr>
        </p:nvSpPr>
        <p:spPr>
          <a:xfrm>
            <a:off x="566738" y="407988"/>
            <a:ext cx="11015662" cy="1039812"/>
          </a:xfrm>
          <a:prstGeom prst="rect">
            <a:avLst/>
          </a:prstGeom>
        </p:spPr>
        <p:txBody>
          <a:bodyPr vert="horz" lIns="91440" tIns="45720" rIns="91440" bIns="45720" rtlCol="0" anchor="ctr">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6169" r:id="rId1"/>
    <p:sldLayoutId id="2147486170" r:id="rId2"/>
    <p:sldLayoutId id="2147486171" r:id="rId3"/>
    <p:sldLayoutId id="2147486172" r:id="rId4"/>
    <p:sldLayoutId id="2147486173" r:id="rId5"/>
    <p:sldLayoutId id="2147486174" r:id="rId6"/>
    <p:sldLayoutId id="2147486175" r:id="rId7"/>
    <p:sldLayoutId id="2147486176" r:id="rId8"/>
    <p:sldLayoutId id="2147486177" r:id="rId9"/>
    <p:sldLayoutId id="2147486178" r:id="rId10"/>
    <p:sldLayoutId id="2147486179" r:id="rId11"/>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anim calcmode="lin" valueType="num">
                                      <p:cBhvr>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0" end="0"/>
                                            </p:txEl>
                                          </p:spTgt>
                                        </p:tgtEl>
                                        <p:attrNameLst>
                                          <p:attrName>ppt_y</p:attrName>
                                        </p:attrNameLst>
                                      </p:cBhvr>
                                      <p:tavLst>
                                        <p:tav tm="0">
                                          <p:val>
                                            <p:strVal val="#ppt_y+.05"/>
                                          </p:val>
                                        </p:tav>
                                        <p:tav tm="100000">
                                          <p:val>
                                            <p:strVal val="#ppt_y"/>
                                          </p:val>
                                        </p:tav>
                                      </p:tavLst>
                                    </p:anim>
                                  </p:childTnLst>
                                </p:cTn>
                              </p:par>
                              <p:par>
                                <p:cTn id="17" presetID="44"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anim calcmode="lin" valueType="num">
                                      <p:cBhvr>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1" end="1"/>
                                            </p:txEl>
                                          </p:spTgt>
                                        </p:tgtEl>
                                        <p:attrNameLst>
                                          <p:attrName>ppt_y</p:attrName>
                                        </p:attrNameLst>
                                      </p:cBhvr>
                                      <p:tavLst>
                                        <p:tav tm="0">
                                          <p:val>
                                            <p:strVal val="#ppt_y+.05"/>
                                          </p:val>
                                        </p:tav>
                                        <p:tav tm="100000">
                                          <p:val>
                                            <p:strVal val="#ppt_y"/>
                                          </p:val>
                                        </p:tav>
                                      </p:tavLst>
                                    </p:anim>
                                  </p:childTnLst>
                                </p:cTn>
                              </p:par>
                              <p:par>
                                <p:cTn id="22" presetID="44" presetClass="entr" presetSubtype="0"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anim calcmode="lin" valueType="num">
                                      <p:cBhvr>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2" end="2"/>
                                            </p:txEl>
                                          </p:spTgt>
                                        </p:tgtEl>
                                        <p:attrNameLst>
                                          <p:attrName>ppt_y</p:attrName>
                                        </p:attrNameLst>
                                      </p:cBhvr>
                                      <p:tavLst>
                                        <p:tav tm="0">
                                          <p:val>
                                            <p:strVal val="#ppt_y+.05"/>
                                          </p:val>
                                        </p:tav>
                                        <p:tav tm="100000">
                                          <p:val>
                                            <p:strVal val="#ppt_y"/>
                                          </p:val>
                                        </p:tav>
                                      </p:tavLst>
                                    </p:anim>
                                  </p:childTnLst>
                                </p:cTn>
                              </p:par>
                              <p:par>
                                <p:cTn id="27" presetID="44" presetClass="entr" presetSubtype="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anim calcmode="lin" valueType="num">
                                      <p:cBhvr>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3" end="3"/>
                                            </p:txEl>
                                          </p:spTgt>
                                        </p:tgtEl>
                                        <p:attrNameLst>
                                          <p:attrName>ppt_y</p:attrName>
                                        </p:attrNameLst>
                                      </p:cBhvr>
                                      <p:tavLst>
                                        <p:tav tm="0">
                                          <p:val>
                                            <p:strVal val="#ppt_y+.05"/>
                                          </p:val>
                                        </p:tav>
                                        <p:tav tm="100000">
                                          <p:val>
                                            <p:strVal val="#ppt_y"/>
                                          </p:val>
                                        </p:tav>
                                      </p:tavLst>
                                    </p:anim>
                                  </p:childTnLst>
                                </p:cTn>
                              </p:par>
                              <p:par>
                                <p:cTn id="32" presetID="44" presetClass="entr" presetSubtype="0"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anim calcmode="lin" valueType="num">
                                      <p:cBhvr>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500" fill="hold"/>
                                        <p:tgtEl>
                                          <p:spTgt spid="3">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4"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anim calcmode="lin" valueType="num">
                      <p:cBhvr>
                        <p:cTn dur="500" fill="hold"/>
                        <p:tgtEl>
                          <p:spTgt spid="3"/>
                        </p:tgtEl>
                        <p:attrNameLst>
                          <p:attrName>ppt_x</p:attrName>
                        </p:attrNameLst>
                      </p:cBhvr>
                      <p:tavLst>
                        <p:tav tm="0">
                          <p:val>
                            <p:strVal val="#ppt_x"/>
                          </p:val>
                        </p:tav>
                        <p:tav tm="100000">
                          <p:val>
                            <p:strVal val="#ppt_x"/>
                          </p:val>
                        </p:tav>
                      </p:tavLst>
                    </p:anim>
                    <p:anim calcmode="lin" valueType="num">
                      <p:cBhvr>
                        <p:cTn dur="500" fill="hold"/>
                        <p:tgtEl>
                          <p:spTgt spid="3"/>
                        </p:tgtEl>
                        <p:attrNameLst>
                          <p:attrName>ppt_y</p:attrName>
                        </p:attrNameLst>
                      </p:cBhvr>
                      <p:tavLst>
                        <p:tav tm="0">
                          <p:val>
                            <p:strVal val="#ppt_y+.05"/>
                          </p:val>
                        </p:tav>
                        <p:tav tm="100000">
                          <p:val>
                            <p:strVal val="#ppt_y"/>
                          </p:val>
                        </p:tav>
                      </p:tavLst>
                    </p:anim>
                  </p:childTnLst>
                </p:cTn>
              </p:par>
            </p:tnLst>
          </p:tmpl>
          <p:tmpl lvl="2">
            <p:tnLst>
              <p:par>
                <p:cTn presetID="44"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anim calcmode="lin" valueType="num">
                      <p:cBhvr>
                        <p:cTn dur="500" fill="hold"/>
                        <p:tgtEl>
                          <p:spTgt spid="3"/>
                        </p:tgtEl>
                        <p:attrNameLst>
                          <p:attrName>ppt_x</p:attrName>
                        </p:attrNameLst>
                      </p:cBhvr>
                      <p:tavLst>
                        <p:tav tm="0">
                          <p:val>
                            <p:strVal val="#ppt_x"/>
                          </p:val>
                        </p:tav>
                        <p:tav tm="100000">
                          <p:val>
                            <p:strVal val="#ppt_x"/>
                          </p:val>
                        </p:tav>
                      </p:tavLst>
                    </p:anim>
                    <p:anim calcmode="lin" valueType="num">
                      <p:cBhvr>
                        <p:cTn dur="500" fill="hold"/>
                        <p:tgtEl>
                          <p:spTgt spid="3"/>
                        </p:tgtEl>
                        <p:attrNameLst>
                          <p:attrName>ppt_y</p:attrName>
                        </p:attrNameLst>
                      </p:cBhvr>
                      <p:tavLst>
                        <p:tav tm="0">
                          <p:val>
                            <p:strVal val="#ppt_y+.05"/>
                          </p:val>
                        </p:tav>
                        <p:tav tm="100000">
                          <p:val>
                            <p:strVal val="#ppt_y"/>
                          </p:val>
                        </p:tav>
                      </p:tavLst>
                    </p:anim>
                  </p:childTnLst>
                </p:cTn>
              </p:par>
            </p:tnLst>
          </p:tmpl>
          <p:tmpl lvl="3">
            <p:tnLst>
              <p:par>
                <p:cTn presetID="44"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anim calcmode="lin" valueType="num">
                      <p:cBhvr>
                        <p:cTn dur="500" fill="hold"/>
                        <p:tgtEl>
                          <p:spTgt spid="3"/>
                        </p:tgtEl>
                        <p:attrNameLst>
                          <p:attrName>ppt_x</p:attrName>
                        </p:attrNameLst>
                      </p:cBhvr>
                      <p:tavLst>
                        <p:tav tm="0">
                          <p:val>
                            <p:strVal val="#ppt_x"/>
                          </p:val>
                        </p:tav>
                        <p:tav tm="100000">
                          <p:val>
                            <p:strVal val="#ppt_x"/>
                          </p:val>
                        </p:tav>
                      </p:tavLst>
                    </p:anim>
                    <p:anim calcmode="lin" valueType="num">
                      <p:cBhvr>
                        <p:cTn dur="500" fill="hold"/>
                        <p:tgtEl>
                          <p:spTgt spid="3"/>
                        </p:tgtEl>
                        <p:attrNameLst>
                          <p:attrName>ppt_y</p:attrName>
                        </p:attrNameLst>
                      </p:cBhvr>
                      <p:tavLst>
                        <p:tav tm="0">
                          <p:val>
                            <p:strVal val="#ppt_y+.05"/>
                          </p:val>
                        </p:tav>
                        <p:tav tm="100000">
                          <p:val>
                            <p:strVal val="#ppt_y"/>
                          </p:val>
                        </p:tav>
                      </p:tavLst>
                    </p:anim>
                  </p:childTnLst>
                </p:cTn>
              </p:par>
            </p:tnLst>
          </p:tmpl>
          <p:tmpl lvl="4">
            <p:tnLst>
              <p:par>
                <p:cTn presetID="44"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anim calcmode="lin" valueType="num">
                      <p:cBhvr>
                        <p:cTn dur="500" fill="hold"/>
                        <p:tgtEl>
                          <p:spTgt spid="3"/>
                        </p:tgtEl>
                        <p:attrNameLst>
                          <p:attrName>ppt_x</p:attrName>
                        </p:attrNameLst>
                      </p:cBhvr>
                      <p:tavLst>
                        <p:tav tm="0">
                          <p:val>
                            <p:strVal val="#ppt_x"/>
                          </p:val>
                        </p:tav>
                        <p:tav tm="100000">
                          <p:val>
                            <p:strVal val="#ppt_x"/>
                          </p:val>
                        </p:tav>
                      </p:tavLst>
                    </p:anim>
                    <p:anim calcmode="lin" valueType="num">
                      <p:cBhvr>
                        <p:cTn dur="500" fill="hold"/>
                        <p:tgtEl>
                          <p:spTgt spid="3"/>
                        </p:tgtEl>
                        <p:attrNameLst>
                          <p:attrName>ppt_y</p:attrName>
                        </p:attrNameLst>
                      </p:cBhvr>
                      <p:tavLst>
                        <p:tav tm="0">
                          <p:val>
                            <p:strVal val="#ppt_y+.05"/>
                          </p:val>
                        </p:tav>
                        <p:tav tm="100000">
                          <p:val>
                            <p:strVal val="#ppt_y"/>
                          </p:val>
                        </p:tav>
                      </p:tavLst>
                    </p:anim>
                  </p:childTnLst>
                </p:cTn>
              </p:par>
            </p:tnLst>
          </p:tmpl>
          <p:tmpl lvl="5">
            <p:tnLst>
              <p:par>
                <p:cTn presetID="44"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anim calcmode="lin" valueType="num">
                      <p:cBhvr>
                        <p:cTn dur="500" fill="hold"/>
                        <p:tgtEl>
                          <p:spTgt spid="3"/>
                        </p:tgtEl>
                        <p:attrNameLst>
                          <p:attrName>ppt_x</p:attrName>
                        </p:attrNameLst>
                      </p:cBhvr>
                      <p:tavLst>
                        <p:tav tm="0">
                          <p:val>
                            <p:strVal val="#ppt_x"/>
                          </p:val>
                        </p:tav>
                        <p:tav tm="100000">
                          <p:val>
                            <p:strVal val="#ppt_x"/>
                          </p:val>
                        </p:tav>
                      </p:tavLst>
                    </p:anim>
                    <p:anim calcmode="lin" valueType="num">
                      <p:cBhvr>
                        <p:cTn dur="500" fill="hold"/>
                        <p:tgtEl>
                          <p:spTgt spid="3"/>
                        </p:tgtEl>
                        <p:attrNameLst>
                          <p:attrName>ppt_y</p:attrName>
                        </p:attrNameLst>
                      </p:cBhvr>
                      <p:tavLst>
                        <p:tav tm="0">
                          <p:val>
                            <p:strVal val="#ppt_y+.05"/>
                          </p:val>
                        </p:tav>
                        <p:tav tm="100000">
                          <p:val>
                            <p:strVal val="#ppt_y"/>
                          </p:val>
                        </p:tav>
                      </p:tavLst>
                    </p:anim>
                  </p:childTnLst>
                </p:cTn>
              </p:par>
            </p:tnLst>
          </p:tmpl>
        </p:tmplLst>
      </p:bldP>
      <p:bldP spid="2" grpId="0"/>
    </p:bldLst>
  </p:timing>
  <p:hf hdr="0" ftr="0"/>
  <p:txStyles>
    <p:titleStyle>
      <a:lvl1pPr algn="ctr" rtl="0" eaLnBrk="0" fontAlgn="base" hangingPunct="0">
        <a:spcBef>
          <a:spcPct val="0"/>
        </a:spcBef>
        <a:spcAft>
          <a:spcPct val="0"/>
        </a:spcAft>
        <a:defRPr sz="3500" kern="1200" cap="all">
          <a:solidFill>
            <a:srgbClr val="6B7D72"/>
          </a:solidFill>
          <a:latin typeface="+mj-lt"/>
          <a:ea typeface="+mj-ea"/>
          <a:cs typeface="+mj-cs"/>
        </a:defRPr>
      </a:lvl1pPr>
      <a:lvl2pPr algn="ctr" rtl="0" eaLnBrk="0" fontAlgn="base" hangingPunct="0">
        <a:spcBef>
          <a:spcPct val="0"/>
        </a:spcBef>
        <a:spcAft>
          <a:spcPct val="0"/>
        </a:spcAft>
        <a:defRPr sz="3500">
          <a:solidFill>
            <a:srgbClr val="6B7D72"/>
          </a:solidFill>
          <a:latin typeface="Book Antiqua" pitchFamily="18" charset="0"/>
          <a:cs typeface="Times New Roman" pitchFamily="18" charset="0"/>
        </a:defRPr>
      </a:lvl2pPr>
      <a:lvl3pPr algn="ctr" rtl="0" eaLnBrk="0" fontAlgn="base" hangingPunct="0">
        <a:spcBef>
          <a:spcPct val="0"/>
        </a:spcBef>
        <a:spcAft>
          <a:spcPct val="0"/>
        </a:spcAft>
        <a:defRPr sz="3500">
          <a:solidFill>
            <a:srgbClr val="6B7D72"/>
          </a:solidFill>
          <a:latin typeface="Book Antiqua" pitchFamily="18" charset="0"/>
          <a:cs typeface="Times New Roman" pitchFamily="18" charset="0"/>
        </a:defRPr>
      </a:lvl3pPr>
      <a:lvl4pPr algn="ctr" rtl="0" eaLnBrk="0" fontAlgn="base" hangingPunct="0">
        <a:spcBef>
          <a:spcPct val="0"/>
        </a:spcBef>
        <a:spcAft>
          <a:spcPct val="0"/>
        </a:spcAft>
        <a:defRPr sz="3500">
          <a:solidFill>
            <a:srgbClr val="6B7D72"/>
          </a:solidFill>
          <a:latin typeface="Book Antiqua" pitchFamily="18" charset="0"/>
          <a:cs typeface="Times New Roman" pitchFamily="18" charset="0"/>
        </a:defRPr>
      </a:lvl4pPr>
      <a:lvl5pPr algn="ctr" rtl="0" eaLnBrk="0" fontAlgn="base" hangingPunct="0">
        <a:spcBef>
          <a:spcPct val="0"/>
        </a:spcBef>
        <a:spcAft>
          <a:spcPct val="0"/>
        </a:spcAft>
        <a:defRPr sz="3500">
          <a:solidFill>
            <a:srgbClr val="6B7D72"/>
          </a:solidFill>
          <a:latin typeface="Book Antiqua" pitchFamily="18" charset="0"/>
          <a:cs typeface="Times New Roman" pitchFamily="18" charset="0"/>
        </a:defRPr>
      </a:lvl5pPr>
      <a:lvl6pPr marL="457200" algn="ctr" rtl="0" fontAlgn="base">
        <a:spcBef>
          <a:spcPct val="0"/>
        </a:spcBef>
        <a:spcAft>
          <a:spcPct val="0"/>
        </a:spcAft>
        <a:defRPr sz="3500">
          <a:solidFill>
            <a:srgbClr val="6B7D72"/>
          </a:solidFill>
          <a:latin typeface="Book Antiqua" pitchFamily="18" charset="0"/>
          <a:cs typeface="Times New Roman" pitchFamily="18" charset="0"/>
        </a:defRPr>
      </a:lvl6pPr>
      <a:lvl7pPr marL="914400" algn="ctr" rtl="0" fontAlgn="base">
        <a:spcBef>
          <a:spcPct val="0"/>
        </a:spcBef>
        <a:spcAft>
          <a:spcPct val="0"/>
        </a:spcAft>
        <a:defRPr sz="3500">
          <a:solidFill>
            <a:srgbClr val="6B7D72"/>
          </a:solidFill>
          <a:latin typeface="Book Antiqua" pitchFamily="18" charset="0"/>
          <a:cs typeface="Times New Roman" pitchFamily="18" charset="0"/>
        </a:defRPr>
      </a:lvl7pPr>
      <a:lvl8pPr marL="1371600" algn="ctr" rtl="0" fontAlgn="base">
        <a:spcBef>
          <a:spcPct val="0"/>
        </a:spcBef>
        <a:spcAft>
          <a:spcPct val="0"/>
        </a:spcAft>
        <a:defRPr sz="3500">
          <a:solidFill>
            <a:srgbClr val="6B7D72"/>
          </a:solidFill>
          <a:latin typeface="Book Antiqua" pitchFamily="18" charset="0"/>
          <a:cs typeface="Times New Roman" pitchFamily="18" charset="0"/>
        </a:defRPr>
      </a:lvl8pPr>
      <a:lvl9pPr marL="1828800" algn="ctr" rtl="0" fontAlgn="base">
        <a:spcBef>
          <a:spcPct val="0"/>
        </a:spcBef>
        <a:spcAft>
          <a:spcPct val="0"/>
        </a:spcAft>
        <a:defRPr sz="3500">
          <a:solidFill>
            <a:srgbClr val="6B7D72"/>
          </a:solidFill>
          <a:latin typeface="Book Antiqua" pitchFamily="18" charset="0"/>
          <a:cs typeface="Times New Roman" pitchFamily="18" charset="0"/>
        </a:defRPr>
      </a:lvl9pPr>
    </p:titleStyle>
    <p:bodyStyle>
      <a:lvl1pPr marL="342900" indent="-228600" algn="l" rtl="0" eaLnBrk="0" fontAlgn="base" hangingPunct="0">
        <a:spcBef>
          <a:spcPct val="20000"/>
        </a:spcBef>
        <a:spcAft>
          <a:spcPct val="0"/>
        </a:spcAft>
        <a:buClr>
          <a:schemeClr val="accent1"/>
        </a:buClr>
        <a:buFont typeface="Arial" panose="020B0604020202020204" pitchFamily="34" charset="0"/>
        <a:buChar char="•"/>
        <a:defRPr sz="2400" kern="1200">
          <a:solidFill>
            <a:schemeClr val="tx2"/>
          </a:solidFill>
          <a:latin typeface="+mn-lt"/>
          <a:ea typeface="+mn-ea"/>
          <a:cs typeface="+mn-cs"/>
        </a:defRPr>
      </a:lvl1pPr>
      <a:lvl2pPr marL="639763" indent="-228600" algn="l" rtl="0" eaLnBrk="0" fontAlgn="base" hangingPunct="0">
        <a:spcBef>
          <a:spcPct val="20000"/>
        </a:spcBef>
        <a:spcAft>
          <a:spcPct val="0"/>
        </a:spcAft>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rtl="0" eaLnBrk="0" fontAlgn="base" hangingPunct="0">
        <a:spcBef>
          <a:spcPct val="20000"/>
        </a:spcBef>
        <a:spcAft>
          <a:spcPct val="0"/>
        </a:spcAft>
        <a:buClr>
          <a:srgbClr val="B5AE53"/>
        </a:buClr>
        <a:buFont typeface="Arial" panose="020B0604020202020204" pitchFamily="34" charset="0"/>
        <a:buChar char="•"/>
        <a:defRPr kern="1200">
          <a:solidFill>
            <a:schemeClr val="tx2"/>
          </a:solidFill>
          <a:latin typeface="+mn-lt"/>
          <a:ea typeface="+mn-ea"/>
          <a:cs typeface="+mn-cs"/>
        </a:defRPr>
      </a:lvl3pPr>
      <a:lvl4pPr marL="1279525" indent="-228600" algn="l" rtl="0" eaLnBrk="0" fontAlgn="base" hangingPunct="0">
        <a:spcBef>
          <a:spcPct val="20000"/>
        </a:spcBef>
        <a:spcAft>
          <a:spcPct val="0"/>
        </a:spcAft>
        <a:buClr>
          <a:srgbClr val="848058"/>
        </a:buClr>
        <a:buFont typeface="Arial" panose="020B0604020202020204" pitchFamily="34" charset="0"/>
        <a:buChar char="•"/>
        <a:defRPr sz="1600" kern="1200">
          <a:solidFill>
            <a:schemeClr val="tx2"/>
          </a:solidFill>
          <a:latin typeface="+mn-lt"/>
          <a:ea typeface="+mn-ea"/>
          <a:cs typeface="+mn-cs"/>
        </a:defRPr>
      </a:lvl4pPr>
      <a:lvl5pPr marL="1554163" indent="-228600" algn="l" rtl="0" eaLnBrk="0" fontAlgn="base" hangingPunct="0">
        <a:spcBef>
          <a:spcPct val="20000"/>
        </a:spcBef>
        <a:spcAft>
          <a:spcPct val="0"/>
        </a:spcAft>
        <a:buClr>
          <a:srgbClr val="E8B54D"/>
        </a:buClr>
        <a:buFont typeface="Arial" panose="020B0604020202020204" pitchFamily="34" charset="0"/>
        <a:buChar char="•"/>
        <a:defRPr sz="1600" kern="120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050" name="Group 2">
            <a:extLst>
              <a:ext uri="{FF2B5EF4-FFF2-40B4-BE49-F238E27FC236}">
                <a16:creationId xmlns:a16="http://schemas.microsoft.com/office/drawing/2014/main" id="{169A0D99-92B7-DDF6-E83D-60CA33A166D9}"/>
              </a:ext>
            </a:extLst>
          </p:cNvPr>
          <p:cNvGrpSpPr>
            <a:grpSpLocks/>
          </p:cNvGrpSpPr>
          <p:nvPr/>
        </p:nvGrpSpPr>
        <p:grpSpPr bwMode="auto">
          <a:xfrm>
            <a:off x="-4318000" y="0"/>
            <a:ext cx="15900400" cy="3810000"/>
            <a:chOff x="-2040" y="0"/>
            <a:chExt cx="7512" cy="2400"/>
          </a:xfrm>
        </p:grpSpPr>
        <p:sp>
          <p:nvSpPr>
            <p:cNvPr id="2056" name="AutoShape 3">
              <a:extLst>
                <a:ext uri="{FF2B5EF4-FFF2-40B4-BE49-F238E27FC236}">
                  <a16:creationId xmlns:a16="http://schemas.microsoft.com/office/drawing/2014/main" id="{06215B5E-C8D9-86DF-3EA0-66F317EC7B67}"/>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2057" name="AutoShape 4">
              <a:extLst>
                <a:ext uri="{FF2B5EF4-FFF2-40B4-BE49-F238E27FC236}">
                  <a16:creationId xmlns:a16="http://schemas.microsoft.com/office/drawing/2014/main" id="{5DECF37D-4F46-1C11-76F1-46216C10ED0F}"/>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2058" name="Line 5">
              <a:extLst>
                <a:ext uri="{FF2B5EF4-FFF2-40B4-BE49-F238E27FC236}">
                  <a16:creationId xmlns:a16="http://schemas.microsoft.com/office/drawing/2014/main" id="{93358092-26C7-E57E-D401-69417A1327C8}"/>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2051" name="Rectangle 6">
            <a:extLst>
              <a:ext uri="{FF2B5EF4-FFF2-40B4-BE49-F238E27FC236}">
                <a16:creationId xmlns:a16="http://schemas.microsoft.com/office/drawing/2014/main" id="{1B76E846-2F1B-F0DD-1DAF-FCF4BAEA281F}"/>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2052" name="Rectangle 7">
            <a:extLst>
              <a:ext uri="{FF2B5EF4-FFF2-40B4-BE49-F238E27FC236}">
                <a16:creationId xmlns:a16="http://schemas.microsoft.com/office/drawing/2014/main" id="{F02DE324-22F1-B050-FC4F-F65859C63EEE}"/>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AE503C22-C9C3-8843-5DF7-8C8DB642AA36}"/>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82B02DB0-DD8D-42A2-9017-8CA68A4F4189}" type="datetime1">
              <a:rPr lang="hy-AM"/>
              <a:pPr>
                <a:defRPr/>
              </a:pPr>
              <a:t>21.10.2026</a:t>
            </a:fld>
            <a:endParaRPr lang="en-US"/>
          </a:p>
        </p:txBody>
      </p:sp>
      <p:sp>
        <p:nvSpPr>
          <p:cNvPr id="117769" name="Rectangle 9">
            <a:extLst>
              <a:ext uri="{FF2B5EF4-FFF2-40B4-BE49-F238E27FC236}">
                <a16:creationId xmlns:a16="http://schemas.microsoft.com/office/drawing/2014/main" id="{E22143EA-E918-48E1-2789-8DC244C078A0}"/>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41C17E6D-7E64-20BA-277D-7ECDF157B01F}"/>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74C04FE9-84FD-49C7-8DD6-0C0B9711750C}"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180" r:id="rId1"/>
    <p:sldLayoutId id="2147486181" r:id="rId2"/>
    <p:sldLayoutId id="2147486182" r:id="rId3"/>
    <p:sldLayoutId id="2147486183" r:id="rId4"/>
    <p:sldLayoutId id="2147486184" r:id="rId5"/>
    <p:sldLayoutId id="2147486185" r:id="rId6"/>
    <p:sldLayoutId id="2147486186" r:id="rId7"/>
    <p:sldLayoutId id="2147486187" r:id="rId8"/>
    <p:sldLayoutId id="2147486188" r:id="rId9"/>
    <p:sldLayoutId id="2147486189" r:id="rId10"/>
    <p:sldLayoutId id="2147486190"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3622563E-2AC3-06E9-DFD3-F48218EFA39D}"/>
              </a:ext>
            </a:extLst>
          </p:cNvPr>
          <p:cNvGrpSpPr>
            <a:grpSpLocks/>
          </p:cNvGrpSpPr>
          <p:nvPr/>
        </p:nvGrpSpPr>
        <p:grpSpPr bwMode="auto">
          <a:xfrm>
            <a:off x="-4318000" y="0"/>
            <a:ext cx="15900400" cy="3810000"/>
            <a:chOff x="-2040" y="0"/>
            <a:chExt cx="7512" cy="2400"/>
          </a:xfrm>
        </p:grpSpPr>
        <p:sp>
          <p:nvSpPr>
            <p:cNvPr id="3080" name="AutoShape 3">
              <a:extLst>
                <a:ext uri="{FF2B5EF4-FFF2-40B4-BE49-F238E27FC236}">
                  <a16:creationId xmlns:a16="http://schemas.microsoft.com/office/drawing/2014/main" id="{67746711-83EE-F44C-1801-3B75CEFDF709}"/>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3081" name="AutoShape 4">
              <a:extLst>
                <a:ext uri="{FF2B5EF4-FFF2-40B4-BE49-F238E27FC236}">
                  <a16:creationId xmlns:a16="http://schemas.microsoft.com/office/drawing/2014/main" id="{38E6BECC-AA64-E8B0-E78D-0BD7DD039119}"/>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3082" name="Line 5">
              <a:extLst>
                <a:ext uri="{FF2B5EF4-FFF2-40B4-BE49-F238E27FC236}">
                  <a16:creationId xmlns:a16="http://schemas.microsoft.com/office/drawing/2014/main" id="{E34E4B46-49CE-BB73-041C-10C169F34AC4}"/>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3075" name="Rectangle 6">
            <a:extLst>
              <a:ext uri="{FF2B5EF4-FFF2-40B4-BE49-F238E27FC236}">
                <a16:creationId xmlns:a16="http://schemas.microsoft.com/office/drawing/2014/main" id="{E006F43B-4FCB-18AF-04B3-6F14625047F5}"/>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3076" name="Rectangle 7">
            <a:extLst>
              <a:ext uri="{FF2B5EF4-FFF2-40B4-BE49-F238E27FC236}">
                <a16:creationId xmlns:a16="http://schemas.microsoft.com/office/drawing/2014/main" id="{43D957F4-BC99-DDAC-3900-7B433E075D95}"/>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EC9E0A31-2BC5-3A9C-5B12-999A788739F0}"/>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FFFFAED4-5E04-41ED-98F7-E49CEA513FED}" type="datetime1">
              <a:rPr lang="hy-AM"/>
              <a:pPr>
                <a:defRPr/>
              </a:pPr>
              <a:t>21.10.2026</a:t>
            </a:fld>
            <a:endParaRPr lang="en-US"/>
          </a:p>
        </p:txBody>
      </p:sp>
      <p:sp>
        <p:nvSpPr>
          <p:cNvPr id="117769" name="Rectangle 9">
            <a:extLst>
              <a:ext uri="{FF2B5EF4-FFF2-40B4-BE49-F238E27FC236}">
                <a16:creationId xmlns:a16="http://schemas.microsoft.com/office/drawing/2014/main" id="{867837B2-3B82-9F2D-B69E-0870E2CD5400}"/>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59AB1D3E-5979-212F-5CCD-E73B33516CB4}"/>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C2E0C831-185A-45B3-A88D-BDF9FD57E791}"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191" r:id="rId1"/>
    <p:sldLayoutId id="2147486192" r:id="rId2"/>
    <p:sldLayoutId id="2147486193" r:id="rId3"/>
    <p:sldLayoutId id="2147486194" r:id="rId4"/>
    <p:sldLayoutId id="2147486195" r:id="rId5"/>
    <p:sldLayoutId id="2147486196" r:id="rId6"/>
    <p:sldLayoutId id="2147486197" r:id="rId7"/>
    <p:sldLayoutId id="2147486198" r:id="rId8"/>
    <p:sldLayoutId id="2147486199" r:id="rId9"/>
    <p:sldLayoutId id="2147486200" r:id="rId10"/>
    <p:sldLayoutId id="2147486201"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4098" name="Group 2">
            <a:extLst>
              <a:ext uri="{FF2B5EF4-FFF2-40B4-BE49-F238E27FC236}">
                <a16:creationId xmlns:a16="http://schemas.microsoft.com/office/drawing/2014/main" id="{2A9FA633-97F7-DA85-56B3-EC173D31A882}"/>
              </a:ext>
            </a:extLst>
          </p:cNvPr>
          <p:cNvGrpSpPr>
            <a:grpSpLocks/>
          </p:cNvGrpSpPr>
          <p:nvPr/>
        </p:nvGrpSpPr>
        <p:grpSpPr bwMode="auto">
          <a:xfrm>
            <a:off x="-4318000" y="0"/>
            <a:ext cx="15900400" cy="3810000"/>
            <a:chOff x="-2040" y="0"/>
            <a:chExt cx="7512" cy="2400"/>
          </a:xfrm>
        </p:grpSpPr>
        <p:sp>
          <p:nvSpPr>
            <p:cNvPr id="4104" name="AutoShape 3">
              <a:extLst>
                <a:ext uri="{FF2B5EF4-FFF2-40B4-BE49-F238E27FC236}">
                  <a16:creationId xmlns:a16="http://schemas.microsoft.com/office/drawing/2014/main" id="{5AD4EDD7-3D01-71FD-C9C2-29E05F46327C}"/>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4105" name="AutoShape 4">
              <a:extLst>
                <a:ext uri="{FF2B5EF4-FFF2-40B4-BE49-F238E27FC236}">
                  <a16:creationId xmlns:a16="http://schemas.microsoft.com/office/drawing/2014/main" id="{847DF38D-FBD9-1FD5-1B9D-09DC8C6794C4}"/>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4106" name="Line 5">
              <a:extLst>
                <a:ext uri="{FF2B5EF4-FFF2-40B4-BE49-F238E27FC236}">
                  <a16:creationId xmlns:a16="http://schemas.microsoft.com/office/drawing/2014/main" id="{5659B37F-69BD-B352-DA96-8CA2ED9A2C73}"/>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4099" name="Rectangle 6">
            <a:extLst>
              <a:ext uri="{FF2B5EF4-FFF2-40B4-BE49-F238E27FC236}">
                <a16:creationId xmlns:a16="http://schemas.microsoft.com/office/drawing/2014/main" id="{E8BE6583-1BB7-F6C4-B49B-867CCAC113D8}"/>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4100" name="Rectangle 7">
            <a:extLst>
              <a:ext uri="{FF2B5EF4-FFF2-40B4-BE49-F238E27FC236}">
                <a16:creationId xmlns:a16="http://schemas.microsoft.com/office/drawing/2014/main" id="{AC7A558C-2B75-118E-2B04-8EBA4A1E76B9}"/>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35307B09-BD1A-9160-D583-BB3EC3985129}"/>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199BE72D-861B-4816-A128-4DCD41C4715B}" type="datetime1">
              <a:rPr lang="hy-AM"/>
              <a:pPr>
                <a:defRPr/>
              </a:pPr>
              <a:t>21.10.2026</a:t>
            </a:fld>
            <a:endParaRPr lang="en-US"/>
          </a:p>
        </p:txBody>
      </p:sp>
      <p:sp>
        <p:nvSpPr>
          <p:cNvPr id="117769" name="Rectangle 9">
            <a:extLst>
              <a:ext uri="{FF2B5EF4-FFF2-40B4-BE49-F238E27FC236}">
                <a16:creationId xmlns:a16="http://schemas.microsoft.com/office/drawing/2014/main" id="{D687DFAC-7601-3F82-3C79-5E45ADADB672}"/>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4226B69F-B05C-A195-76A8-CA414117646C}"/>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C323E87E-928D-483D-965B-2B99C1992A1B}"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202" r:id="rId1"/>
    <p:sldLayoutId id="2147486203" r:id="rId2"/>
    <p:sldLayoutId id="2147486204" r:id="rId3"/>
    <p:sldLayoutId id="2147486205" r:id="rId4"/>
    <p:sldLayoutId id="2147486206" r:id="rId5"/>
    <p:sldLayoutId id="2147486207" r:id="rId6"/>
    <p:sldLayoutId id="2147486208" r:id="rId7"/>
    <p:sldLayoutId id="2147486209" r:id="rId8"/>
    <p:sldLayoutId id="2147486210" r:id="rId9"/>
    <p:sldLayoutId id="2147486211" r:id="rId10"/>
    <p:sldLayoutId id="2147486212"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5122" name="Group 2">
            <a:extLst>
              <a:ext uri="{FF2B5EF4-FFF2-40B4-BE49-F238E27FC236}">
                <a16:creationId xmlns:a16="http://schemas.microsoft.com/office/drawing/2014/main" id="{A077C177-9663-9489-68B5-AFD67117220D}"/>
              </a:ext>
            </a:extLst>
          </p:cNvPr>
          <p:cNvGrpSpPr>
            <a:grpSpLocks/>
          </p:cNvGrpSpPr>
          <p:nvPr/>
        </p:nvGrpSpPr>
        <p:grpSpPr bwMode="auto">
          <a:xfrm>
            <a:off x="-4318000" y="0"/>
            <a:ext cx="15900400" cy="3810000"/>
            <a:chOff x="-2040" y="0"/>
            <a:chExt cx="7512" cy="2400"/>
          </a:xfrm>
        </p:grpSpPr>
        <p:sp>
          <p:nvSpPr>
            <p:cNvPr id="5128" name="AutoShape 3">
              <a:extLst>
                <a:ext uri="{FF2B5EF4-FFF2-40B4-BE49-F238E27FC236}">
                  <a16:creationId xmlns:a16="http://schemas.microsoft.com/office/drawing/2014/main" id="{9F0644EC-2A1A-157E-20CA-FC8B9E0F1545}"/>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129" name="AutoShape 4">
              <a:extLst>
                <a:ext uri="{FF2B5EF4-FFF2-40B4-BE49-F238E27FC236}">
                  <a16:creationId xmlns:a16="http://schemas.microsoft.com/office/drawing/2014/main" id="{E95F4E21-316A-8031-AC72-276ABEF87874}"/>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130" name="Line 5">
              <a:extLst>
                <a:ext uri="{FF2B5EF4-FFF2-40B4-BE49-F238E27FC236}">
                  <a16:creationId xmlns:a16="http://schemas.microsoft.com/office/drawing/2014/main" id="{6A460272-B540-A9C6-7170-30A852BAD275}"/>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5123" name="Rectangle 6">
            <a:extLst>
              <a:ext uri="{FF2B5EF4-FFF2-40B4-BE49-F238E27FC236}">
                <a16:creationId xmlns:a16="http://schemas.microsoft.com/office/drawing/2014/main" id="{E8586FA4-5B2E-420A-87C4-234C8F7B1C11}"/>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5124" name="Rectangle 7">
            <a:extLst>
              <a:ext uri="{FF2B5EF4-FFF2-40B4-BE49-F238E27FC236}">
                <a16:creationId xmlns:a16="http://schemas.microsoft.com/office/drawing/2014/main" id="{3A9FD744-EA3A-C81B-07C9-12964DAEAE57}"/>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78D24FA2-01B1-8384-4370-5FF425EAD0D6}"/>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09293D1A-E9F7-481D-9B6F-6EC56C96EC40}" type="datetime1">
              <a:rPr lang="hy-AM"/>
              <a:pPr>
                <a:defRPr/>
              </a:pPr>
              <a:t>21.10.2026</a:t>
            </a:fld>
            <a:endParaRPr lang="en-US"/>
          </a:p>
        </p:txBody>
      </p:sp>
      <p:sp>
        <p:nvSpPr>
          <p:cNvPr id="117769" name="Rectangle 9">
            <a:extLst>
              <a:ext uri="{FF2B5EF4-FFF2-40B4-BE49-F238E27FC236}">
                <a16:creationId xmlns:a16="http://schemas.microsoft.com/office/drawing/2014/main" id="{865951C8-7298-4760-D652-25551A484F37}"/>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0F715B65-6F79-5104-51C0-D33695E9F3E6}"/>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3EECB765-A020-4E78-9D09-E166D33117A9}"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213" r:id="rId1"/>
    <p:sldLayoutId id="2147486214" r:id="rId2"/>
    <p:sldLayoutId id="2147486215" r:id="rId3"/>
    <p:sldLayoutId id="2147486216" r:id="rId4"/>
    <p:sldLayoutId id="2147486217" r:id="rId5"/>
    <p:sldLayoutId id="2147486218" r:id="rId6"/>
    <p:sldLayoutId id="2147486219" r:id="rId7"/>
    <p:sldLayoutId id="2147486220" r:id="rId8"/>
    <p:sldLayoutId id="2147486221" r:id="rId9"/>
    <p:sldLayoutId id="2147486222" r:id="rId10"/>
    <p:sldLayoutId id="2147486223"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6146" name="Group 2">
            <a:extLst>
              <a:ext uri="{FF2B5EF4-FFF2-40B4-BE49-F238E27FC236}">
                <a16:creationId xmlns:a16="http://schemas.microsoft.com/office/drawing/2014/main" id="{84A9BE99-D834-468A-61F7-EE0479332327}"/>
              </a:ext>
            </a:extLst>
          </p:cNvPr>
          <p:cNvGrpSpPr>
            <a:grpSpLocks/>
          </p:cNvGrpSpPr>
          <p:nvPr/>
        </p:nvGrpSpPr>
        <p:grpSpPr bwMode="auto">
          <a:xfrm>
            <a:off x="-4318000" y="0"/>
            <a:ext cx="15900400" cy="3810000"/>
            <a:chOff x="-2040" y="0"/>
            <a:chExt cx="7512" cy="2400"/>
          </a:xfrm>
        </p:grpSpPr>
        <p:sp>
          <p:nvSpPr>
            <p:cNvPr id="6152" name="AutoShape 3">
              <a:extLst>
                <a:ext uri="{FF2B5EF4-FFF2-40B4-BE49-F238E27FC236}">
                  <a16:creationId xmlns:a16="http://schemas.microsoft.com/office/drawing/2014/main" id="{0D965A78-D4C4-5916-5776-7F447E0E70E6}"/>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6153" name="AutoShape 4">
              <a:extLst>
                <a:ext uri="{FF2B5EF4-FFF2-40B4-BE49-F238E27FC236}">
                  <a16:creationId xmlns:a16="http://schemas.microsoft.com/office/drawing/2014/main" id="{D59C4AF1-1698-D863-4F79-9AEB75806B72}"/>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6154" name="Line 5">
              <a:extLst>
                <a:ext uri="{FF2B5EF4-FFF2-40B4-BE49-F238E27FC236}">
                  <a16:creationId xmlns:a16="http://schemas.microsoft.com/office/drawing/2014/main" id="{1225915D-32F3-4A97-5FDC-D147273D5562}"/>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6147" name="Rectangle 6">
            <a:extLst>
              <a:ext uri="{FF2B5EF4-FFF2-40B4-BE49-F238E27FC236}">
                <a16:creationId xmlns:a16="http://schemas.microsoft.com/office/drawing/2014/main" id="{A7DBB857-62EA-82B6-3AC6-D5525E3C8C1E}"/>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6148" name="Rectangle 7">
            <a:extLst>
              <a:ext uri="{FF2B5EF4-FFF2-40B4-BE49-F238E27FC236}">
                <a16:creationId xmlns:a16="http://schemas.microsoft.com/office/drawing/2014/main" id="{25E3789E-71A3-293A-CE33-0A78ECDE2B30}"/>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AD4E0DAB-F62E-70FF-E78C-EBC8E30F9733}"/>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48BE8FB4-84C8-4EBE-A498-2AE4AAF3BEFE}" type="datetime1">
              <a:rPr lang="hy-AM"/>
              <a:pPr>
                <a:defRPr/>
              </a:pPr>
              <a:t>21.10.2026</a:t>
            </a:fld>
            <a:endParaRPr lang="en-US"/>
          </a:p>
        </p:txBody>
      </p:sp>
      <p:sp>
        <p:nvSpPr>
          <p:cNvPr id="117769" name="Rectangle 9">
            <a:extLst>
              <a:ext uri="{FF2B5EF4-FFF2-40B4-BE49-F238E27FC236}">
                <a16:creationId xmlns:a16="http://schemas.microsoft.com/office/drawing/2014/main" id="{C4DF3FCE-C4A1-9F24-17F5-C28A39E3D2D7}"/>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1BBA90D4-01EB-1E7E-22EC-EF03768A9223}"/>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AF7551A4-7EB6-4EE7-B44E-D2BDFA3D61DB}"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224" r:id="rId1"/>
    <p:sldLayoutId id="2147486225" r:id="rId2"/>
    <p:sldLayoutId id="2147486226" r:id="rId3"/>
    <p:sldLayoutId id="2147486227" r:id="rId4"/>
    <p:sldLayoutId id="2147486228" r:id="rId5"/>
    <p:sldLayoutId id="2147486229" r:id="rId6"/>
    <p:sldLayoutId id="2147486230" r:id="rId7"/>
    <p:sldLayoutId id="2147486231" r:id="rId8"/>
    <p:sldLayoutId id="2147486232" r:id="rId9"/>
    <p:sldLayoutId id="2147486233" r:id="rId10"/>
    <p:sldLayoutId id="2147486234"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7170" name="Group 2">
            <a:extLst>
              <a:ext uri="{FF2B5EF4-FFF2-40B4-BE49-F238E27FC236}">
                <a16:creationId xmlns:a16="http://schemas.microsoft.com/office/drawing/2014/main" id="{BE64E729-5589-0F1D-E92B-D10083F6F599}"/>
              </a:ext>
            </a:extLst>
          </p:cNvPr>
          <p:cNvGrpSpPr>
            <a:grpSpLocks/>
          </p:cNvGrpSpPr>
          <p:nvPr/>
        </p:nvGrpSpPr>
        <p:grpSpPr bwMode="auto">
          <a:xfrm>
            <a:off x="-4318000" y="0"/>
            <a:ext cx="15900400" cy="3810000"/>
            <a:chOff x="-2040" y="0"/>
            <a:chExt cx="7512" cy="2400"/>
          </a:xfrm>
        </p:grpSpPr>
        <p:sp>
          <p:nvSpPr>
            <p:cNvPr id="7176" name="AutoShape 3">
              <a:extLst>
                <a:ext uri="{FF2B5EF4-FFF2-40B4-BE49-F238E27FC236}">
                  <a16:creationId xmlns:a16="http://schemas.microsoft.com/office/drawing/2014/main" id="{5A14B3D9-215F-2BA8-F745-A322F901AC62}"/>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7177" name="AutoShape 4">
              <a:extLst>
                <a:ext uri="{FF2B5EF4-FFF2-40B4-BE49-F238E27FC236}">
                  <a16:creationId xmlns:a16="http://schemas.microsoft.com/office/drawing/2014/main" id="{F93B8602-F53C-C5D8-310B-E1E0918EBF14}"/>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7178" name="Line 5">
              <a:extLst>
                <a:ext uri="{FF2B5EF4-FFF2-40B4-BE49-F238E27FC236}">
                  <a16:creationId xmlns:a16="http://schemas.microsoft.com/office/drawing/2014/main" id="{9631649D-A432-857D-B845-15CF262D8BFD}"/>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7171" name="Rectangle 6">
            <a:extLst>
              <a:ext uri="{FF2B5EF4-FFF2-40B4-BE49-F238E27FC236}">
                <a16:creationId xmlns:a16="http://schemas.microsoft.com/office/drawing/2014/main" id="{45F2FBEC-6644-8596-57D1-BFB6E9C20AEC}"/>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7172" name="Rectangle 7">
            <a:extLst>
              <a:ext uri="{FF2B5EF4-FFF2-40B4-BE49-F238E27FC236}">
                <a16:creationId xmlns:a16="http://schemas.microsoft.com/office/drawing/2014/main" id="{FD96835F-CB5C-63F0-566A-AB51970C19CE}"/>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94C26916-380E-CEF2-75FD-D51E972C501B}"/>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3D34D1B0-E151-4A74-8DB6-1DCE36CB391C}" type="datetime1">
              <a:rPr lang="hy-AM"/>
              <a:pPr>
                <a:defRPr/>
              </a:pPr>
              <a:t>21.10.2026</a:t>
            </a:fld>
            <a:endParaRPr lang="en-US"/>
          </a:p>
        </p:txBody>
      </p:sp>
      <p:sp>
        <p:nvSpPr>
          <p:cNvPr id="117769" name="Rectangle 9">
            <a:extLst>
              <a:ext uri="{FF2B5EF4-FFF2-40B4-BE49-F238E27FC236}">
                <a16:creationId xmlns:a16="http://schemas.microsoft.com/office/drawing/2014/main" id="{F1D770F4-E9CE-D958-6853-7D4217E1DAD8}"/>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F35C0F3E-721E-68F5-826A-C38FD7C1D573}"/>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B963F275-66BE-4296-9323-EC5C3934AEDD}"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235" r:id="rId1"/>
    <p:sldLayoutId id="2147486236" r:id="rId2"/>
    <p:sldLayoutId id="2147486237" r:id="rId3"/>
    <p:sldLayoutId id="2147486238" r:id="rId4"/>
    <p:sldLayoutId id="2147486239" r:id="rId5"/>
    <p:sldLayoutId id="2147486240" r:id="rId6"/>
    <p:sldLayoutId id="2147486241" r:id="rId7"/>
    <p:sldLayoutId id="2147486242" r:id="rId8"/>
    <p:sldLayoutId id="2147486243" r:id="rId9"/>
    <p:sldLayoutId id="2147486244" r:id="rId10"/>
    <p:sldLayoutId id="2147486245"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8194" name="Group 2">
            <a:extLst>
              <a:ext uri="{FF2B5EF4-FFF2-40B4-BE49-F238E27FC236}">
                <a16:creationId xmlns:a16="http://schemas.microsoft.com/office/drawing/2014/main" id="{3AB9BA5F-9720-E22C-096B-C81010C72E99}"/>
              </a:ext>
            </a:extLst>
          </p:cNvPr>
          <p:cNvGrpSpPr>
            <a:grpSpLocks/>
          </p:cNvGrpSpPr>
          <p:nvPr/>
        </p:nvGrpSpPr>
        <p:grpSpPr bwMode="auto">
          <a:xfrm>
            <a:off x="-4318000" y="0"/>
            <a:ext cx="15900400" cy="3810000"/>
            <a:chOff x="-2040" y="0"/>
            <a:chExt cx="7512" cy="2400"/>
          </a:xfrm>
        </p:grpSpPr>
        <p:sp>
          <p:nvSpPr>
            <p:cNvPr id="8200" name="AutoShape 3">
              <a:extLst>
                <a:ext uri="{FF2B5EF4-FFF2-40B4-BE49-F238E27FC236}">
                  <a16:creationId xmlns:a16="http://schemas.microsoft.com/office/drawing/2014/main" id="{837CCA49-EE68-C613-D139-F75A7A74F0DB}"/>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8201" name="AutoShape 4">
              <a:extLst>
                <a:ext uri="{FF2B5EF4-FFF2-40B4-BE49-F238E27FC236}">
                  <a16:creationId xmlns:a16="http://schemas.microsoft.com/office/drawing/2014/main" id="{A26603E1-7033-9F24-F495-3BDC9B54035C}"/>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8202" name="Line 5">
              <a:extLst>
                <a:ext uri="{FF2B5EF4-FFF2-40B4-BE49-F238E27FC236}">
                  <a16:creationId xmlns:a16="http://schemas.microsoft.com/office/drawing/2014/main" id="{0D1EFE83-C84B-7867-E13C-2E2449E2BD9C}"/>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8195" name="Rectangle 6">
            <a:extLst>
              <a:ext uri="{FF2B5EF4-FFF2-40B4-BE49-F238E27FC236}">
                <a16:creationId xmlns:a16="http://schemas.microsoft.com/office/drawing/2014/main" id="{DEA44121-AD3B-84E3-B7DF-54B1915AD578}"/>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8196" name="Rectangle 7">
            <a:extLst>
              <a:ext uri="{FF2B5EF4-FFF2-40B4-BE49-F238E27FC236}">
                <a16:creationId xmlns:a16="http://schemas.microsoft.com/office/drawing/2014/main" id="{41D749D2-8B2C-D1DD-841A-CA9AFE0D827D}"/>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1FD6B222-A694-E97E-EAB9-96EF84BEB718}"/>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19FF056D-6818-4D77-A0CC-7EE4D3432C48}" type="datetime1">
              <a:rPr lang="hy-AM"/>
              <a:pPr>
                <a:defRPr/>
              </a:pPr>
              <a:t>21.10.2026</a:t>
            </a:fld>
            <a:endParaRPr lang="en-US"/>
          </a:p>
        </p:txBody>
      </p:sp>
      <p:sp>
        <p:nvSpPr>
          <p:cNvPr id="117769" name="Rectangle 9">
            <a:extLst>
              <a:ext uri="{FF2B5EF4-FFF2-40B4-BE49-F238E27FC236}">
                <a16:creationId xmlns:a16="http://schemas.microsoft.com/office/drawing/2014/main" id="{004305F2-0527-64BA-7E92-3FC853A7559C}"/>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BF766002-96AE-8BF7-60C3-15AA262E9AB3}"/>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B79614B7-2E19-48F6-9152-70761FEDFA1B}"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246" r:id="rId1"/>
    <p:sldLayoutId id="2147486247" r:id="rId2"/>
    <p:sldLayoutId id="2147486248" r:id="rId3"/>
    <p:sldLayoutId id="2147486249" r:id="rId4"/>
    <p:sldLayoutId id="2147486250" r:id="rId5"/>
    <p:sldLayoutId id="2147486251" r:id="rId6"/>
    <p:sldLayoutId id="2147486252" r:id="rId7"/>
    <p:sldLayoutId id="2147486253" r:id="rId8"/>
    <p:sldLayoutId id="2147486254" r:id="rId9"/>
    <p:sldLayoutId id="2147486255" r:id="rId10"/>
    <p:sldLayoutId id="2147486256"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9218" name="Group 2">
            <a:extLst>
              <a:ext uri="{FF2B5EF4-FFF2-40B4-BE49-F238E27FC236}">
                <a16:creationId xmlns:a16="http://schemas.microsoft.com/office/drawing/2014/main" id="{77F86991-298C-AC35-93A6-99B272955A30}"/>
              </a:ext>
            </a:extLst>
          </p:cNvPr>
          <p:cNvGrpSpPr>
            <a:grpSpLocks/>
          </p:cNvGrpSpPr>
          <p:nvPr/>
        </p:nvGrpSpPr>
        <p:grpSpPr bwMode="auto">
          <a:xfrm>
            <a:off x="-4318000" y="0"/>
            <a:ext cx="15900400" cy="3810000"/>
            <a:chOff x="-2040" y="0"/>
            <a:chExt cx="7512" cy="2400"/>
          </a:xfrm>
        </p:grpSpPr>
        <p:sp>
          <p:nvSpPr>
            <p:cNvPr id="9224" name="AutoShape 3">
              <a:extLst>
                <a:ext uri="{FF2B5EF4-FFF2-40B4-BE49-F238E27FC236}">
                  <a16:creationId xmlns:a16="http://schemas.microsoft.com/office/drawing/2014/main" id="{DE8CDDDF-D2F5-303D-27C4-45E8EEE6A34E}"/>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9225" name="AutoShape 4">
              <a:extLst>
                <a:ext uri="{FF2B5EF4-FFF2-40B4-BE49-F238E27FC236}">
                  <a16:creationId xmlns:a16="http://schemas.microsoft.com/office/drawing/2014/main" id="{72CA8146-5E47-CAF2-C168-BCB20E3EDE85}"/>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9226" name="Line 5">
              <a:extLst>
                <a:ext uri="{FF2B5EF4-FFF2-40B4-BE49-F238E27FC236}">
                  <a16:creationId xmlns:a16="http://schemas.microsoft.com/office/drawing/2014/main" id="{77A671D8-6D41-F77F-50F2-8426CD297AE3}"/>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9219" name="Rectangle 6">
            <a:extLst>
              <a:ext uri="{FF2B5EF4-FFF2-40B4-BE49-F238E27FC236}">
                <a16:creationId xmlns:a16="http://schemas.microsoft.com/office/drawing/2014/main" id="{2ED5A5C6-D7B2-6077-977C-F9D254B60B10}"/>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9220" name="Rectangle 7">
            <a:extLst>
              <a:ext uri="{FF2B5EF4-FFF2-40B4-BE49-F238E27FC236}">
                <a16:creationId xmlns:a16="http://schemas.microsoft.com/office/drawing/2014/main" id="{B67DEEF1-7EB6-8DE2-F21F-D993438DE881}"/>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6E2F371F-E0DB-A756-57F5-182A1DB308FD}"/>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BDA91E08-EB83-426C-81EA-EF28823D9B91}" type="datetime1">
              <a:rPr lang="hy-AM"/>
              <a:pPr>
                <a:defRPr/>
              </a:pPr>
              <a:t>21.10.2026</a:t>
            </a:fld>
            <a:endParaRPr lang="en-US"/>
          </a:p>
        </p:txBody>
      </p:sp>
      <p:sp>
        <p:nvSpPr>
          <p:cNvPr id="117769" name="Rectangle 9">
            <a:extLst>
              <a:ext uri="{FF2B5EF4-FFF2-40B4-BE49-F238E27FC236}">
                <a16:creationId xmlns:a16="http://schemas.microsoft.com/office/drawing/2014/main" id="{3B9E1CEA-5790-FD69-BCC2-89C15858BEC3}"/>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2C7DBA77-C737-6428-61A5-B45DD8E4E51C}"/>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4FB508A0-E6C2-4C9B-A758-566104324BD2}"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257" r:id="rId1"/>
    <p:sldLayoutId id="2147486258" r:id="rId2"/>
    <p:sldLayoutId id="2147486259" r:id="rId3"/>
    <p:sldLayoutId id="2147486260" r:id="rId4"/>
    <p:sldLayoutId id="2147486261" r:id="rId5"/>
    <p:sldLayoutId id="2147486262" r:id="rId6"/>
    <p:sldLayoutId id="2147486263" r:id="rId7"/>
    <p:sldLayoutId id="2147486264" r:id="rId8"/>
    <p:sldLayoutId id="2147486265" r:id="rId9"/>
    <p:sldLayoutId id="2147486266" r:id="rId10"/>
    <p:sldLayoutId id="2147486267"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10242" name="Group 2">
            <a:extLst>
              <a:ext uri="{FF2B5EF4-FFF2-40B4-BE49-F238E27FC236}">
                <a16:creationId xmlns:a16="http://schemas.microsoft.com/office/drawing/2014/main" id="{B493CC2A-15D7-4EE2-B41A-C8371960A7AB}"/>
              </a:ext>
            </a:extLst>
          </p:cNvPr>
          <p:cNvGrpSpPr>
            <a:grpSpLocks/>
          </p:cNvGrpSpPr>
          <p:nvPr/>
        </p:nvGrpSpPr>
        <p:grpSpPr bwMode="auto">
          <a:xfrm>
            <a:off x="-4318000" y="0"/>
            <a:ext cx="15900400" cy="3810000"/>
            <a:chOff x="-2040" y="0"/>
            <a:chExt cx="7512" cy="2400"/>
          </a:xfrm>
        </p:grpSpPr>
        <p:sp>
          <p:nvSpPr>
            <p:cNvPr id="10248" name="AutoShape 3">
              <a:extLst>
                <a:ext uri="{FF2B5EF4-FFF2-40B4-BE49-F238E27FC236}">
                  <a16:creationId xmlns:a16="http://schemas.microsoft.com/office/drawing/2014/main" id="{B4555E86-794D-9C67-5CE7-781EA17AF271}"/>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0249" name="AutoShape 4">
              <a:extLst>
                <a:ext uri="{FF2B5EF4-FFF2-40B4-BE49-F238E27FC236}">
                  <a16:creationId xmlns:a16="http://schemas.microsoft.com/office/drawing/2014/main" id="{FBB06694-3016-4295-CBCC-9078872BB8EB}"/>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0250" name="Line 5">
              <a:extLst>
                <a:ext uri="{FF2B5EF4-FFF2-40B4-BE49-F238E27FC236}">
                  <a16:creationId xmlns:a16="http://schemas.microsoft.com/office/drawing/2014/main" id="{58015FB0-6F06-0402-AFCB-BEC384F1B6E4}"/>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10243" name="Rectangle 6">
            <a:extLst>
              <a:ext uri="{FF2B5EF4-FFF2-40B4-BE49-F238E27FC236}">
                <a16:creationId xmlns:a16="http://schemas.microsoft.com/office/drawing/2014/main" id="{909B1ECA-C109-A606-E2EB-657A2EE76A03}"/>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10244" name="Rectangle 7">
            <a:extLst>
              <a:ext uri="{FF2B5EF4-FFF2-40B4-BE49-F238E27FC236}">
                <a16:creationId xmlns:a16="http://schemas.microsoft.com/office/drawing/2014/main" id="{89C97979-BDC9-6293-FCA4-7299A4ADFABA}"/>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2FA31119-4892-9B00-83ED-4CA6A123BE5D}"/>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54A04510-D586-4024-A548-9EB7BFE355AB}" type="datetime1">
              <a:rPr lang="hy-AM"/>
              <a:pPr>
                <a:defRPr/>
              </a:pPr>
              <a:t>21.10.2026</a:t>
            </a:fld>
            <a:endParaRPr lang="en-US"/>
          </a:p>
        </p:txBody>
      </p:sp>
      <p:sp>
        <p:nvSpPr>
          <p:cNvPr id="117769" name="Rectangle 9">
            <a:extLst>
              <a:ext uri="{FF2B5EF4-FFF2-40B4-BE49-F238E27FC236}">
                <a16:creationId xmlns:a16="http://schemas.microsoft.com/office/drawing/2014/main" id="{0C33DDC3-7FFD-47DF-8B83-8A6FBB5F5E6B}"/>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7C70B402-1246-A817-4BA1-396DF5AA6420}"/>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9106D9F3-069F-4DAD-83AB-9288572A8524}"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268" r:id="rId1"/>
    <p:sldLayoutId id="2147486269" r:id="rId2"/>
    <p:sldLayoutId id="2147486270" r:id="rId3"/>
    <p:sldLayoutId id="2147486271" r:id="rId4"/>
    <p:sldLayoutId id="2147486272" r:id="rId5"/>
    <p:sldLayoutId id="2147486273" r:id="rId6"/>
    <p:sldLayoutId id="2147486274" r:id="rId7"/>
    <p:sldLayoutId id="2147486275" r:id="rId8"/>
    <p:sldLayoutId id="2147486276" r:id="rId9"/>
    <p:sldLayoutId id="2147486277" r:id="rId10"/>
    <p:sldLayoutId id="2147486278"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11266" name="Group 2">
            <a:extLst>
              <a:ext uri="{FF2B5EF4-FFF2-40B4-BE49-F238E27FC236}">
                <a16:creationId xmlns:a16="http://schemas.microsoft.com/office/drawing/2014/main" id="{FAA467AB-07C7-E8BA-F289-27E94663FE1D}"/>
              </a:ext>
            </a:extLst>
          </p:cNvPr>
          <p:cNvGrpSpPr>
            <a:grpSpLocks/>
          </p:cNvGrpSpPr>
          <p:nvPr/>
        </p:nvGrpSpPr>
        <p:grpSpPr bwMode="auto">
          <a:xfrm>
            <a:off x="-4318000" y="0"/>
            <a:ext cx="15900400" cy="3810000"/>
            <a:chOff x="-2040" y="0"/>
            <a:chExt cx="7512" cy="2400"/>
          </a:xfrm>
        </p:grpSpPr>
        <p:sp>
          <p:nvSpPr>
            <p:cNvPr id="11272" name="AutoShape 3">
              <a:extLst>
                <a:ext uri="{FF2B5EF4-FFF2-40B4-BE49-F238E27FC236}">
                  <a16:creationId xmlns:a16="http://schemas.microsoft.com/office/drawing/2014/main" id="{1488C26D-4544-19FB-631B-2F36D12C570F}"/>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1273" name="AutoShape 4">
              <a:extLst>
                <a:ext uri="{FF2B5EF4-FFF2-40B4-BE49-F238E27FC236}">
                  <a16:creationId xmlns:a16="http://schemas.microsoft.com/office/drawing/2014/main" id="{1A37DA1D-67C1-64EF-2DAA-9CA18DFA0EAF}"/>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1274" name="Line 5">
              <a:extLst>
                <a:ext uri="{FF2B5EF4-FFF2-40B4-BE49-F238E27FC236}">
                  <a16:creationId xmlns:a16="http://schemas.microsoft.com/office/drawing/2014/main" id="{FBB3E7E6-81F1-5989-7E97-BF5E387C848C}"/>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11267" name="Rectangle 6">
            <a:extLst>
              <a:ext uri="{FF2B5EF4-FFF2-40B4-BE49-F238E27FC236}">
                <a16:creationId xmlns:a16="http://schemas.microsoft.com/office/drawing/2014/main" id="{23841C2C-F994-6D35-5A5E-660D7C6309D1}"/>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11268" name="Rectangle 7">
            <a:extLst>
              <a:ext uri="{FF2B5EF4-FFF2-40B4-BE49-F238E27FC236}">
                <a16:creationId xmlns:a16="http://schemas.microsoft.com/office/drawing/2014/main" id="{4A58B73B-DABB-37B6-1585-3967EC2450A1}"/>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3854E9E5-7F34-12B7-8811-32A34CFC2C15}"/>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5D933061-5452-4693-9F97-AAD046F9E134}" type="datetime1">
              <a:rPr lang="hy-AM"/>
              <a:pPr>
                <a:defRPr/>
              </a:pPr>
              <a:t>21.10.2026</a:t>
            </a:fld>
            <a:endParaRPr lang="en-US"/>
          </a:p>
        </p:txBody>
      </p:sp>
      <p:sp>
        <p:nvSpPr>
          <p:cNvPr id="117769" name="Rectangle 9">
            <a:extLst>
              <a:ext uri="{FF2B5EF4-FFF2-40B4-BE49-F238E27FC236}">
                <a16:creationId xmlns:a16="http://schemas.microsoft.com/office/drawing/2014/main" id="{CE21C32E-F487-9903-C217-0B632106797F}"/>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2ED1CC05-60E9-ABC4-8753-0C6C4C733E86}"/>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7A8351AD-D358-46B6-8D81-25BD87839C97}"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279" r:id="rId1"/>
    <p:sldLayoutId id="2147486280" r:id="rId2"/>
    <p:sldLayoutId id="2147486281" r:id="rId3"/>
    <p:sldLayoutId id="2147486282" r:id="rId4"/>
    <p:sldLayoutId id="2147486283" r:id="rId5"/>
    <p:sldLayoutId id="2147486284" r:id="rId6"/>
    <p:sldLayoutId id="2147486285" r:id="rId7"/>
    <p:sldLayoutId id="2147486286" r:id="rId8"/>
    <p:sldLayoutId id="2147486287" r:id="rId9"/>
    <p:sldLayoutId id="2147486288" r:id="rId10"/>
    <p:sldLayoutId id="2147486289"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12290" name="Group 2">
            <a:extLst>
              <a:ext uri="{FF2B5EF4-FFF2-40B4-BE49-F238E27FC236}">
                <a16:creationId xmlns:a16="http://schemas.microsoft.com/office/drawing/2014/main" id="{C17558DA-2B72-B439-CB8D-07A23A0E4BCE}"/>
              </a:ext>
            </a:extLst>
          </p:cNvPr>
          <p:cNvGrpSpPr>
            <a:grpSpLocks/>
          </p:cNvGrpSpPr>
          <p:nvPr/>
        </p:nvGrpSpPr>
        <p:grpSpPr bwMode="auto">
          <a:xfrm>
            <a:off x="-4318000" y="0"/>
            <a:ext cx="15900400" cy="3810000"/>
            <a:chOff x="-2040" y="0"/>
            <a:chExt cx="7512" cy="2400"/>
          </a:xfrm>
        </p:grpSpPr>
        <p:sp>
          <p:nvSpPr>
            <p:cNvPr id="12296" name="AutoShape 3">
              <a:extLst>
                <a:ext uri="{FF2B5EF4-FFF2-40B4-BE49-F238E27FC236}">
                  <a16:creationId xmlns:a16="http://schemas.microsoft.com/office/drawing/2014/main" id="{9E7A6B1F-2148-0CF9-AA1D-712F625296B0}"/>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2297" name="AutoShape 4">
              <a:extLst>
                <a:ext uri="{FF2B5EF4-FFF2-40B4-BE49-F238E27FC236}">
                  <a16:creationId xmlns:a16="http://schemas.microsoft.com/office/drawing/2014/main" id="{FB08211A-FD43-879B-C920-750BC16F5902}"/>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2298" name="Line 5">
              <a:extLst>
                <a:ext uri="{FF2B5EF4-FFF2-40B4-BE49-F238E27FC236}">
                  <a16:creationId xmlns:a16="http://schemas.microsoft.com/office/drawing/2014/main" id="{6BDB0DA6-7E04-5D9A-21FD-BE6C9A8AE470}"/>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12291" name="Rectangle 6">
            <a:extLst>
              <a:ext uri="{FF2B5EF4-FFF2-40B4-BE49-F238E27FC236}">
                <a16:creationId xmlns:a16="http://schemas.microsoft.com/office/drawing/2014/main" id="{C03C882C-E4D5-8111-A72A-248B54730C5C}"/>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12292" name="Rectangle 7">
            <a:extLst>
              <a:ext uri="{FF2B5EF4-FFF2-40B4-BE49-F238E27FC236}">
                <a16:creationId xmlns:a16="http://schemas.microsoft.com/office/drawing/2014/main" id="{8F36F1A7-7D82-D232-EEFA-80EC505A4CE6}"/>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582A7ED9-ECAB-271C-A442-30729CBE45BB}"/>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F87288E0-744D-4BE4-B87E-67D18D5BB8F4}" type="datetime1">
              <a:rPr lang="hy-AM"/>
              <a:pPr>
                <a:defRPr/>
              </a:pPr>
              <a:t>21.10.2026</a:t>
            </a:fld>
            <a:endParaRPr lang="en-US"/>
          </a:p>
        </p:txBody>
      </p:sp>
      <p:sp>
        <p:nvSpPr>
          <p:cNvPr id="117769" name="Rectangle 9">
            <a:extLst>
              <a:ext uri="{FF2B5EF4-FFF2-40B4-BE49-F238E27FC236}">
                <a16:creationId xmlns:a16="http://schemas.microsoft.com/office/drawing/2014/main" id="{13118454-CAB6-8BFE-8F24-D64466D8B145}"/>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008E72AA-DB4F-7979-0522-68F47DAE33A1}"/>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FBCF47E7-9D6A-4F5E-B0E5-920E04CA0737}"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6290" r:id="rId1"/>
    <p:sldLayoutId id="2147486291" r:id="rId2"/>
    <p:sldLayoutId id="2147486292" r:id="rId3"/>
    <p:sldLayoutId id="2147486293" r:id="rId4"/>
    <p:sldLayoutId id="2147486294" r:id="rId5"/>
    <p:sldLayoutId id="2147486295" r:id="rId6"/>
    <p:sldLayoutId id="2147486296" r:id="rId7"/>
    <p:sldLayoutId id="2147486297" r:id="rId8"/>
    <p:sldLayoutId id="2147486298" r:id="rId9"/>
    <p:sldLayoutId id="2147486299" r:id="rId10"/>
    <p:sldLayoutId id="2147486300"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6925E99-A990-6819-5ECC-C4687B85AABF}"/>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sp>
        <p:nvSpPr>
          <p:cNvPr id="13315" name="Title Placeholder 1">
            <a:extLst>
              <a:ext uri="{FF2B5EF4-FFF2-40B4-BE49-F238E27FC236}">
                <a16:creationId xmlns:a16="http://schemas.microsoft.com/office/drawing/2014/main" id="{47DCE484-5E4E-AED7-ED4C-AC0BB7597D56}"/>
              </a:ext>
            </a:extLst>
          </p:cNvPr>
          <p:cNvSpPr>
            <a:spLocks noGrp="1" noChangeArrowheads="1"/>
          </p:cNvSpPr>
          <p:nvPr>
            <p:ph type="title"/>
          </p:nvPr>
        </p:nvSpPr>
        <p:spPr bwMode="auto">
          <a:xfrm>
            <a:off x="604838" y="449263"/>
            <a:ext cx="1098232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IQ"/>
              <a:t>Click to edit Master title style</a:t>
            </a:r>
          </a:p>
        </p:txBody>
      </p:sp>
      <p:sp>
        <p:nvSpPr>
          <p:cNvPr id="13316" name="Text Placeholder 2">
            <a:extLst>
              <a:ext uri="{FF2B5EF4-FFF2-40B4-BE49-F238E27FC236}">
                <a16:creationId xmlns:a16="http://schemas.microsoft.com/office/drawing/2014/main" id="{8EBDDB5B-77C9-F12D-E648-645FB427B93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4" name="Date Placeholder 3">
            <a:extLst>
              <a:ext uri="{FF2B5EF4-FFF2-40B4-BE49-F238E27FC236}">
                <a16:creationId xmlns:a16="http://schemas.microsoft.com/office/drawing/2014/main" id="{2AD3B322-B30B-BA28-14C2-2E76EFA333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4744E560-77BF-4D1A-B6E7-CD55CE12B1B8}" type="datetimeFigureOut">
              <a:rPr lang="en-US"/>
              <a:pPr>
                <a:defRPr/>
              </a:pPr>
              <a:t>10/21/2026</a:t>
            </a:fld>
            <a:endParaRPr lang="en-US" dirty="0"/>
          </a:p>
        </p:txBody>
      </p:sp>
      <p:sp>
        <p:nvSpPr>
          <p:cNvPr id="5" name="Footer Placeholder 4">
            <a:extLst>
              <a:ext uri="{FF2B5EF4-FFF2-40B4-BE49-F238E27FC236}">
                <a16:creationId xmlns:a16="http://schemas.microsoft.com/office/drawing/2014/main" id="{25417EE3-71D9-CDA2-4745-5C646D876A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3278D996-FAAB-AB6E-4EBD-02FF4B4122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ED25915E-D8E2-409E-8ADA-A2A6AFB0EC47}" type="slidenum">
              <a:rPr lang="en-US"/>
              <a:pPr>
                <a:defRPr/>
              </a:pPr>
              <a:t>‹#›</a:t>
            </a:fld>
            <a:endParaRPr lang="en-US" dirty="0"/>
          </a:p>
        </p:txBody>
      </p:sp>
      <p:cxnSp>
        <p:nvCxnSpPr>
          <p:cNvPr id="8" name="Straight Connector 7">
            <a:extLst>
              <a:ext uri="{FF2B5EF4-FFF2-40B4-BE49-F238E27FC236}">
                <a16:creationId xmlns:a16="http://schemas.microsoft.com/office/drawing/2014/main" id="{C3999475-ED44-3290-AA7A-9D620AAAEDA0}"/>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6301" r:id="rId1"/>
    <p:sldLayoutId id="2147486302" r:id="rId2"/>
    <p:sldLayoutId id="2147486303" r:id="rId3"/>
    <p:sldLayoutId id="2147486304" r:id="rId4"/>
    <p:sldLayoutId id="2147486305" r:id="rId5"/>
    <p:sldLayoutId id="2147486306" r:id="rId6"/>
    <p:sldLayoutId id="2147486307" r:id="rId7"/>
    <p:sldLayoutId id="2147486308" r:id="rId8"/>
    <p:sldLayoutId id="2147486309" r:id="rId9"/>
    <p:sldLayoutId id="2147486310" r:id="rId10"/>
  </p:sldLayoutIdLst>
  <p:txStyles>
    <p:titleStyle>
      <a:lvl1pPr algn="l" defTabSz="685800" rtl="0" eaLnBrk="0" fontAlgn="base" hangingPunct="0">
        <a:lnSpc>
          <a:spcPct val="90000"/>
        </a:lnSpc>
        <a:spcBef>
          <a:spcPct val="0"/>
        </a:spcBef>
        <a:spcAft>
          <a:spcPct val="0"/>
        </a:spcAft>
        <a:defRPr lang="en-US" sz="2100" kern="1200">
          <a:solidFill>
            <a:srgbClr val="114864"/>
          </a:solidFill>
          <a:latin typeface="+mj-lt"/>
          <a:ea typeface="+mj-ea"/>
          <a:cs typeface="+mj-cs"/>
        </a:defRPr>
      </a:lvl1pPr>
      <a:lvl2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2pPr>
      <a:lvl3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3pPr>
      <a:lvl4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4pPr>
      <a:lvl5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5pPr>
      <a:lvl6pPr marL="457200" algn="l" defTabSz="685800" rtl="0" fontAlgn="base">
        <a:lnSpc>
          <a:spcPct val="90000"/>
        </a:lnSpc>
        <a:spcBef>
          <a:spcPct val="0"/>
        </a:spcBef>
        <a:spcAft>
          <a:spcPct val="0"/>
        </a:spcAft>
        <a:defRPr sz="2100">
          <a:solidFill>
            <a:srgbClr val="114864"/>
          </a:solidFill>
          <a:latin typeface="Segoe UI Light" panose="020B0502040204020203" pitchFamily="34" charset="0"/>
        </a:defRPr>
      </a:lvl6pPr>
      <a:lvl7pPr marL="914400" algn="l" defTabSz="685800" rtl="0" fontAlgn="base">
        <a:lnSpc>
          <a:spcPct val="90000"/>
        </a:lnSpc>
        <a:spcBef>
          <a:spcPct val="0"/>
        </a:spcBef>
        <a:spcAft>
          <a:spcPct val="0"/>
        </a:spcAft>
        <a:defRPr sz="2100">
          <a:solidFill>
            <a:srgbClr val="114864"/>
          </a:solidFill>
          <a:latin typeface="Segoe UI Light" panose="020B0502040204020203" pitchFamily="34" charset="0"/>
        </a:defRPr>
      </a:lvl7pPr>
      <a:lvl8pPr marL="1371600" algn="l" defTabSz="685800" rtl="0" fontAlgn="base">
        <a:lnSpc>
          <a:spcPct val="90000"/>
        </a:lnSpc>
        <a:spcBef>
          <a:spcPct val="0"/>
        </a:spcBef>
        <a:spcAft>
          <a:spcPct val="0"/>
        </a:spcAft>
        <a:defRPr sz="2100">
          <a:solidFill>
            <a:srgbClr val="114864"/>
          </a:solidFill>
          <a:latin typeface="Segoe UI Light" panose="020B0502040204020203" pitchFamily="34" charset="0"/>
        </a:defRPr>
      </a:lvl8pPr>
      <a:lvl9pPr marL="1828800" algn="l" defTabSz="685800" rtl="0" fontAlgn="base">
        <a:lnSpc>
          <a:spcPct val="90000"/>
        </a:lnSpc>
        <a:spcBef>
          <a:spcPct val="0"/>
        </a:spcBef>
        <a:spcAft>
          <a:spcPct val="0"/>
        </a:spcAft>
        <a:defRPr sz="2100">
          <a:solidFill>
            <a:srgbClr val="114864"/>
          </a:solidFill>
          <a:latin typeface="Segoe UI Light" panose="020B0502040204020203"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F7AF8A5-3B93-921B-64E8-527003DF9B9E}"/>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sp>
        <p:nvSpPr>
          <p:cNvPr id="14339" name="Title Placeholder 1">
            <a:extLst>
              <a:ext uri="{FF2B5EF4-FFF2-40B4-BE49-F238E27FC236}">
                <a16:creationId xmlns:a16="http://schemas.microsoft.com/office/drawing/2014/main" id="{671BCD92-38AA-A971-95C6-BB1D8A7DACC0}"/>
              </a:ext>
            </a:extLst>
          </p:cNvPr>
          <p:cNvSpPr>
            <a:spLocks noGrp="1" noChangeArrowheads="1"/>
          </p:cNvSpPr>
          <p:nvPr>
            <p:ph type="title"/>
          </p:nvPr>
        </p:nvSpPr>
        <p:spPr bwMode="auto">
          <a:xfrm>
            <a:off x="604838" y="449263"/>
            <a:ext cx="1098232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IQ"/>
              <a:t>Click to edit Master title style</a:t>
            </a:r>
          </a:p>
        </p:txBody>
      </p:sp>
      <p:sp>
        <p:nvSpPr>
          <p:cNvPr id="14340" name="Text Placeholder 2">
            <a:extLst>
              <a:ext uri="{FF2B5EF4-FFF2-40B4-BE49-F238E27FC236}">
                <a16:creationId xmlns:a16="http://schemas.microsoft.com/office/drawing/2014/main" id="{5F931988-B6A1-7728-4ABB-FCD38D2E2C04}"/>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4" name="Date Placeholder 3">
            <a:extLst>
              <a:ext uri="{FF2B5EF4-FFF2-40B4-BE49-F238E27FC236}">
                <a16:creationId xmlns:a16="http://schemas.microsoft.com/office/drawing/2014/main" id="{E57A5E9A-8D17-8524-1732-9E440D9BC8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744E560-77BF-4D1A-B6E7-CD55CE12B1B8}" type="datetimeFigureOut">
              <a:rPr lang="en-US"/>
              <a:pPr>
                <a:defRPr/>
              </a:pPr>
              <a:t>10/21/2026</a:t>
            </a:fld>
            <a:endParaRPr lang="en-US" dirty="0"/>
          </a:p>
        </p:txBody>
      </p:sp>
      <p:sp>
        <p:nvSpPr>
          <p:cNvPr id="5" name="Footer Placeholder 4">
            <a:extLst>
              <a:ext uri="{FF2B5EF4-FFF2-40B4-BE49-F238E27FC236}">
                <a16:creationId xmlns:a16="http://schemas.microsoft.com/office/drawing/2014/main" id="{CC57CA9C-BEAC-40AE-6E38-11F853B39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F47CBC03-2368-A591-C5CE-0ACA4E3C1F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92D1E12-1E77-401E-BEBB-A577AE8589C8}" type="slidenum">
              <a:rPr lang="en-US"/>
              <a:pPr>
                <a:defRPr/>
              </a:pPr>
              <a:t>‹#›</a:t>
            </a:fld>
            <a:endParaRPr lang="en-US" dirty="0"/>
          </a:p>
        </p:txBody>
      </p:sp>
      <p:cxnSp>
        <p:nvCxnSpPr>
          <p:cNvPr id="8" name="Straight Connector 7">
            <a:extLst>
              <a:ext uri="{FF2B5EF4-FFF2-40B4-BE49-F238E27FC236}">
                <a16:creationId xmlns:a16="http://schemas.microsoft.com/office/drawing/2014/main" id="{9BBF473D-2BB0-9FE8-2352-4F74DF009373}"/>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6311" r:id="rId1"/>
    <p:sldLayoutId id="2147486312" r:id="rId2"/>
    <p:sldLayoutId id="2147486313" r:id="rId3"/>
    <p:sldLayoutId id="2147486314" r:id="rId4"/>
    <p:sldLayoutId id="2147486315" r:id="rId5"/>
    <p:sldLayoutId id="2147486316" r:id="rId6"/>
    <p:sldLayoutId id="2147486317" r:id="rId7"/>
    <p:sldLayoutId id="2147486318" r:id="rId8"/>
    <p:sldLayoutId id="2147486319" r:id="rId9"/>
    <p:sldLayoutId id="2147486320" r:id="rId10"/>
  </p:sldLayoutIdLst>
  <p:txStyles>
    <p:titleStyle>
      <a:lvl1pPr algn="l" rtl="0" eaLnBrk="0" fontAlgn="base" hangingPunct="0">
        <a:lnSpc>
          <a:spcPct val="90000"/>
        </a:lnSpc>
        <a:spcBef>
          <a:spcPct val="0"/>
        </a:spcBef>
        <a:spcAft>
          <a:spcPct val="0"/>
        </a:spcAft>
        <a:defRPr lang="en-US" sz="2800" kern="1200">
          <a:solidFill>
            <a:srgbClr val="114864"/>
          </a:solidFill>
          <a:latin typeface="+mj-lt"/>
          <a:ea typeface="+mj-ea"/>
          <a:cs typeface="+mj-cs"/>
        </a:defRPr>
      </a:lvl1pPr>
      <a:lvl2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2pPr>
      <a:lvl3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3pPr>
      <a:lvl4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4pPr>
      <a:lvl5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5pPr>
      <a:lvl6pPr marL="457200" algn="l" rtl="0" fontAlgn="base">
        <a:lnSpc>
          <a:spcPct val="90000"/>
        </a:lnSpc>
        <a:spcBef>
          <a:spcPct val="0"/>
        </a:spcBef>
        <a:spcAft>
          <a:spcPct val="0"/>
        </a:spcAft>
        <a:defRPr sz="2800">
          <a:solidFill>
            <a:srgbClr val="114864"/>
          </a:solidFill>
          <a:latin typeface="Segoe UI Light" panose="020B0502040204020203" pitchFamily="34" charset="0"/>
        </a:defRPr>
      </a:lvl6pPr>
      <a:lvl7pPr marL="914400" algn="l" rtl="0" fontAlgn="base">
        <a:lnSpc>
          <a:spcPct val="90000"/>
        </a:lnSpc>
        <a:spcBef>
          <a:spcPct val="0"/>
        </a:spcBef>
        <a:spcAft>
          <a:spcPct val="0"/>
        </a:spcAft>
        <a:defRPr sz="2800">
          <a:solidFill>
            <a:srgbClr val="114864"/>
          </a:solidFill>
          <a:latin typeface="Segoe UI Light" panose="020B0502040204020203" pitchFamily="34" charset="0"/>
        </a:defRPr>
      </a:lvl7pPr>
      <a:lvl8pPr marL="1371600" algn="l" rtl="0" fontAlgn="base">
        <a:lnSpc>
          <a:spcPct val="90000"/>
        </a:lnSpc>
        <a:spcBef>
          <a:spcPct val="0"/>
        </a:spcBef>
        <a:spcAft>
          <a:spcPct val="0"/>
        </a:spcAft>
        <a:defRPr sz="2800">
          <a:solidFill>
            <a:srgbClr val="114864"/>
          </a:solidFill>
          <a:latin typeface="Segoe UI Light" panose="020B0502040204020203" pitchFamily="34" charset="0"/>
        </a:defRPr>
      </a:lvl8pPr>
      <a:lvl9pPr marL="1828800" algn="l" rtl="0" fontAlgn="base">
        <a:lnSpc>
          <a:spcPct val="90000"/>
        </a:lnSpc>
        <a:spcBef>
          <a:spcPct val="0"/>
        </a:spcBef>
        <a:spcAft>
          <a:spcPct val="0"/>
        </a:spcAft>
        <a:defRPr sz="2800">
          <a:solidFill>
            <a:srgbClr val="114864"/>
          </a:solidFill>
          <a:latin typeface="Segoe UI Light" panose="020B0502040204020203"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7.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8.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0.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01.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12.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E527940F-E3D3-1BC7-0F9E-589902FDA98A}"/>
              </a:ext>
            </a:extLst>
          </p:cNvPr>
          <p:cNvSpPr/>
          <p:nvPr/>
        </p:nvSpPr>
        <p:spPr>
          <a:xfrm>
            <a:off x="249238" y="250825"/>
            <a:ext cx="11679237" cy="6372225"/>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172035" name="Title 1">
            <a:extLst>
              <a:ext uri="{FF2B5EF4-FFF2-40B4-BE49-F238E27FC236}">
                <a16:creationId xmlns:a16="http://schemas.microsoft.com/office/drawing/2014/main" id="{6BDE1C7C-116F-2B7A-3E18-B59AC6382BAB}"/>
              </a:ext>
            </a:extLst>
          </p:cNvPr>
          <p:cNvSpPr>
            <a:spLocks noGrp="1" noChangeArrowheads="1"/>
          </p:cNvSpPr>
          <p:nvPr>
            <p:ph type="ctrTitle"/>
          </p:nvPr>
        </p:nvSpPr>
        <p:spPr/>
        <p:txBody>
          <a:bodyPr anchor="ctr"/>
          <a:lstStyle/>
          <a:p>
            <a:pPr eaLnBrk="1" hangingPunct="1"/>
            <a:r>
              <a:rPr altLang="ar-IQ"/>
              <a:t>Growth and development Overview</a:t>
            </a:r>
            <a:endParaRPr altLang="ar-IQ" sz="1800">
              <a:latin typeface="Segoe UI Semibold" panose="020B0702040204020203" pitchFamily="34" charset="0"/>
              <a:cs typeface="Segoe UI Semibold" panose="020B0702040204020203" pitchFamily="34" charset="0"/>
            </a:endParaRPr>
          </a:p>
        </p:txBody>
      </p:sp>
      <p:pic>
        <p:nvPicPr>
          <p:cNvPr id="172036" name="Grid" descr="grid plane">
            <a:extLst>
              <a:ext uri="{FF2B5EF4-FFF2-40B4-BE49-F238E27FC236}">
                <a16:creationId xmlns:a16="http://schemas.microsoft.com/office/drawing/2014/main" id="{D9FBD525-C416-D77A-8137-96FA3EF8C8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07" r="-943" b="64944"/>
          <a:stretch>
            <a:fillRect/>
          </a:stretch>
        </p:blipFill>
        <p:spPr bwMode="auto">
          <a:xfrm>
            <a:off x="407988" y="5591175"/>
            <a:ext cx="115204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Subtitle 2">
            <a:extLst>
              <a:ext uri="{FF2B5EF4-FFF2-40B4-BE49-F238E27FC236}">
                <a16:creationId xmlns:a16="http://schemas.microsoft.com/office/drawing/2014/main" id="{21073115-E990-CD26-32E5-2FA87805B55C}"/>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Light" panose="020B0502040204020203" pitchFamily="34" charset="0"/>
                <a:cs typeface="Segoe UI Light" panose="020B0502040204020203" pitchFamily="34" charset="0"/>
              </a:rPr>
              <a:t>Third Stage</a:t>
            </a:r>
          </a:p>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Variable Small Semibol" pitchFamily="2" charset="0"/>
                <a:cs typeface="Segoe UI Light" panose="020B0502040204020203" pitchFamily="34" charset="0"/>
              </a:rPr>
              <a:t>Dr. Moustafa Alshammari</a:t>
            </a:r>
          </a:p>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Light" panose="020B0502040204020203" pitchFamily="34" charset="0"/>
                <a:cs typeface="Segoe UI Light" panose="020B0502040204020203" pitchFamily="34" charset="0"/>
              </a:rPr>
              <a:t>Growth and Developments </a:t>
            </a: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D634074-622F-B1E9-0D0B-C849562DEE9A}"/>
              </a:ext>
            </a:extLst>
          </p:cNvPr>
          <p:cNvSpPr>
            <a:spLocks noGrp="1"/>
          </p:cNvSpPr>
          <p:nvPr>
            <p:ph type="title"/>
          </p:nvPr>
        </p:nvSpPr>
        <p:spPr/>
        <p:txBody>
          <a:bodyPr>
            <a:normAutofit fontScale="90000"/>
          </a:bodyPr>
          <a:lstStyle/>
          <a:p>
            <a:pPr eaLnBrk="1" fontAlgn="auto" hangingPunct="1">
              <a:spcAft>
                <a:spcPts val="0"/>
              </a:spcAft>
              <a:defRPr/>
            </a:pPr>
            <a:r>
              <a:rPr lang="en-US" sz="4000" u="sng">
                <a:solidFill>
                  <a:schemeClr val="accent1">
                    <a:lumMod val="75000"/>
                  </a:schemeClr>
                </a:solidFill>
              </a:rPr>
              <a:t>Learning Objectives:</a:t>
            </a:r>
            <a:br>
              <a:rPr lang="en-US" sz="4000">
                <a:solidFill>
                  <a:schemeClr val="tx1"/>
                </a:solidFill>
              </a:rPr>
            </a:br>
            <a:endParaRPr lang="ar-JO">
              <a:solidFill>
                <a:schemeClr val="accent1">
                  <a:lumMod val="75000"/>
                </a:schemeClr>
              </a:solidFill>
            </a:endParaRPr>
          </a:p>
        </p:txBody>
      </p:sp>
      <p:sp>
        <p:nvSpPr>
          <p:cNvPr id="3" name="Content Placeholder 2">
            <a:extLst>
              <a:ext uri="{FF2B5EF4-FFF2-40B4-BE49-F238E27FC236}">
                <a16:creationId xmlns:a16="http://schemas.microsoft.com/office/drawing/2014/main" id="{459790DB-B923-85F1-2758-82C9DFDE160A}"/>
              </a:ext>
            </a:extLst>
          </p:cNvPr>
          <p:cNvSpPr>
            <a:spLocks noGrp="1"/>
          </p:cNvSpPr>
          <p:nvPr>
            <p:ph idx="1"/>
          </p:nvPr>
        </p:nvSpPr>
        <p:spPr>
          <a:xfrm>
            <a:off x="1127125" y="928688"/>
            <a:ext cx="9721850" cy="5013325"/>
          </a:xfrm>
        </p:spPr>
        <p:txBody>
          <a:bodyPr rtlCol="0">
            <a:normAutofit/>
          </a:bodyPr>
          <a:lstStyle/>
          <a:p>
            <a:pPr eaLnBrk="1" fontAlgn="auto" hangingPunct="1">
              <a:spcAft>
                <a:spcPts val="0"/>
              </a:spcAft>
              <a:buFont typeface="Arial" panose="020B0604020202020204" pitchFamily="34" charset="0"/>
              <a:buNone/>
              <a:defRPr/>
            </a:pPr>
            <a:r>
              <a:rPr lang="en-US" dirty="0"/>
              <a:t>Mastery of content in this chapter will enable the student to:</a:t>
            </a:r>
          </a:p>
          <a:p>
            <a:pPr marL="514350" indent="-514350" eaLnBrk="1" fontAlgn="auto" hangingPunct="1">
              <a:spcAft>
                <a:spcPts val="0"/>
              </a:spcAft>
              <a:buFont typeface="+mj-lt"/>
              <a:buAutoNum type="arabicPeriod"/>
              <a:defRPr/>
            </a:pPr>
            <a:r>
              <a:rPr lang="en-US" dirty="0"/>
              <a:t>Identify the importance of growth and development.</a:t>
            </a:r>
          </a:p>
          <a:p>
            <a:pPr marL="514350" indent="-514350" eaLnBrk="1" fontAlgn="auto" hangingPunct="1">
              <a:spcAft>
                <a:spcPts val="0"/>
              </a:spcAft>
              <a:buFont typeface="+mj-lt"/>
              <a:buAutoNum type="arabicPeriod"/>
              <a:defRPr/>
            </a:pPr>
            <a:r>
              <a:rPr lang="en-US" dirty="0"/>
              <a:t>Describe and differentiate between growth and development.</a:t>
            </a:r>
          </a:p>
          <a:p>
            <a:pPr marL="514350" indent="-514350" eaLnBrk="1" fontAlgn="auto" hangingPunct="1">
              <a:spcAft>
                <a:spcPts val="0"/>
              </a:spcAft>
              <a:buFont typeface="+mj-lt"/>
              <a:buAutoNum type="arabicPeriod"/>
              <a:defRPr/>
            </a:pPr>
            <a:r>
              <a:rPr lang="en-US" dirty="0"/>
              <a:t>Recognize and discuss the factors that influencing growth and development.</a:t>
            </a:r>
          </a:p>
          <a:p>
            <a:pPr marL="514350" indent="-514350" eaLnBrk="1" fontAlgn="auto" hangingPunct="1">
              <a:spcAft>
                <a:spcPts val="0"/>
              </a:spcAft>
              <a:buFont typeface="+mj-lt"/>
              <a:buAutoNum type="arabicPeriod"/>
              <a:defRPr/>
            </a:pPr>
            <a:r>
              <a:rPr lang="en-US" dirty="0"/>
              <a:t>Describe the stages of development. </a:t>
            </a:r>
          </a:p>
          <a:p>
            <a:pPr eaLnBrk="1" fontAlgn="auto" hangingPunct="1">
              <a:spcAft>
                <a:spcPts val="0"/>
              </a:spcAft>
              <a:defRPr/>
            </a:pPr>
            <a:endParaRPr lang="ar-JO" dirty="0"/>
          </a:p>
        </p:txBody>
      </p:sp>
      <p:sp>
        <p:nvSpPr>
          <p:cNvPr id="174084" name="Date Placeholder 3">
            <a:extLst>
              <a:ext uri="{FF2B5EF4-FFF2-40B4-BE49-F238E27FC236}">
                <a16:creationId xmlns:a16="http://schemas.microsoft.com/office/drawing/2014/main" id="{CB31A31F-C9BA-7B67-0720-D870338FCC8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B70CEA2D-F5AA-4949-8188-1581CE7AA3D8}"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74085" name="Slide Number Placeholder 4">
            <a:extLst>
              <a:ext uri="{FF2B5EF4-FFF2-40B4-BE49-F238E27FC236}">
                <a16:creationId xmlns:a16="http://schemas.microsoft.com/office/drawing/2014/main" id="{7EC0B643-5346-5B59-0A77-DE887CAB333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2AB02025-A209-46A3-A591-B461C83768B1}"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4" name="Rectangle 2">
            <a:extLst>
              <a:ext uri="{FF2B5EF4-FFF2-40B4-BE49-F238E27FC236}">
                <a16:creationId xmlns:a16="http://schemas.microsoft.com/office/drawing/2014/main" id="{7669B709-BAF4-DBC5-CDFE-044B10C7F119}"/>
              </a:ext>
            </a:extLst>
          </p:cNvPr>
          <p:cNvSpPr>
            <a:spLocks noGrp="1" noChangeArrowheads="1"/>
          </p:cNvSpPr>
          <p:nvPr>
            <p:ph type="title"/>
          </p:nvPr>
        </p:nvSpPr>
        <p:spPr>
          <a:xfrm>
            <a:off x="1981200" y="188913"/>
            <a:ext cx="8435975" cy="719137"/>
          </a:xfrm>
        </p:spPr>
        <p:txBody>
          <a:bodyPr/>
          <a:lstStyle/>
          <a:p>
            <a:pPr eaLnBrk="1" fontAlgn="auto" hangingPunct="1">
              <a:spcAft>
                <a:spcPts val="0"/>
              </a:spcAft>
              <a:defRPr/>
            </a:pPr>
            <a:r>
              <a:rPr lang="en-US" b="1" i="1" dirty="0">
                <a:solidFill>
                  <a:schemeClr val="accent2"/>
                </a:solidFill>
              </a:rPr>
              <a:t>Growth and Development</a:t>
            </a:r>
          </a:p>
        </p:txBody>
      </p:sp>
      <p:sp>
        <p:nvSpPr>
          <p:cNvPr id="175107" name="Rectangle 3">
            <a:extLst>
              <a:ext uri="{FF2B5EF4-FFF2-40B4-BE49-F238E27FC236}">
                <a16:creationId xmlns:a16="http://schemas.microsoft.com/office/drawing/2014/main" id="{FEF90ACF-C223-C454-0806-808106426135}"/>
              </a:ext>
            </a:extLst>
          </p:cNvPr>
          <p:cNvSpPr>
            <a:spLocks noGrp="1"/>
          </p:cNvSpPr>
          <p:nvPr>
            <p:ph idx="1"/>
          </p:nvPr>
        </p:nvSpPr>
        <p:spPr>
          <a:xfrm>
            <a:off x="2279650" y="981075"/>
            <a:ext cx="8064500" cy="5616575"/>
          </a:xfrm>
        </p:spPr>
        <p:txBody>
          <a:bodyPr/>
          <a:lstStyle/>
          <a:p>
            <a:pPr marL="609600" indent="-609600" eaLnBrk="1" hangingPunct="1">
              <a:lnSpc>
                <a:spcPct val="80000"/>
              </a:lnSpc>
            </a:pPr>
            <a:endParaRPr lang="en-US" altLang="ar-IQ" sz="700" b="1"/>
          </a:p>
          <a:p>
            <a:pPr marL="609600" indent="-609600" eaLnBrk="1" hangingPunct="1">
              <a:lnSpc>
                <a:spcPct val="80000"/>
              </a:lnSpc>
              <a:buFont typeface="Arial" panose="020B0604020202020204" pitchFamily="34" charset="0"/>
              <a:buNone/>
            </a:pPr>
            <a:r>
              <a:rPr lang="en-US" altLang="ar-IQ" sz="2500" b="1" u="sng"/>
              <a:t>Definitions:</a:t>
            </a:r>
            <a:endParaRPr lang="en-US" altLang="ar-IQ" sz="2500" b="1"/>
          </a:p>
          <a:p>
            <a:pPr marL="609600" indent="-609600" eaLnBrk="1" hangingPunct="1">
              <a:buClr>
                <a:schemeClr val="tx1"/>
              </a:buClr>
            </a:pPr>
            <a:r>
              <a:rPr lang="en-US" altLang="ar-IQ" sz="2500" b="1" u="sng">
                <a:solidFill>
                  <a:schemeClr val="accent2"/>
                </a:solidFill>
              </a:rPr>
              <a:t>Growth:</a:t>
            </a:r>
          </a:p>
          <a:p>
            <a:pPr marL="609600" indent="-609600" eaLnBrk="1" hangingPunct="1">
              <a:buClr>
                <a:schemeClr val="tx1"/>
              </a:buClr>
              <a:buFont typeface="Arial" panose="020B0604020202020204" pitchFamily="34" charset="0"/>
              <a:buNone/>
            </a:pPr>
            <a:r>
              <a:rPr lang="en-US" altLang="ar-IQ" sz="2500" b="1" i="1"/>
              <a:t> </a:t>
            </a:r>
            <a:r>
              <a:rPr lang="en-US" altLang="ar-IQ" sz="2500"/>
              <a:t>It is the increase in physical size of the </a:t>
            </a:r>
          </a:p>
          <a:p>
            <a:pPr marL="609600" indent="-609600" eaLnBrk="1" hangingPunct="1">
              <a:buClr>
                <a:schemeClr val="tx1"/>
              </a:buClr>
              <a:buFont typeface="Arial" panose="020B0604020202020204" pitchFamily="34" charset="0"/>
              <a:buNone/>
            </a:pPr>
            <a:r>
              <a:rPr lang="en-US" altLang="ar-IQ" sz="2500"/>
              <a:t> whole body or any of the parts of the body. </a:t>
            </a:r>
          </a:p>
          <a:p>
            <a:pPr marL="609600" indent="-609600" eaLnBrk="1" hangingPunct="1">
              <a:buClr>
                <a:schemeClr val="tx1"/>
              </a:buClr>
              <a:buFont typeface="Arial" panose="020B0604020202020204" pitchFamily="34" charset="0"/>
              <a:buNone/>
            </a:pPr>
            <a:r>
              <a:rPr lang="en-US" altLang="ar-IQ" sz="2500"/>
              <a:t> Because of cell division and synthesis of </a:t>
            </a:r>
          </a:p>
          <a:p>
            <a:pPr marL="609600" indent="-609600" eaLnBrk="1" hangingPunct="1">
              <a:buClr>
                <a:schemeClr val="tx1"/>
              </a:buClr>
              <a:buFont typeface="Arial" panose="020B0604020202020204" pitchFamily="34" charset="0"/>
              <a:buNone/>
            </a:pPr>
            <a:r>
              <a:rPr lang="en-US" altLang="ar-IQ" sz="2500"/>
              <a:t> proteins. </a:t>
            </a:r>
            <a:r>
              <a:rPr lang="en-US" altLang="ar-IQ" sz="2500" u="sng"/>
              <a:t>It causes a quantitative change in </a:t>
            </a:r>
          </a:p>
          <a:p>
            <a:pPr marL="609600" indent="-609600" eaLnBrk="1" hangingPunct="1">
              <a:buClr>
                <a:schemeClr val="tx1"/>
              </a:buClr>
              <a:buFont typeface="Arial" panose="020B0604020202020204" pitchFamily="34" charset="0"/>
              <a:buNone/>
            </a:pPr>
            <a:r>
              <a:rPr lang="en-US" altLang="ar-IQ" sz="2500" u="sng"/>
              <a:t> the child's body. </a:t>
            </a:r>
          </a:p>
          <a:p>
            <a:pPr marL="609600" indent="-609600" eaLnBrk="1" hangingPunct="1">
              <a:buClr>
                <a:schemeClr val="tx1"/>
              </a:buClr>
              <a:buFont typeface="Arial" panose="020B0604020202020204" pitchFamily="34" charset="0"/>
              <a:buNone/>
            </a:pPr>
            <a:r>
              <a:rPr lang="en-US" altLang="ar-IQ" sz="2500" b="1"/>
              <a:t> Growth </a:t>
            </a:r>
            <a:r>
              <a:rPr lang="en-US" altLang="ar-IQ" sz="2500"/>
              <a:t>can be measured </a:t>
            </a:r>
            <a:r>
              <a:rPr lang="en-US" altLang="ar-IQ" sz="2500" b="1"/>
              <a:t>accurately</a:t>
            </a:r>
            <a:r>
              <a:rPr lang="en-US" altLang="ar-IQ" sz="2500"/>
              <a:t> in </a:t>
            </a:r>
          </a:p>
          <a:p>
            <a:pPr marL="609600" indent="-609600" eaLnBrk="1" hangingPunct="1">
              <a:buClr>
                <a:schemeClr val="tx1"/>
              </a:buClr>
              <a:buFont typeface="Arial" panose="020B0604020202020204" pitchFamily="34" charset="0"/>
              <a:buNone/>
            </a:pPr>
            <a:r>
              <a:rPr lang="en-US" altLang="ar-IQ" sz="2500"/>
              <a:t> inches, centimeters, pounds or kilograms.</a:t>
            </a:r>
            <a:endParaRPr lang="en-US" altLang="ar-IQ" sz="2100"/>
          </a:p>
          <a:p>
            <a:pPr marL="609600" indent="-609600" eaLnBrk="1" hangingPunct="1">
              <a:lnSpc>
                <a:spcPct val="80000"/>
              </a:lnSpc>
              <a:buFont typeface="Arial" panose="020B0604020202020204" pitchFamily="34" charset="0"/>
              <a:buNone/>
            </a:pPr>
            <a:r>
              <a:rPr lang="en-US" altLang="ar-IQ" sz="700"/>
              <a:t>           </a:t>
            </a:r>
          </a:p>
        </p:txBody>
      </p:sp>
      <p:sp>
        <p:nvSpPr>
          <p:cNvPr id="175108" name="Date Placeholder 3">
            <a:extLst>
              <a:ext uri="{FF2B5EF4-FFF2-40B4-BE49-F238E27FC236}">
                <a16:creationId xmlns:a16="http://schemas.microsoft.com/office/drawing/2014/main" id="{C9DF3497-E67B-31C8-7DB5-CE0FDDAE0E1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021156D8-9359-42BC-9F3A-82793133E14C}"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75109" name="Slide Number Placeholder 5">
            <a:extLst>
              <a:ext uri="{FF2B5EF4-FFF2-40B4-BE49-F238E27FC236}">
                <a16:creationId xmlns:a16="http://schemas.microsoft.com/office/drawing/2014/main" id="{060FA104-51B4-46FA-5A9C-EA124B70F59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627FD1D8-98D6-4FAD-9585-6402269B1FBC}"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3</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6130" name="Rectangle 3">
            <a:extLst>
              <a:ext uri="{FF2B5EF4-FFF2-40B4-BE49-F238E27FC236}">
                <a16:creationId xmlns:a16="http://schemas.microsoft.com/office/drawing/2014/main" id="{DE1E797B-91D9-6946-398F-14E138ED60F8}"/>
              </a:ext>
            </a:extLst>
          </p:cNvPr>
          <p:cNvSpPr>
            <a:spLocks noGrp="1"/>
          </p:cNvSpPr>
          <p:nvPr>
            <p:ph idx="1"/>
          </p:nvPr>
        </p:nvSpPr>
        <p:spPr>
          <a:xfrm>
            <a:off x="1992313" y="404813"/>
            <a:ext cx="8207375" cy="5721350"/>
          </a:xfrm>
        </p:spPr>
        <p:txBody>
          <a:bodyPr/>
          <a:lstStyle/>
          <a:p>
            <a:pPr eaLnBrk="1" hangingPunct="1">
              <a:buClr>
                <a:schemeClr val="tx1"/>
              </a:buClr>
            </a:pPr>
            <a:endParaRPr lang="en-US" altLang="ar-IQ" b="1"/>
          </a:p>
          <a:p>
            <a:pPr eaLnBrk="1" hangingPunct="1">
              <a:buClr>
                <a:schemeClr val="tx1"/>
              </a:buClr>
            </a:pPr>
            <a:r>
              <a:rPr lang="en-US" altLang="ar-IQ" sz="3100" b="1">
                <a:solidFill>
                  <a:schemeClr val="accent2"/>
                </a:solidFill>
              </a:rPr>
              <a:t>Development:</a:t>
            </a:r>
          </a:p>
          <a:p>
            <a:pPr eaLnBrk="1" hangingPunct="1">
              <a:buClr>
                <a:schemeClr val="tx1"/>
              </a:buClr>
              <a:buFont typeface="Wingdings" panose="05000000000000000000" pitchFamily="2" charset="2"/>
              <a:buNone/>
            </a:pPr>
            <a:r>
              <a:rPr lang="en-US" altLang="ar-IQ" b="1"/>
              <a:t>   It refers to progressive increase in skills and capacity of functions.</a:t>
            </a:r>
          </a:p>
          <a:p>
            <a:pPr eaLnBrk="1" hangingPunct="1">
              <a:buClr>
                <a:schemeClr val="tx1"/>
              </a:buClr>
              <a:buFont typeface="Wingdings" panose="05000000000000000000" pitchFamily="2" charset="2"/>
              <a:buNone/>
            </a:pPr>
            <a:r>
              <a:rPr lang="en-US" altLang="ar-IQ" b="1"/>
              <a:t>   </a:t>
            </a:r>
            <a:r>
              <a:rPr lang="en-US" altLang="ar-IQ" b="1" u="sng"/>
              <a:t>It causes a qualitative change in the child</a:t>
            </a:r>
            <a:r>
              <a:rPr lang="en-US" altLang="ar-IQ" b="1" u="sng">
                <a:latin typeface="Arial" panose="020B0604020202020204" pitchFamily="34" charset="0"/>
              </a:rPr>
              <a:t>’</a:t>
            </a:r>
            <a:r>
              <a:rPr lang="en-US" altLang="ar-IQ" b="1" u="sng"/>
              <a:t> functioning.</a:t>
            </a:r>
          </a:p>
          <a:p>
            <a:pPr eaLnBrk="1" hangingPunct="1">
              <a:buClr>
                <a:schemeClr val="tx1"/>
              </a:buClr>
              <a:buFont typeface="Wingdings" panose="05000000000000000000" pitchFamily="2" charset="2"/>
              <a:buNone/>
            </a:pPr>
            <a:r>
              <a:rPr lang="en-US" altLang="ar-IQ" b="1"/>
              <a:t>   Development can be measured but its measurements are not so accurate as growth as it is measured through observation.</a:t>
            </a:r>
          </a:p>
        </p:txBody>
      </p:sp>
      <p:sp>
        <p:nvSpPr>
          <p:cNvPr id="176131" name="Date Placeholder 3">
            <a:extLst>
              <a:ext uri="{FF2B5EF4-FFF2-40B4-BE49-F238E27FC236}">
                <a16:creationId xmlns:a16="http://schemas.microsoft.com/office/drawing/2014/main" id="{F7A2B49F-88A2-5E30-E144-4A6BDCCF0E7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2A90DD14-F7DF-458D-804D-9F7F7B179834}"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76132" name="Slide Number Placeholder 5">
            <a:extLst>
              <a:ext uri="{FF2B5EF4-FFF2-40B4-BE49-F238E27FC236}">
                <a16:creationId xmlns:a16="http://schemas.microsoft.com/office/drawing/2014/main" id="{60AE2D8D-0004-A77F-DBF7-A2F96BC7013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6DDF1525-8D77-496E-BE0D-E3C1BBC44138}"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4</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7154" name="Rectangle 3">
            <a:extLst>
              <a:ext uri="{FF2B5EF4-FFF2-40B4-BE49-F238E27FC236}">
                <a16:creationId xmlns:a16="http://schemas.microsoft.com/office/drawing/2014/main" id="{4158E5D6-DF39-DAE5-CA6E-9CF520A97BB1}"/>
              </a:ext>
            </a:extLst>
          </p:cNvPr>
          <p:cNvSpPr>
            <a:spLocks noGrp="1"/>
          </p:cNvSpPr>
          <p:nvPr>
            <p:ph idx="1"/>
          </p:nvPr>
        </p:nvSpPr>
        <p:spPr>
          <a:xfrm>
            <a:off x="1981200" y="404813"/>
            <a:ext cx="8435975" cy="5721350"/>
          </a:xfrm>
        </p:spPr>
        <p:txBody>
          <a:bodyPr/>
          <a:lstStyle/>
          <a:p>
            <a:pPr marL="609600" indent="-609600" algn="justLow" eaLnBrk="1" hangingPunct="1">
              <a:buClr>
                <a:schemeClr val="tx1"/>
              </a:buClr>
              <a:buFont typeface="Arial" panose="020B0604020202020204" pitchFamily="34" charset="0"/>
              <a:buNone/>
            </a:pPr>
            <a:r>
              <a:rPr lang="en-US" altLang="ar-IQ" b="1"/>
              <a:t>  </a:t>
            </a:r>
            <a:r>
              <a:rPr lang="en-US" altLang="ar-IQ" sz="3500" b="1">
                <a:solidFill>
                  <a:schemeClr val="accent2"/>
                </a:solidFill>
              </a:rPr>
              <a:t>Maturation:</a:t>
            </a:r>
          </a:p>
          <a:p>
            <a:pPr marL="609600" indent="-609600" algn="justLow" eaLnBrk="1" hangingPunct="1">
              <a:buClr>
                <a:schemeClr val="tx1"/>
              </a:buClr>
              <a:buFont typeface="Arial" panose="020B0604020202020204" pitchFamily="34" charset="0"/>
              <a:buNone/>
            </a:pPr>
            <a:r>
              <a:rPr lang="en-US" altLang="ar-IQ" b="1"/>
              <a:t>  Literally, it means ripen.</a:t>
            </a:r>
          </a:p>
          <a:p>
            <a:pPr marL="609600" indent="-609600" eaLnBrk="1" hangingPunct="1">
              <a:buClr>
                <a:schemeClr val="tx1"/>
              </a:buClr>
              <a:buFont typeface="Arial" panose="020B0604020202020204" pitchFamily="34" charset="0"/>
              <a:buNone/>
            </a:pPr>
            <a:r>
              <a:rPr lang="en-US" altLang="ar-IQ" b="1"/>
              <a:t>  It is described as ageing or an increase in child's competence and adaptability.</a:t>
            </a:r>
          </a:p>
          <a:p>
            <a:pPr marL="609600" indent="-609600" eaLnBrk="1" hangingPunct="1">
              <a:buClr>
                <a:schemeClr val="tx1"/>
              </a:buClr>
              <a:buFont typeface="Arial" panose="020B0604020202020204" pitchFamily="34" charset="0"/>
              <a:buNone/>
            </a:pPr>
            <a:r>
              <a:rPr lang="en-US" altLang="ar-IQ" b="1"/>
              <a:t>  </a:t>
            </a:r>
            <a:r>
              <a:rPr lang="en-US" altLang="ar-IQ" b="1" u="sng"/>
              <a:t>It is usually used to describe qualitative changes in a structure</a:t>
            </a:r>
            <a:r>
              <a:rPr lang="en-US" altLang="ar-IQ" b="1"/>
              <a:t>, i.e., the structure begins to function or to function at a higher level depending on the child's heredity. </a:t>
            </a:r>
          </a:p>
        </p:txBody>
      </p:sp>
      <p:sp>
        <p:nvSpPr>
          <p:cNvPr id="177155" name="Date Placeholder 3">
            <a:extLst>
              <a:ext uri="{FF2B5EF4-FFF2-40B4-BE49-F238E27FC236}">
                <a16:creationId xmlns:a16="http://schemas.microsoft.com/office/drawing/2014/main" id="{70876C47-1FA8-60E2-BC5A-0EE092714B5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FB614188-9CAD-4EA5-B6C3-57A896FAB091}"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77156" name="Slide Number Placeholder 5">
            <a:extLst>
              <a:ext uri="{FF2B5EF4-FFF2-40B4-BE49-F238E27FC236}">
                <a16:creationId xmlns:a16="http://schemas.microsoft.com/office/drawing/2014/main" id="{007A1B6D-145E-F30C-E410-4EAD2D32564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3A6DFE81-BDDF-4ECF-BEBC-6D4424C48C4B}"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5</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8EF0FDBD-F843-079C-749C-A78844AA0B57}"/>
              </a:ext>
            </a:extLst>
          </p:cNvPr>
          <p:cNvSpPr>
            <a:spLocks noGrp="1" noChangeArrowheads="1"/>
          </p:cNvSpPr>
          <p:nvPr>
            <p:ph type="title"/>
          </p:nvPr>
        </p:nvSpPr>
        <p:spPr>
          <a:xfrm>
            <a:off x="1992313" y="260350"/>
            <a:ext cx="8229600" cy="1139825"/>
          </a:xfrm>
        </p:spPr>
        <p:txBody>
          <a:bodyPr>
            <a:normAutofit fontScale="90000"/>
          </a:bodyPr>
          <a:lstStyle/>
          <a:p>
            <a:pPr eaLnBrk="1" fontAlgn="auto" hangingPunct="1">
              <a:spcAft>
                <a:spcPts val="0"/>
              </a:spcAft>
              <a:defRPr/>
            </a:pPr>
            <a:br>
              <a:rPr lang="en-US" sz="3200" b="1" u="sng" dirty="0">
                <a:solidFill>
                  <a:schemeClr val="accent1">
                    <a:lumMod val="75000"/>
                  </a:schemeClr>
                </a:solidFill>
              </a:rPr>
            </a:br>
            <a:r>
              <a:rPr lang="en-US" sz="3200" b="1" dirty="0">
                <a:solidFill>
                  <a:schemeClr val="accent1">
                    <a:lumMod val="75000"/>
                  </a:schemeClr>
                </a:solidFill>
              </a:rPr>
              <a:t> </a:t>
            </a:r>
            <a:r>
              <a:rPr lang="en-US" b="1" dirty="0">
                <a:solidFill>
                  <a:schemeClr val="accent1">
                    <a:lumMod val="75000"/>
                  </a:schemeClr>
                </a:solidFill>
              </a:rPr>
              <a:t>Principles of growth and  development:</a:t>
            </a:r>
          </a:p>
        </p:txBody>
      </p:sp>
      <p:sp>
        <p:nvSpPr>
          <p:cNvPr id="179203" name="Rectangle 3">
            <a:extLst>
              <a:ext uri="{FF2B5EF4-FFF2-40B4-BE49-F238E27FC236}">
                <a16:creationId xmlns:a16="http://schemas.microsoft.com/office/drawing/2014/main" id="{1C573C50-04F4-40C6-1D3E-61F225873A0A}"/>
              </a:ext>
            </a:extLst>
          </p:cNvPr>
          <p:cNvSpPr>
            <a:spLocks noGrp="1"/>
          </p:cNvSpPr>
          <p:nvPr>
            <p:ph idx="1"/>
          </p:nvPr>
        </p:nvSpPr>
        <p:spPr>
          <a:xfrm>
            <a:off x="1992313" y="1268413"/>
            <a:ext cx="8229600" cy="4857750"/>
          </a:xfrm>
        </p:spPr>
        <p:txBody>
          <a:bodyPr/>
          <a:lstStyle/>
          <a:p>
            <a:pPr marL="609600" indent="-609600" eaLnBrk="1" hangingPunct="1">
              <a:lnSpc>
                <a:spcPct val="80000"/>
              </a:lnSpc>
              <a:buClr>
                <a:schemeClr val="tx1"/>
              </a:buClr>
              <a:buFontTx/>
              <a:buAutoNum type="arabicPeriod"/>
            </a:pPr>
            <a:endParaRPr lang="en-US" altLang="ar-IQ" sz="2500" b="1"/>
          </a:p>
          <a:p>
            <a:pPr marL="609600" indent="-609600" eaLnBrk="1" hangingPunct="1">
              <a:lnSpc>
                <a:spcPct val="80000"/>
              </a:lnSpc>
              <a:buClr>
                <a:schemeClr val="tx1"/>
              </a:buClr>
              <a:buFontTx/>
              <a:buAutoNum type="arabicPeriod"/>
            </a:pPr>
            <a:r>
              <a:rPr lang="en-US" altLang="ar-IQ" sz="2500" b="1"/>
              <a:t>Growth and development are </a:t>
            </a:r>
            <a:r>
              <a:rPr lang="en-US" altLang="ar-IQ" sz="2500" b="1" u="sng"/>
              <a:t>continuous</a:t>
            </a:r>
            <a:r>
              <a:rPr lang="en-US" altLang="ar-IQ" sz="2500" b="1"/>
              <a:t> processes.</a:t>
            </a:r>
          </a:p>
          <a:p>
            <a:pPr marL="609600" indent="-609600" eaLnBrk="1" hangingPunct="1">
              <a:lnSpc>
                <a:spcPct val="80000"/>
              </a:lnSpc>
              <a:buClr>
                <a:schemeClr val="tx1"/>
              </a:buClr>
              <a:buFontTx/>
              <a:buAutoNum type="arabicPeriod"/>
            </a:pPr>
            <a:r>
              <a:rPr lang="en-US" altLang="ar-IQ" sz="2500" b="1"/>
              <a:t>Each child has his own rate of growth and development.</a:t>
            </a:r>
          </a:p>
          <a:p>
            <a:pPr marL="609600" indent="-609600" eaLnBrk="1" hangingPunct="1">
              <a:lnSpc>
                <a:spcPct val="80000"/>
              </a:lnSpc>
              <a:buClr>
                <a:schemeClr val="tx1"/>
              </a:buClr>
              <a:buFontTx/>
              <a:buAutoNum type="arabicPeriod"/>
            </a:pPr>
            <a:r>
              <a:rPr lang="en-US" altLang="ar-IQ" sz="2500" b="1"/>
              <a:t>Both growth and development are synchronous. Different body parts and developmental areas develop at different rates. Each body part has its own time to grow. </a:t>
            </a:r>
          </a:p>
          <a:p>
            <a:pPr marL="609600" indent="-609600" eaLnBrk="1" hangingPunct="1">
              <a:lnSpc>
                <a:spcPct val="80000"/>
              </a:lnSpc>
              <a:buClr>
                <a:schemeClr val="tx1"/>
              </a:buClr>
              <a:buFontTx/>
              <a:buAutoNum type="arabicPeriod"/>
            </a:pPr>
            <a:r>
              <a:rPr lang="en-US" altLang="ar-IQ" sz="2500" b="1"/>
              <a:t>All areas of growth and development are interrelated (physical, psychosocial, cognitive and motor) to meet the child</a:t>
            </a:r>
            <a:r>
              <a:rPr lang="en-US" altLang="ar-IQ" sz="2500" b="1">
                <a:latin typeface="Arial" panose="020B0604020202020204" pitchFamily="34" charset="0"/>
              </a:rPr>
              <a:t>’</a:t>
            </a:r>
            <a:r>
              <a:rPr lang="en-US" altLang="ar-IQ" sz="2500" b="1"/>
              <a:t>s basic physiological needs.</a:t>
            </a:r>
          </a:p>
          <a:p>
            <a:pPr marL="609600" indent="-609600" eaLnBrk="1" hangingPunct="1">
              <a:lnSpc>
                <a:spcPct val="80000"/>
              </a:lnSpc>
            </a:pPr>
            <a:endParaRPr lang="en-US" altLang="ar-IQ" sz="2500"/>
          </a:p>
        </p:txBody>
      </p:sp>
      <p:sp>
        <p:nvSpPr>
          <p:cNvPr id="179204" name="Date Placeholder 3">
            <a:extLst>
              <a:ext uri="{FF2B5EF4-FFF2-40B4-BE49-F238E27FC236}">
                <a16:creationId xmlns:a16="http://schemas.microsoft.com/office/drawing/2014/main" id="{5477B5D4-B742-81E1-454A-D0B15A294E1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36EBB6F7-E78A-4F9B-B2EE-B0D1535384D6}"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79205" name="Slide Number Placeholder 5">
            <a:extLst>
              <a:ext uri="{FF2B5EF4-FFF2-40B4-BE49-F238E27FC236}">
                <a16:creationId xmlns:a16="http://schemas.microsoft.com/office/drawing/2014/main" id="{8774E5E0-0476-078C-B488-7168EA5810F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3353EF5A-CD4F-4255-82E1-7D50D734B174}"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6</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0226" name="Rectangle 3">
            <a:extLst>
              <a:ext uri="{FF2B5EF4-FFF2-40B4-BE49-F238E27FC236}">
                <a16:creationId xmlns:a16="http://schemas.microsoft.com/office/drawing/2014/main" id="{28866F6F-A7BC-5425-B00D-E9321E384FA6}"/>
              </a:ext>
            </a:extLst>
          </p:cNvPr>
          <p:cNvSpPr>
            <a:spLocks noGrp="1"/>
          </p:cNvSpPr>
          <p:nvPr>
            <p:ph idx="1"/>
          </p:nvPr>
        </p:nvSpPr>
        <p:spPr>
          <a:xfrm>
            <a:off x="1703388" y="404813"/>
            <a:ext cx="8964612" cy="6119812"/>
          </a:xfrm>
        </p:spPr>
        <p:txBody>
          <a:bodyPr/>
          <a:lstStyle/>
          <a:p>
            <a:pPr marL="609600" indent="-609600" eaLnBrk="1" hangingPunct="1">
              <a:lnSpc>
                <a:spcPct val="90000"/>
              </a:lnSpc>
              <a:buClr>
                <a:schemeClr val="tx1"/>
              </a:buClr>
              <a:buFont typeface="Wingdings" panose="05000000000000000000" pitchFamily="2" charset="2"/>
              <a:buAutoNum type="arabicPeriod" startAt="5"/>
            </a:pPr>
            <a:endParaRPr lang="en-US" altLang="ar-IQ" sz="2500" b="1"/>
          </a:p>
          <a:p>
            <a:pPr marL="609600" indent="-609600" eaLnBrk="1" hangingPunct="1">
              <a:lnSpc>
                <a:spcPct val="90000"/>
              </a:lnSpc>
              <a:buClr>
                <a:schemeClr val="tx1"/>
              </a:buClr>
              <a:buFont typeface="Wingdings" panose="05000000000000000000" pitchFamily="2" charset="2"/>
              <a:buAutoNum type="arabicPeriod" startAt="5"/>
            </a:pPr>
            <a:r>
              <a:rPr lang="en-US" altLang="ar-IQ" sz="2500" b="1"/>
              <a:t>Children</a:t>
            </a:r>
            <a:r>
              <a:rPr lang="en-US" altLang="ar-IQ" sz="2500" b="1">
                <a:latin typeface="Arial" panose="020B0604020202020204" pitchFamily="34" charset="0"/>
              </a:rPr>
              <a:t>’</a:t>
            </a:r>
            <a:r>
              <a:rPr lang="en-US" altLang="ar-IQ" sz="2500" b="1"/>
              <a:t>s behavior is directed towards competency.</a:t>
            </a:r>
          </a:p>
          <a:p>
            <a:pPr marL="609600" indent="-609600" eaLnBrk="1" hangingPunct="1">
              <a:lnSpc>
                <a:spcPct val="90000"/>
              </a:lnSpc>
              <a:buClr>
                <a:schemeClr val="tx1"/>
              </a:buClr>
              <a:buFontTx/>
              <a:buAutoNum type="arabicPeriod" startAt="5"/>
            </a:pPr>
            <a:r>
              <a:rPr lang="en-US" altLang="ar-IQ" sz="2500" b="1"/>
              <a:t>Growth and development progress from midline towards periphery.</a:t>
            </a:r>
          </a:p>
          <a:p>
            <a:pPr marL="609600" indent="-609600" eaLnBrk="1" hangingPunct="1">
              <a:lnSpc>
                <a:spcPct val="90000"/>
              </a:lnSpc>
              <a:buClr>
                <a:schemeClr val="tx1"/>
              </a:buClr>
              <a:buFontTx/>
              <a:buAutoNum type="arabicPeriod" startAt="5"/>
            </a:pPr>
            <a:r>
              <a:rPr lang="en-US" altLang="ar-IQ" sz="2500" b="1"/>
              <a:t>Growth and development occur in an orderly sequence.</a:t>
            </a:r>
          </a:p>
          <a:p>
            <a:pPr marL="609600" indent="-609600" eaLnBrk="1" hangingPunct="1">
              <a:lnSpc>
                <a:spcPct val="90000"/>
              </a:lnSpc>
              <a:buClr>
                <a:schemeClr val="tx1"/>
              </a:buClr>
              <a:buFontTx/>
              <a:buAutoNum type="arabicPeriod" startAt="5"/>
            </a:pPr>
            <a:r>
              <a:rPr lang="en-US" altLang="ar-IQ" sz="2500" b="1"/>
              <a:t>The direction of development is Cephalocaudal, i.e. the infant controls his head before he can sit, and crawls before he can walk.</a:t>
            </a:r>
          </a:p>
          <a:p>
            <a:pPr marL="609600" indent="-609600" eaLnBrk="1" hangingPunct="1">
              <a:lnSpc>
                <a:spcPct val="90000"/>
              </a:lnSpc>
              <a:buClr>
                <a:schemeClr val="tx1"/>
              </a:buClr>
              <a:buFontTx/>
              <a:buAutoNum type="arabicPeriod" startAt="5"/>
            </a:pPr>
            <a:r>
              <a:rPr lang="en-US" altLang="ar-IQ" sz="2500" b="1"/>
              <a:t>General to specific: at the beginning all faces and sounds appear same to him/her, then stars to distinguish mother</a:t>
            </a:r>
            <a:r>
              <a:rPr lang="en-US" altLang="ar-IQ" sz="2500" b="1">
                <a:latin typeface="Arial" panose="020B0604020202020204" pitchFamily="34" charset="0"/>
              </a:rPr>
              <a:t>’</a:t>
            </a:r>
            <a:r>
              <a:rPr lang="en-US" altLang="ar-IQ" sz="2500" b="1"/>
              <a:t>s face and sound.</a:t>
            </a:r>
            <a:r>
              <a:rPr lang="en-US" altLang="ar-IQ" sz="2500"/>
              <a:t> </a:t>
            </a:r>
          </a:p>
          <a:p>
            <a:pPr marL="609600" indent="-609600" eaLnBrk="1" hangingPunct="1">
              <a:lnSpc>
                <a:spcPct val="90000"/>
              </a:lnSpc>
              <a:buClr>
                <a:schemeClr val="tx1"/>
              </a:buClr>
              <a:buFontTx/>
              <a:buAutoNum type="arabicPeriod" startAt="5"/>
            </a:pPr>
            <a:r>
              <a:rPr lang="en-US" altLang="ar-IQ" sz="2500" b="1"/>
              <a:t>Development is relative</a:t>
            </a:r>
            <a:r>
              <a:rPr lang="en-US" altLang="ar-IQ" sz="2500"/>
              <a:t> </a:t>
            </a:r>
          </a:p>
        </p:txBody>
      </p:sp>
      <p:sp>
        <p:nvSpPr>
          <p:cNvPr id="180227" name="Date Placeholder 3">
            <a:extLst>
              <a:ext uri="{FF2B5EF4-FFF2-40B4-BE49-F238E27FC236}">
                <a16:creationId xmlns:a16="http://schemas.microsoft.com/office/drawing/2014/main" id="{4ECB8DC8-1B02-4681-F2A8-2A9A8D45022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7581F340-6EB5-4199-B595-94051769FB45}"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0228" name="Slide Number Placeholder 5">
            <a:extLst>
              <a:ext uri="{FF2B5EF4-FFF2-40B4-BE49-F238E27FC236}">
                <a16:creationId xmlns:a16="http://schemas.microsoft.com/office/drawing/2014/main" id="{E81183C7-8D57-2660-6FE4-3B8CD3EDC3C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8D3591DF-B48D-4E49-AF1D-45CC2B9E35C9}"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7</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96A0BCA9-C606-4EC7-B730-1BBD4A857C48}"/>
              </a:ext>
            </a:extLst>
          </p:cNvPr>
          <p:cNvSpPr>
            <a:spLocks noGrp="1" noChangeArrowheads="1"/>
          </p:cNvSpPr>
          <p:nvPr>
            <p:ph type="title"/>
          </p:nvPr>
        </p:nvSpPr>
        <p:spPr>
          <a:xfrm>
            <a:off x="2894013" y="142875"/>
            <a:ext cx="7313612" cy="71438"/>
          </a:xfrm>
        </p:spPr>
        <p:txBody>
          <a:bodyPr>
            <a:normAutofit fontScale="90000"/>
          </a:bodyPr>
          <a:lstStyle/>
          <a:p>
            <a:pPr eaLnBrk="1" fontAlgn="auto" hangingPunct="1">
              <a:spcAft>
                <a:spcPts val="0"/>
              </a:spcAft>
              <a:defRPr/>
            </a:pPr>
            <a:br>
              <a:rPr lang="en-US" sz="3200" b="1">
                <a:solidFill>
                  <a:schemeClr val="accent1">
                    <a:lumMod val="75000"/>
                  </a:schemeClr>
                </a:solidFill>
              </a:rPr>
            </a:br>
            <a:endParaRPr lang="en-US" sz="3200" b="1" u="sng">
              <a:solidFill>
                <a:schemeClr val="accent2"/>
              </a:solidFill>
            </a:endParaRPr>
          </a:p>
        </p:txBody>
      </p:sp>
      <p:sp>
        <p:nvSpPr>
          <p:cNvPr id="182275" name="Rectangle 3">
            <a:extLst>
              <a:ext uri="{FF2B5EF4-FFF2-40B4-BE49-F238E27FC236}">
                <a16:creationId xmlns:a16="http://schemas.microsoft.com/office/drawing/2014/main" id="{4D46B51E-9074-BB87-ADB5-4CFBFD177173}"/>
              </a:ext>
            </a:extLst>
          </p:cNvPr>
          <p:cNvSpPr>
            <a:spLocks noGrp="1"/>
          </p:cNvSpPr>
          <p:nvPr>
            <p:ph idx="1"/>
          </p:nvPr>
        </p:nvSpPr>
        <p:spPr>
          <a:xfrm>
            <a:off x="2024063" y="214313"/>
            <a:ext cx="8429625" cy="5911850"/>
          </a:xfrm>
        </p:spPr>
        <p:txBody>
          <a:bodyPr/>
          <a:lstStyle/>
          <a:p>
            <a:pPr marL="619125" indent="-619125" eaLnBrk="1" hangingPunct="1">
              <a:buClr>
                <a:schemeClr val="tx1"/>
              </a:buClr>
              <a:buFont typeface="Arial" panose="020B0604020202020204" pitchFamily="34" charset="0"/>
              <a:buNone/>
            </a:pPr>
            <a:r>
              <a:rPr lang="en-US" altLang="ar-IQ" sz="2800" b="1"/>
              <a:t>Factors affecting growth and development:</a:t>
            </a:r>
            <a:br>
              <a:rPr lang="en-US" altLang="ar-IQ" sz="2800" b="1" u="sng">
                <a:solidFill>
                  <a:schemeClr val="accent2"/>
                </a:solidFill>
              </a:rPr>
            </a:br>
            <a:endParaRPr lang="en-US" altLang="ar-IQ" sz="2800" b="1" u="sng">
              <a:solidFill>
                <a:schemeClr val="accent2"/>
              </a:solidFill>
            </a:endParaRPr>
          </a:p>
          <a:p>
            <a:pPr marL="619125" indent="-619125" eaLnBrk="1" hangingPunct="1">
              <a:buClr>
                <a:schemeClr val="tx1"/>
              </a:buClr>
              <a:buFontTx/>
              <a:buAutoNum type="arabicPeriod"/>
            </a:pPr>
            <a:r>
              <a:rPr lang="en-US" altLang="ar-IQ" sz="2500" b="1" u="sng"/>
              <a:t>Hereditary factors: </a:t>
            </a:r>
            <a:r>
              <a:rPr lang="en-US" altLang="ar-IQ" sz="2500" b="1"/>
              <a:t>These are responsible for the characteristics of :</a:t>
            </a:r>
          </a:p>
          <a:p>
            <a:pPr marL="1719263" lvl="3" indent="-347663" eaLnBrk="1" hangingPunct="1">
              <a:buClr>
                <a:schemeClr val="tx1"/>
              </a:buClr>
              <a:buFontTx/>
              <a:buChar char="•"/>
            </a:pPr>
            <a:r>
              <a:rPr lang="en-US" altLang="ar-IQ" sz="1700" b="1"/>
              <a:t>certain anomalies,</a:t>
            </a:r>
          </a:p>
          <a:p>
            <a:pPr marL="1719263" lvl="3" indent="-347663" eaLnBrk="1" hangingPunct="1">
              <a:buClr>
                <a:schemeClr val="tx1"/>
              </a:buClr>
              <a:buFontTx/>
              <a:buChar char="•"/>
            </a:pPr>
            <a:r>
              <a:rPr lang="en-US" altLang="ar-IQ" sz="1700" b="1"/>
              <a:t>individual pattern of growth, </a:t>
            </a:r>
          </a:p>
          <a:p>
            <a:pPr marL="1719263" lvl="3" indent="-347663" eaLnBrk="1" hangingPunct="1">
              <a:buClr>
                <a:schemeClr val="tx1"/>
              </a:buClr>
              <a:buFontTx/>
              <a:buChar char="•"/>
            </a:pPr>
            <a:r>
              <a:rPr lang="en-US" altLang="ar-IQ" sz="1700" b="1"/>
              <a:t>some diseases</a:t>
            </a:r>
          </a:p>
          <a:p>
            <a:pPr marL="1719263" lvl="3" indent="-347663" eaLnBrk="1" hangingPunct="1">
              <a:buClr>
                <a:schemeClr val="tx1"/>
              </a:buClr>
              <a:buFontTx/>
              <a:buChar char="•"/>
            </a:pPr>
            <a:r>
              <a:rPr lang="en-US" altLang="ar-IQ" sz="1700" b="1"/>
              <a:t>certain types of short stature.</a:t>
            </a:r>
          </a:p>
          <a:p>
            <a:pPr marL="619125" indent="-619125" eaLnBrk="1" hangingPunct="1">
              <a:buClr>
                <a:schemeClr val="tx1"/>
              </a:buClr>
              <a:buFontTx/>
              <a:buAutoNum type="arabicPeriod" startAt="2"/>
            </a:pPr>
            <a:r>
              <a:rPr lang="en-US" altLang="ar-IQ" sz="2500" b="1" u="sng"/>
              <a:t>Congenital defects:</a:t>
            </a:r>
            <a:r>
              <a:rPr lang="en-US" altLang="ar-IQ" sz="2500" b="1" i="1" u="sng"/>
              <a:t> </a:t>
            </a:r>
            <a:r>
              <a:rPr lang="en-US" altLang="ar-IQ" sz="2500" b="1"/>
              <a:t>These may be due to heredity or abnormal environment during embryonic life.</a:t>
            </a:r>
          </a:p>
          <a:p>
            <a:pPr marL="619125" indent="-619125" eaLnBrk="1" hangingPunct="1">
              <a:buClr>
                <a:schemeClr val="tx1"/>
              </a:buClr>
              <a:buFontTx/>
              <a:buAutoNum type="arabicPeriod" startAt="2"/>
            </a:pPr>
            <a:r>
              <a:rPr lang="en-US" altLang="ar-IQ" sz="2500" b="1" u="sng"/>
              <a:t>Endocrine factors</a:t>
            </a:r>
            <a:r>
              <a:rPr lang="en-US" altLang="ar-IQ" sz="2500" b="1"/>
              <a:t>:</a:t>
            </a:r>
            <a:r>
              <a:rPr lang="en-US" altLang="ar-IQ" sz="2500" b="1" i="1"/>
              <a:t> </a:t>
            </a:r>
            <a:r>
              <a:rPr lang="en-US" altLang="ar-IQ" sz="2500" b="1"/>
              <a:t>These can produce normal variations and cause growth variation.</a:t>
            </a:r>
          </a:p>
          <a:p>
            <a:pPr marL="619125" indent="-619125" eaLnBrk="1" hangingPunct="1"/>
            <a:endParaRPr lang="en-US" altLang="ar-IQ" sz="2500"/>
          </a:p>
        </p:txBody>
      </p:sp>
      <p:sp>
        <p:nvSpPr>
          <p:cNvPr id="182276" name="Date Placeholder 3">
            <a:extLst>
              <a:ext uri="{FF2B5EF4-FFF2-40B4-BE49-F238E27FC236}">
                <a16:creationId xmlns:a16="http://schemas.microsoft.com/office/drawing/2014/main" id="{E2D391DC-7776-1BA5-154C-714AAC0C321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1AC325CC-C165-40E1-A497-8DA191EC88D3}"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2277" name="Slide Number Placeholder 5">
            <a:extLst>
              <a:ext uri="{FF2B5EF4-FFF2-40B4-BE49-F238E27FC236}">
                <a16:creationId xmlns:a16="http://schemas.microsoft.com/office/drawing/2014/main" id="{A35BE67B-CCDA-D50B-F1EF-372F6425F5C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3990EE3B-35DC-49FC-A4AA-3BC43E76ED0D}"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8</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298" name="Rectangle 3">
            <a:extLst>
              <a:ext uri="{FF2B5EF4-FFF2-40B4-BE49-F238E27FC236}">
                <a16:creationId xmlns:a16="http://schemas.microsoft.com/office/drawing/2014/main" id="{A215BBE0-BD47-CD31-7A88-F2A79D2C6104}"/>
              </a:ext>
            </a:extLst>
          </p:cNvPr>
          <p:cNvSpPr>
            <a:spLocks noGrp="1"/>
          </p:cNvSpPr>
          <p:nvPr>
            <p:ph idx="1"/>
          </p:nvPr>
        </p:nvSpPr>
        <p:spPr>
          <a:xfrm>
            <a:off x="1847850" y="333375"/>
            <a:ext cx="8496300" cy="5832475"/>
          </a:xfrm>
        </p:spPr>
        <p:txBody>
          <a:bodyPr/>
          <a:lstStyle/>
          <a:p>
            <a:pPr marL="609600" indent="-609600" eaLnBrk="1" hangingPunct="1">
              <a:buClr>
                <a:schemeClr val="tx1"/>
              </a:buClr>
              <a:buFontTx/>
              <a:buAutoNum type="arabicPeriod" startAt="4"/>
            </a:pPr>
            <a:r>
              <a:rPr lang="en-US" altLang="ar-IQ" sz="2700" b="1"/>
              <a:t>*Environmental factors: Environmental factors such as</a:t>
            </a:r>
          </a:p>
          <a:p>
            <a:pPr marL="1371600" lvl="2" indent="-457200" eaLnBrk="1" hangingPunct="1">
              <a:buClr>
                <a:schemeClr val="tx1"/>
              </a:buClr>
              <a:buFontTx/>
              <a:buChar char="•"/>
            </a:pPr>
            <a:r>
              <a:rPr lang="en-US" altLang="ar-IQ" sz="2000" b="1"/>
              <a:t> the mother's nutritional status,</a:t>
            </a:r>
          </a:p>
          <a:p>
            <a:pPr marL="1371600" lvl="2" indent="-457200" eaLnBrk="1" hangingPunct="1">
              <a:buClr>
                <a:schemeClr val="tx1"/>
              </a:buClr>
              <a:buFontTx/>
              <a:buChar char="•"/>
            </a:pPr>
            <a:r>
              <a:rPr lang="en-US" altLang="ar-IQ" sz="2000" b="1"/>
              <a:t> exposure to infectious diseases  and pathological conditions</a:t>
            </a:r>
          </a:p>
          <a:p>
            <a:pPr marL="1371600" lvl="2" indent="-457200" eaLnBrk="1" hangingPunct="1">
              <a:buClr>
                <a:schemeClr val="tx1"/>
              </a:buClr>
              <a:buFontTx/>
              <a:buChar char="•"/>
            </a:pPr>
            <a:r>
              <a:rPr lang="en-US" altLang="ar-IQ" sz="2000" b="1"/>
              <a:t> the socioeconomic conditions of the family affect the health of the embryo, infant and child.</a:t>
            </a:r>
            <a:endParaRPr lang="en-US" altLang="ar-IQ" sz="2000" b="1" i="1"/>
          </a:p>
          <a:p>
            <a:pPr marL="609600" indent="-609600" eaLnBrk="1" hangingPunct="1">
              <a:buClr>
                <a:schemeClr val="tx1"/>
              </a:buClr>
              <a:buFontTx/>
              <a:buAutoNum type="arabicPeriod" startAt="4"/>
            </a:pPr>
            <a:r>
              <a:rPr lang="en-US" altLang="ar-IQ" sz="2700" b="1" i="1"/>
              <a:t>*Nutritional factors</a:t>
            </a:r>
            <a:r>
              <a:rPr lang="en-US" altLang="ar-IQ" sz="2700" b="1"/>
              <a:t>: Growth of the baby depends on adequate consumption and proper utilization of suitable types of food. Specific deficiencies cause alterations in growth and development.</a:t>
            </a:r>
            <a:endParaRPr lang="en-US" altLang="ar-IQ" sz="2700" b="1" i="1"/>
          </a:p>
          <a:p>
            <a:pPr marL="609600" indent="-609600" eaLnBrk="1" hangingPunct="1"/>
            <a:endParaRPr lang="en-US" altLang="ar-IQ" sz="2700" b="1"/>
          </a:p>
        </p:txBody>
      </p:sp>
      <p:sp>
        <p:nvSpPr>
          <p:cNvPr id="183299" name="Date Placeholder 3">
            <a:extLst>
              <a:ext uri="{FF2B5EF4-FFF2-40B4-BE49-F238E27FC236}">
                <a16:creationId xmlns:a16="http://schemas.microsoft.com/office/drawing/2014/main" id="{999BE633-6C1E-02D4-BE0F-5CD660C1F3E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C54F87E0-7511-4B07-9B8E-F1B29A247F32}"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3300" name="Slide Number Placeholder 5">
            <a:extLst>
              <a:ext uri="{FF2B5EF4-FFF2-40B4-BE49-F238E27FC236}">
                <a16:creationId xmlns:a16="http://schemas.microsoft.com/office/drawing/2014/main" id="{A65C4565-845F-CFCA-1AD2-23528997488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5D4CA35C-7B88-469B-8754-95D06DA6F38D}"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9</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5346" name="Rectangle 3">
            <a:extLst>
              <a:ext uri="{FF2B5EF4-FFF2-40B4-BE49-F238E27FC236}">
                <a16:creationId xmlns:a16="http://schemas.microsoft.com/office/drawing/2014/main" id="{271EECE2-780A-0ED0-B884-83F61F0C84BA}"/>
              </a:ext>
            </a:extLst>
          </p:cNvPr>
          <p:cNvSpPr>
            <a:spLocks noGrp="1"/>
          </p:cNvSpPr>
          <p:nvPr>
            <p:ph idx="1"/>
          </p:nvPr>
        </p:nvSpPr>
        <p:spPr>
          <a:xfrm>
            <a:off x="1981200" y="1125538"/>
            <a:ext cx="8229600" cy="5472112"/>
          </a:xfrm>
        </p:spPr>
        <p:txBody>
          <a:bodyPr/>
          <a:lstStyle/>
          <a:p>
            <a:pPr marL="609600" indent="-609600" eaLnBrk="1" hangingPunct="1">
              <a:buClr>
                <a:schemeClr val="tx1"/>
              </a:buClr>
              <a:buFontTx/>
              <a:buAutoNum type="arabicPeriod" startAt="6"/>
            </a:pPr>
            <a:r>
              <a:rPr lang="en-US" altLang="ar-IQ" b="1" i="1"/>
              <a:t>*Activities:</a:t>
            </a:r>
            <a:r>
              <a:rPr lang="en-US" altLang="ar-IQ" b="1"/>
              <a:t> Normal growth and development depend on normal activities. A bedridden child would not grow as much as an active one.</a:t>
            </a:r>
            <a:endParaRPr lang="en-US" altLang="ar-IQ" b="1" i="1"/>
          </a:p>
          <a:p>
            <a:pPr marL="609600" indent="-609600" eaLnBrk="1" hangingPunct="1">
              <a:buClr>
                <a:schemeClr val="tx1"/>
              </a:buClr>
              <a:buFontTx/>
              <a:buAutoNum type="arabicPeriod" startAt="6"/>
            </a:pPr>
            <a:r>
              <a:rPr lang="en-US" altLang="ar-IQ" b="1" i="1"/>
              <a:t>*Illness and injuries:</a:t>
            </a:r>
            <a:r>
              <a:rPr lang="en-US" altLang="ar-IQ" b="1"/>
              <a:t> During birth, may cause a permanent damage to vital organs.</a:t>
            </a:r>
          </a:p>
          <a:p>
            <a:pPr marL="609600" indent="-609600" eaLnBrk="1" hangingPunct="1">
              <a:buClr>
                <a:schemeClr val="tx1"/>
              </a:buClr>
              <a:buFont typeface="Arial" panose="020B0604020202020204" pitchFamily="34" charset="0"/>
              <a:buNone/>
            </a:pPr>
            <a:endParaRPr lang="en-US" altLang="ar-IQ"/>
          </a:p>
        </p:txBody>
      </p:sp>
      <p:sp>
        <p:nvSpPr>
          <p:cNvPr id="185347" name="Date Placeholder 3">
            <a:extLst>
              <a:ext uri="{FF2B5EF4-FFF2-40B4-BE49-F238E27FC236}">
                <a16:creationId xmlns:a16="http://schemas.microsoft.com/office/drawing/2014/main" id="{6F9584D3-BCF0-3873-00AF-FC66B9F9127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344A2B64-6A23-4B25-8C4A-6A333AF665F3}"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5348" name="Slide Number Placeholder 5">
            <a:extLst>
              <a:ext uri="{FF2B5EF4-FFF2-40B4-BE49-F238E27FC236}">
                <a16:creationId xmlns:a16="http://schemas.microsoft.com/office/drawing/2014/main" id="{971507AB-4903-D726-0E73-018F1245196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0E7AE92E-D592-46D6-8E69-9EB9EDA99C69}"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10</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7394" name="Rectangle 3">
            <a:extLst>
              <a:ext uri="{FF2B5EF4-FFF2-40B4-BE49-F238E27FC236}">
                <a16:creationId xmlns:a16="http://schemas.microsoft.com/office/drawing/2014/main" id="{4C77EED8-317B-1CE7-A67B-EFD323B7BDA3}"/>
              </a:ext>
            </a:extLst>
          </p:cNvPr>
          <p:cNvSpPr>
            <a:spLocks noGrp="1"/>
          </p:cNvSpPr>
          <p:nvPr>
            <p:ph idx="1"/>
          </p:nvPr>
        </p:nvSpPr>
        <p:spPr>
          <a:xfrm>
            <a:off x="2095500" y="428625"/>
            <a:ext cx="8229600" cy="5626100"/>
          </a:xfrm>
        </p:spPr>
        <p:txBody>
          <a:bodyPr/>
          <a:lstStyle/>
          <a:p>
            <a:pPr marL="609600" indent="-609600" eaLnBrk="1" hangingPunct="1">
              <a:buFont typeface="Arial" panose="020B0604020202020204" pitchFamily="34" charset="0"/>
              <a:buNone/>
            </a:pPr>
            <a:r>
              <a:rPr lang="en-US" altLang="ar-IQ" sz="3100" b="1"/>
              <a:t> </a:t>
            </a:r>
            <a:r>
              <a:rPr lang="en-US" altLang="ar-IQ" sz="3100" b="1" u="sng"/>
              <a:t>Types of Growth:</a:t>
            </a:r>
            <a:endParaRPr lang="en-US" altLang="ar-IQ" sz="3100"/>
          </a:p>
          <a:p>
            <a:pPr marL="1371600" lvl="2" indent="-457200" eaLnBrk="1" hangingPunct="1">
              <a:buClr>
                <a:schemeClr val="tx1"/>
              </a:buClr>
              <a:buFontTx/>
              <a:buAutoNum type="arabicPeriod"/>
            </a:pPr>
            <a:endParaRPr lang="en-US" altLang="ar-IQ" sz="3100" b="1"/>
          </a:p>
          <a:p>
            <a:pPr marL="1371600" lvl="2" indent="-457200" eaLnBrk="1" hangingPunct="1">
              <a:buClr>
                <a:schemeClr val="tx1"/>
              </a:buClr>
              <a:buFontTx/>
              <a:buAutoNum type="arabicPeriod"/>
            </a:pPr>
            <a:r>
              <a:rPr lang="en-US" altLang="ar-IQ" sz="3100" b="1"/>
              <a:t>Physical growth such as, weight, height, head and chest circumferences.</a:t>
            </a:r>
          </a:p>
          <a:p>
            <a:pPr marL="1371600" lvl="2" indent="-457200" eaLnBrk="1" hangingPunct="1">
              <a:buClr>
                <a:schemeClr val="tx1"/>
              </a:buClr>
              <a:buFontTx/>
              <a:buAutoNum type="arabicPeriod"/>
            </a:pPr>
            <a:r>
              <a:rPr lang="en-US" altLang="ar-IQ" sz="3100" b="1"/>
              <a:t>Physiological growth such as, vital signs, and senses; (touch, hearing, smell, vision, and taste).</a:t>
            </a:r>
          </a:p>
        </p:txBody>
      </p:sp>
      <p:sp>
        <p:nvSpPr>
          <p:cNvPr id="187395" name="Date Placeholder 3">
            <a:extLst>
              <a:ext uri="{FF2B5EF4-FFF2-40B4-BE49-F238E27FC236}">
                <a16:creationId xmlns:a16="http://schemas.microsoft.com/office/drawing/2014/main" id="{B1C8A4AB-15B1-E5A6-85B8-C3A152909A0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5F834837-3F85-4998-9168-C6F04AD94EE0}"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7396" name="Slide Number Placeholder 5">
            <a:extLst>
              <a:ext uri="{FF2B5EF4-FFF2-40B4-BE49-F238E27FC236}">
                <a16:creationId xmlns:a16="http://schemas.microsoft.com/office/drawing/2014/main" id="{84C01D79-C4F6-EAE0-B136-655C27DA8C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53118D3E-CE24-41B1-BFB3-3B465ED9852F}"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11</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9442" name="Rectangle 3">
            <a:extLst>
              <a:ext uri="{FF2B5EF4-FFF2-40B4-BE49-F238E27FC236}">
                <a16:creationId xmlns:a16="http://schemas.microsoft.com/office/drawing/2014/main" id="{649480ED-86E2-F06B-133C-87BE8E647D3A}"/>
              </a:ext>
            </a:extLst>
          </p:cNvPr>
          <p:cNvSpPr>
            <a:spLocks noGrp="1"/>
          </p:cNvSpPr>
          <p:nvPr>
            <p:ph idx="1"/>
          </p:nvPr>
        </p:nvSpPr>
        <p:spPr>
          <a:xfrm>
            <a:off x="2166938" y="285750"/>
            <a:ext cx="8043862" cy="6167438"/>
          </a:xfrm>
        </p:spPr>
        <p:txBody>
          <a:bodyPr/>
          <a:lstStyle/>
          <a:p>
            <a:pPr marL="609600" indent="-609600" eaLnBrk="1" hangingPunct="1">
              <a:buFont typeface="Arial" panose="020B0604020202020204" pitchFamily="34" charset="0"/>
              <a:buNone/>
            </a:pPr>
            <a:r>
              <a:rPr lang="en-US" altLang="ar-IQ" sz="3500" b="1" u="sng"/>
              <a:t>Types of Development:</a:t>
            </a:r>
          </a:p>
          <a:p>
            <a:pPr marL="609600" indent="-609600" eaLnBrk="1" hangingPunct="1">
              <a:buClr>
                <a:schemeClr val="tx1"/>
              </a:buClr>
              <a:buFont typeface="Wingdings" panose="05000000000000000000" pitchFamily="2" charset="2"/>
              <a:buAutoNum type="arabicPeriod"/>
            </a:pPr>
            <a:endParaRPr lang="en-US" altLang="ar-IQ" sz="3100" b="1"/>
          </a:p>
          <a:p>
            <a:pPr marL="609600" indent="-609600" eaLnBrk="1" hangingPunct="1">
              <a:buClr>
                <a:schemeClr val="tx1"/>
              </a:buClr>
              <a:buFont typeface="Wingdings" panose="05000000000000000000" pitchFamily="2" charset="2"/>
              <a:buAutoNum type="arabicPeriod"/>
            </a:pPr>
            <a:r>
              <a:rPr lang="en-US" altLang="ar-IQ" sz="3100" b="1"/>
              <a:t>Cognitive development (intellectual development e.g. reasoning, mental thinking</a:t>
            </a:r>
            <a:r>
              <a:rPr lang="en-US" altLang="ar-IQ" sz="3100" b="1">
                <a:latin typeface="Arial" panose="020B0604020202020204" pitchFamily="34" charset="0"/>
              </a:rPr>
              <a:t>…</a:t>
            </a:r>
            <a:r>
              <a:rPr lang="en-US" altLang="ar-IQ" sz="3100" b="1"/>
              <a:t>etc)</a:t>
            </a:r>
          </a:p>
          <a:p>
            <a:pPr marL="609600" indent="-609600" eaLnBrk="1" hangingPunct="1">
              <a:buClr>
                <a:schemeClr val="tx1"/>
              </a:buClr>
              <a:buFont typeface="Wingdings" panose="05000000000000000000" pitchFamily="2" charset="2"/>
              <a:buAutoNum type="arabicPeriod"/>
            </a:pPr>
            <a:r>
              <a:rPr lang="en-US" altLang="ar-IQ" sz="3100" b="1"/>
              <a:t>Emotional development e.g. loves, fear </a:t>
            </a:r>
            <a:r>
              <a:rPr lang="en-US" altLang="ar-IQ" sz="3100" b="1">
                <a:latin typeface="Arial" panose="020B0604020202020204" pitchFamily="34" charset="0"/>
              </a:rPr>
              <a:t>…</a:t>
            </a:r>
            <a:r>
              <a:rPr lang="en-US" altLang="ar-IQ" sz="3100" b="1"/>
              <a:t>etc.</a:t>
            </a:r>
          </a:p>
          <a:p>
            <a:pPr marL="609600" indent="-609600" eaLnBrk="1" hangingPunct="1">
              <a:buClr>
                <a:schemeClr val="tx1"/>
              </a:buClr>
              <a:buFont typeface="Wingdings" panose="05000000000000000000" pitchFamily="2" charset="2"/>
              <a:buAutoNum type="arabicPeriod"/>
            </a:pPr>
            <a:r>
              <a:rPr lang="en-US" altLang="ar-IQ" sz="3100" b="1"/>
              <a:t>Social development e.g. self concept, friendship, and development of senses such as sense of trust</a:t>
            </a:r>
            <a:r>
              <a:rPr lang="en-US" altLang="ar-IQ" sz="3100" b="1">
                <a:latin typeface="Arial" panose="020B0604020202020204" pitchFamily="34" charset="0"/>
              </a:rPr>
              <a:t>…</a:t>
            </a:r>
            <a:r>
              <a:rPr lang="en-US" altLang="ar-IQ" sz="3100" b="1"/>
              <a:t>etc.</a:t>
            </a:r>
          </a:p>
        </p:txBody>
      </p:sp>
      <p:sp>
        <p:nvSpPr>
          <p:cNvPr id="189443" name="Date Placeholder 3">
            <a:extLst>
              <a:ext uri="{FF2B5EF4-FFF2-40B4-BE49-F238E27FC236}">
                <a16:creationId xmlns:a16="http://schemas.microsoft.com/office/drawing/2014/main" id="{B24D86EE-4A28-C47A-6879-4FB954F397E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760AAE24-1FAA-48C2-B533-C61209EB4173}"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9444" name="Slide Number Placeholder 5">
            <a:extLst>
              <a:ext uri="{FF2B5EF4-FFF2-40B4-BE49-F238E27FC236}">
                <a16:creationId xmlns:a16="http://schemas.microsoft.com/office/drawing/2014/main" id="{12DC1C17-9079-350B-4CD0-AFE5EE4389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560238D5-F4CE-48AD-B0B8-83ACA88E3E68}"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12</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F4E4BE2E-D158-D1F5-6CC7-4990B431B696}"/>
              </a:ext>
            </a:extLst>
          </p:cNvPr>
          <p:cNvSpPr>
            <a:spLocks noGrp="1" noChangeArrowheads="1"/>
          </p:cNvSpPr>
          <p:nvPr>
            <p:ph type="title"/>
          </p:nvPr>
        </p:nvSpPr>
        <p:spPr>
          <a:xfrm>
            <a:off x="2524125" y="142875"/>
            <a:ext cx="7929563" cy="1071563"/>
          </a:xfrm>
        </p:spPr>
        <p:txBody>
          <a:bodyPr>
            <a:normAutofit fontScale="90000"/>
          </a:bodyPr>
          <a:lstStyle/>
          <a:p>
            <a:pPr eaLnBrk="1" fontAlgn="auto" hangingPunct="1">
              <a:spcAft>
                <a:spcPts val="0"/>
              </a:spcAft>
              <a:defRPr/>
            </a:pPr>
            <a:r>
              <a:rPr lang="en-US" b="1">
                <a:solidFill>
                  <a:schemeClr val="accent1">
                    <a:lumMod val="75000"/>
                  </a:schemeClr>
                </a:solidFill>
              </a:rPr>
              <a:t>Stages of Growth and Development</a:t>
            </a:r>
          </a:p>
        </p:txBody>
      </p:sp>
      <p:sp>
        <p:nvSpPr>
          <p:cNvPr id="190467" name="Rectangle 3">
            <a:extLst>
              <a:ext uri="{FF2B5EF4-FFF2-40B4-BE49-F238E27FC236}">
                <a16:creationId xmlns:a16="http://schemas.microsoft.com/office/drawing/2014/main" id="{993F67FD-6BD2-FAEC-235A-BD9519C7F20B}"/>
              </a:ext>
            </a:extLst>
          </p:cNvPr>
          <p:cNvSpPr>
            <a:spLocks noGrp="1"/>
          </p:cNvSpPr>
          <p:nvPr>
            <p:ph idx="1"/>
          </p:nvPr>
        </p:nvSpPr>
        <p:spPr>
          <a:xfrm>
            <a:off x="2894013" y="1571625"/>
            <a:ext cx="7313612" cy="4370388"/>
          </a:xfrm>
        </p:spPr>
        <p:txBody>
          <a:bodyPr/>
          <a:lstStyle/>
          <a:p>
            <a:pPr marL="609600" indent="-609600" eaLnBrk="1" hangingPunct="1">
              <a:buFont typeface="Wingdings" panose="05000000000000000000" pitchFamily="2" charset="2"/>
              <a:buAutoNum type="arabicPeriod"/>
            </a:pPr>
            <a:r>
              <a:rPr lang="en-US" altLang="ar-IQ" b="1" u="sng"/>
              <a:t>Prenatal period : From conception to birth:</a:t>
            </a:r>
          </a:p>
          <a:p>
            <a:pPr marL="609600" indent="-609600" eaLnBrk="1" hangingPunct="1">
              <a:buFont typeface="Arial" panose="020B0604020202020204" pitchFamily="34" charset="0"/>
              <a:buAutoNum type="romanUcPeriod"/>
            </a:pPr>
            <a:r>
              <a:rPr lang="en-US" altLang="ar-IQ"/>
              <a:t>Germinal period:1</a:t>
            </a:r>
            <a:r>
              <a:rPr lang="en-US" altLang="ar-IQ" baseline="30000"/>
              <a:t>st</a:t>
            </a:r>
            <a:r>
              <a:rPr lang="en-US" altLang="ar-IQ"/>
              <a:t> two weeks of gestation (Zygote)</a:t>
            </a:r>
          </a:p>
          <a:p>
            <a:pPr marL="609600" indent="-609600" eaLnBrk="1" hangingPunct="1">
              <a:buFont typeface="Arial" panose="020B0604020202020204" pitchFamily="34" charset="0"/>
              <a:buAutoNum type="romanUcPeriod"/>
            </a:pPr>
            <a:r>
              <a:rPr lang="en-US" altLang="ar-IQ"/>
              <a:t> Embryonic period: 2 </a:t>
            </a:r>
            <a:r>
              <a:rPr lang="en-US" altLang="ar-IQ">
                <a:latin typeface="Arial" panose="020B0604020202020204" pitchFamily="34" charset="0"/>
              </a:rPr>
              <a:t>–</a:t>
            </a:r>
            <a:r>
              <a:rPr lang="en-US" altLang="ar-IQ"/>
              <a:t> 8 weeks (Embryo) </a:t>
            </a:r>
          </a:p>
          <a:p>
            <a:pPr marL="609600" indent="-609600" eaLnBrk="1" hangingPunct="1">
              <a:buFont typeface="Arial" panose="020B0604020202020204" pitchFamily="34" charset="0"/>
              <a:buAutoNum type="romanUcPeriod"/>
            </a:pPr>
            <a:r>
              <a:rPr lang="en-US" altLang="ar-IQ"/>
              <a:t> Fetal period: 8weeks </a:t>
            </a:r>
            <a:r>
              <a:rPr lang="en-US" altLang="ar-IQ">
                <a:latin typeface="Arial" panose="020B0604020202020204" pitchFamily="34" charset="0"/>
              </a:rPr>
              <a:t>–</a:t>
            </a:r>
            <a:r>
              <a:rPr lang="en-US" altLang="ar-IQ"/>
              <a:t> birth (Fetus) </a:t>
            </a:r>
          </a:p>
        </p:txBody>
      </p:sp>
      <p:sp>
        <p:nvSpPr>
          <p:cNvPr id="190468" name="Date Placeholder 3">
            <a:extLst>
              <a:ext uri="{FF2B5EF4-FFF2-40B4-BE49-F238E27FC236}">
                <a16:creationId xmlns:a16="http://schemas.microsoft.com/office/drawing/2014/main" id="{1DA0E9D6-B55E-FD4F-F26C-43B25877C6E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EF7F4BB3-66B9-47EF-AFA7-E21AD6615CE0}"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90469" name="Slide Number Placeholder 5">
            <a:extLst>
              <a:ext uri="{FF2B5EF4-FFF2-40B4-BE49-F238E27FC236}">
                <a16:creationId xmlns:a16="http://schemas.microsoft.com/office/drawing/2014/main" id="{8D643ADF-FE56-6AEA-E1ED-97E0EAE6A4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9AB6741D-6F26-46F0-B741-629C9F088CC7}"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13</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1490" name="Rectangle 3">
            <a:extLst>
              <a:ext uri="{FF2B5EF4-FFF2-40B4-BE49-F238E27FC236}">
                <a16:creationId xmlns:a16="http://schemas.microsoft.com/office/drawing/2014/main" id="{47440EB9-FD79-7978-2D2C-82E6EB8CFBD6}"/>
              </a:ext>
            </a:extLst>
          </p:cNvPr>
          <p:cNvSpPr>
            <a:spLocks noGrp="1"/>
          </p:cNvSpPr>
          <p:nvPr>
            <p:ph idx="1"/>
          </p:nvPr>
        </p:nvSpPr>
        <p:spPr>
          <a:xfrm>
            <a:off x="2309813" y="1571625"/>
            <a:ext cx="7781925" cy="4448175"/>
          </a:xfrm>
        </p:spPr>
        <p:txBody>
          <a:bodyPr/>
          <a:lstStyle/>
          <a:p>
            <a:pPr marL="571500" indent="-571500" eaLnBrk="1" hangingPunct="1">
              <a:buFont typeface="Wingdings" panose="05000000000000000000" pitchFamily="2" charset="2"/>
              <a:buAutoNum type="arabicPeriod" startAt="2"/>
            </a:pPr>
            <a:r>
              <a:rPr lang="en-US" altLang="ar-IQ" b="1" u="sng"/>
              <a:t>Infancy: Birth to 12 months</a:t>
            </a:r>
          </a:p>
          <a:p>
            <a:pPr marL="971550" lvl="1" indent="-514350" eaLnBrk="1" hangingPunct="1">
              <a:buFont typeface="Arial" panose="020B0604020202020204" pitchFamily="34" charset="0"/>
              <a:buAutoNum type="romanUcPeriod"/>
            </a:pPr>
            <a:r>
              <a:rPr lang="en-US" altLang="ar-IQ" b="1"/>
              <a:t>Neonate : </a:t>
            </a:r>
            <a:r>
              <a:rPr lang="en-US" altLang="ar-IQ" sz="2400" b="1"/>
              <a:t>Birth to 1 month</a:t>
            </a:r>
          </a:p>
          <a:p>
            <a:pPr marL="971550" lvl="1" indent="-514350" eaLnBrk="1" hangingPunct="1">
              <a:buFont typeface="Arial" panose="020B0604020202020204" pitchFamily="34" charset="0"/>
              <a:buAutoNum type="romanUcPeriod"/>
            </a:pPr>
            <a:r>
              <a:rPr lang="en-US" altLang="ar-IQ" b="1"/>
              <a:t> Infancy: </a:t>
            </a:r>
            <a:r>
              <a:rPr lang="en-US" altLang="ar-IQ" sz="2700" b="1"/>
              <a:t>1 month to 12 months</a:t>
            </a:r>
          </a:p>
          <a:p>
            <a:pPr marL="571500" indent="-571500" eaLnBrk="1" hangingPunct="1">
              <a:buFont typeface="Wingdings" panose="05000000000000000000" pitchFamily="2" charset="2"/>
              <a:buAutoNum type="arabicPeriod" startAt="2"/>
            </a:pPr>
            <a:r>
              <a:rPr lang="en-US" altLang="ar-IQ" b="1" u="sng"/>
              <a:t>Early Childhood: 1to 6 years</a:t>
            </a:r>
          </a:p>
          <a:p>
            <a:pPr marL="971550" lvl="1" indent="-514350" eaLnBrk="1" hangingPunct="1">
              <a:buFont typeface="Arial" panose="020B0604020202020204" pitchFamily="34" charset="0"/>
              <a:buAutoNum type="romanUcPeriod"/>
            </a:pPr>
            <a:r>
              <a:rPr lang="en-US" altLang="ar-IQ" b="1"/>
              <a:t>Toddler: </a:t>
            </a:r>
            <a:r>
              <a:rPr lang="en-US" altLang="ar-IQ" sz="2700" b="1"/>
              <a:t>1-3 years</a:t>
            </a:r>
          </a:p>
          <a:p>
            <a:pPr marL="971550" lvl="1" indent="-514350" eaLnBrk="1" hangingPunct="1">
              <a:buFont typeface="Arial" panose="020B0604020202020204" pitchFamily="34" charset="0"/>
              <a:buAutoNum type="romanUcPeriod"/>
            </a:pPr>
            <a:r>
              <a:rPr lang="en-US" altLang="ar-IQ" sz="2700" b="1"/>
              <a:t> </a:t>
            </a:r>
            <a:r>
              <a:rPr lang="en-US" altLang="ar-IQ" b="1"/>
              <a:t>Preschool: </a:t>
            </a:r>
            <a:r>
              <a:rPr lang="en-US" altLang="ar-IQ" sz="2700" b="1"/>
              <a:t>3-6 years</a:t>
            </a:r>
          </a:p>
          <a:p>
            <a:pPr marL="571500" indent="-571500" eaLnBrk="1" hangingPunct="1"/>
            <a:endParaRPr lang="en-US" altLang="ar-IQ" b="1"/>
          </a:p>
          <a:p>
            <a:pPr marL="571500" indent="-571500" eaLnBrk="1" hangingPunct="1"/>
            <a:endParaRPr lang="en-US" altLang="ar-IQ"/>
          </a:p>
        </p:txBody>
      </p:sp>
      <p:sp>
        <p:nvSpPr>
          <p:cNvPr id="191491" name="Date Placeholder 3">
            <a:extLst>
              <a:ext uri="{FF2B5EF4-FFF2-40B4-BE49-F238E27FC236}">
                <a16:creationId xmlns:a16="http://schemas.microsoft.com/office/drawing/2014/main" id="{572FC8FA-7F60-43A7-5D4B-8CFF16702C9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0E181FB8-F3CC-45FA-A933-DCFD3F555D5A}"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91492" name="Slide Number Placeholder 5">
            <a:extLst>
              <a:ext uri="{FF2B5EF4-FFF2-40B4-BE49-F238E27FC236}">
                <a16:creationId xmlns:a16="http://schemas.microsoft.com/office/drawing/2014/main" id="{512BF8EC-2947-E62A-DF62-7C2C799BCB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0175D90C-AEA5-46E5-B1AA-9DD8E66FFA35}"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14</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7" name="Rectangle 3">
            <a:extLst>
              <a:ext uri="{FF2B5EF4-FFF2-40B4-BE49-F238E27FC236}">
                <a16:creationId xmlns:a16="http://schemas.microsoft.com/office/drawing/2014/main" id="{21159508-E43A-602D-DF24-2E9E2CD67D42}"/>
              </a:ext>
            </a:extLst>
          </p:cNvPr>
          <p:cNvSpPr>
            <a:spLocks noGrp="1" noChangeArrowheads="1"/>
          </p:cNvSpPr>
          <p:nvPr>
            <p:ph idx="1"/>
          </p:nvPr>
        </p:nvSpPr>
        <p:spPr>
          <a:xfrm>
            <a:off x="2238375" y="1500188"/>
            <a:ext cx="7853363" cy="4519612"/>
          </a:xfrm>
        </p:spPr>
        <p:txBody>
          <a:bodyPr rtlCol="0">
            <a:normAutofit/>
          </a:bodyPr>
          <a:lstStyle/>
          <a:p>
            <a:pPr eaLnBrk="1" fontAlgn="auto" hangingPunct="1">
              <a:spcAft>
                <a:spcPts val="0"/>
              </a:spcAft>
              <a:buFont typeface="Arial" panose="020B0604020202020204" pitchFamily="34" charset="0"/>
              <a:buNone/>
              <a:defRPr/>
            </a:pPr>
            <a:r>
              <a:rPr lang="en-US" dirty="0">
                <a:solidFill>
                  <a:schemeClr val="accent2"/>
                </a:solidFill>
                <a:effectLst>
                  <a:outerShdw blurRad="38100" dist="38100" dir="2700000" algn="tl">
                    <a:srgbClr val="C0C0C0"/>
                  </a:outerShdw>
                </a:effectLst>
              </a:rPr>
              <a:t>4.</a:t>
            </a:r>
            <a:r>
              <a:rPr lang="en-US" dirty="0">
                <a:effectLst>
                  <a:outerShdw blurRad="38100" dist="38100" dir="2700000" algn="tl">
                    <a:srgbClr val="C0C0C0"/>
                  </a:outerShdw>
                </a:effectLst>
              </a:rPr>
              <a:t> </a:t>
            </a:r>
            <a:r>
              <a:rPr lang="en-US" b="1" dirty="0">
                <a:effectLst>
                  <a:outerShdw blurRad="38100" dist="38100" dir="2700000" algn="tl">
                    <a:srgbClr val="C0C0C0"/>
                  </a:outerShdw>
                </a:effectLst>
              </a:rPr>
              <a:t>Middle Childhood: 6 to 11 0r 12 years</a:t>
            </a:r>
          </a:p>
          <a:p>
            <a:pPr marL="640080" lvl="1" eaLnBrk="1" fontAlgn="auto" hangingPunct="1">
              <a:spcAft>
                <a:spcPts val="0"/>
              </a:spcAft>
              <a:defRPr/>
            </a:pPr>
            <a:r>
              <a:rPr lang="en-US" b="1" dirty="0">
                <a:effectLst>
                  <a:outerShdw blurRad="38100" dist="38100" dir="2700000" algn="tl">
                    <a:srgbClr val="C0C0C0"/>
                  </a:outerShdw>
                </a:effectLst>
              </a:rPr>
              <a:t> School age:</a:t>
            </a:r>
          </a:p>
          <a:p>
            <a:pPr marL="640080" lvl="1" eaLnBrk="1" fontAlgn="auto" hangingPunct="1">
              <a:spcAft>
                <a:spcPts val="0"/>
              </a:spcAft>
              <a:buFont typeface="Arial" panose="020B0604020202020204" pitchFamily="34" charset="0"/>
              <a:buNone/>
              <a:defRPr/>
            </a:pPr>
            <a:r>
              <a:rPr lang="en-US" b="1" dirty="0">
                <a:effectLst>
                  <a:outerShdw blurRad="38100" dist="38100" dir="2700000" algn="tl">
                    <a:srgbClr val="C0C0C0"/>
                  </a:outerShdw>
                </a:effectLst>
              </a:rPr>
              <a:t>    6 to 12 years</a:t>
            </a:r>
          </a:p>
          <a:p>
            <a:pPr eaLnBrk="1" fontAlgn="auto" hangingPunct="1">
              <a:spcAft>
                <a:spcPts val="0"/>
              </a:spcAft>
              <a:buFont typeface="Arial" panose="020B0604020202020204" pitchFamily="34" charset="0"/>
              <a:buNone/>
              <a:defRPr/>
            </a:pPr>
            <a:r>
              <a:rPr lang="en-US" b="1" dirty="0">
                <a:solidFill>
                  <a:schemeClr val="accent2"/>
                </a:solidFill>
                <a:effectLst>
                  <a:outerShdw blurRad="38100" dist="38100" dir="2700000" algn="tl">
                    <a:srgbClr val="C0C0C0"/>
                  </a:outerShdw>
                </a:effectLst>
              </a:rPr>
              <a:t>5.</a:t>
            </a:r>
            <a:r>
              <a:rPr lang="en-US" b="1" dirty="0">
                <a:effectLst>
                  <a:outerShdw blurRad="38100" dist="38100" dir="2700000" algn="tl">
                    <a:srgbClr val="C0C0C0"/>
                  </a:outerShdw>
                </a:effectLst>
              </a:rPr>
              <a:t> Later Childhood: 11 to 19</a:t>
            </a:r>
          </a:p>
          <a:p>
            <a:pPr marL="971550" lvl="1" indent="-514350" eaLnBrk="1" fontAlgn="auto" hangingPunct="1">
              <a:spcAft>
                <a:spcPts val="0"/>
              </a:spcAft>
              <a:buFont typeface="+mj-lt"/>
              <a:buAutoNum type="romanUcPeriod"/>
              <a:defRPr/>
            </a:pPr>
            <a:r>
              <a:rPr lang="en-US" b="1" dirty="0">
                <a:effectLst>
                  <a:outerShdw blurRad="38100" dist="38100" dir="2700000" algn="tl">
                    <a:srgbClr val="C0C0C0"/>
                  </a:outerShdw>
                </a:effectLst>
              </a:rPr>
              <a:t> Prepubertal: 10 -13 years</a:t>
            </a:r>
          </a:p>
          <a:p>
            <a:pPr marL="971550" lvl="1" indent="-514350" eaLnBrk="1" fontAlgn="auto" hangingPunct="1">
              <a:spcAft>
                <a:spcPts val="0"/>
              </a:spcAft>
              <a:buFont typeface="+mj-lt"/>
              <a:buAutoNum type="romanUcPeriod"/>
              <a:defRPr/>
            </a:pPr>
            <a:r>
              <a:rPr lang="en-US" b="1" dirty="0">
                <a:effectLst>
                  <a:outerShdw blurRad="38100" dist="38100" dir="2700000" algn="tl">
                    <a:srgbClr val="C0C0C0"/>
                  </a:outerShdw>
                </a:effectLst>
              </a:rPr>
              <a:t> Adolescence: 13 years to approximately 18 or 19 years</a:t>
            </a:r>
          </a:p>
          <a:p>
            <a:pPr eaLnBrk="1" fontAlgn="auto" hangingPunct="1">
              <a:spcAft>
                <a:spcPts val="0"/>
              </a:spcAft>
              <a:defRPr/>
            </a:pPr>
            <a:endParaRPr lang="en-US" dirty="0"/>
          </a:p>
        </p:txBody>
      </p:sp>
      <p:sp>
        <p:nvSpPr>
          <p:cNvPr id="192515" name="Date Placeholder 3">
            <a:extLst>
              <a:ext uri="{FF2B5EF4-FFF2-40B4-BE49-F238E27FC236}">
                <a16:creationId xmlns:a16="http://schemas.microsoft.com/office/drawing/2014/main" id="{3A48DA36-7840-91D4-5ED1-01D52D63ABF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D584B924-7B88-4060-B556-2684626B5619}"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92516" name="Slide Number Placeholder 5">
            <a:extLst>
              <a:ext uri="{FF2B5EF4-FFF2-40B4-BE49-F238E27FC236}">
                <a16:creationId xmlns:a16="http://schemas.microsoft.com/office/drawing/2014/main" id="{0B6DE114-D0A9-66FD-E22E-F95803E5C6E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250614B9-BB6B-4EBD-987F-2D45BCB699A9}"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15</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3538" name="Rectangle 3">
            <a:extLst>
              <a:ext uri="{FF2B5EF4-FFF2-40B4-BE49-F238E27FC236}">
                <a16:creationId xmlns:a16="http://schemas.microsoft.com/office/drawing/2014/main" id="{DA0D6C39-7695-056B-7872-F6DFD32F1B83}"/>
              </a:ext>
            </a:extLst>
          </p:cNvPr>
          <p:cNvSpPr>
            <a:spLocks noGrp="1"/>
          </p:cNvSpPr>
          <p:nvPr>
            <p:ph idx="1"/>
          </p:nvPr>
        </p:nvSpPr>
        <p:spPr>
          <a:xfrm>
            <a:off x="2424113" y="1500188"/>
            <a:ext cx="7786687" cy="4625975"/>
          </a:xfrm>
        </p:spPr>
        <p:txBody>
          <a:bodyPr/>
          <a:lstStyle/>
          <a:p>
            <a:pPr marL="609600" indent="-609600" eaLnBrk="1" hangingPunct="1">
              <a:lnSpc>
                <a:spcPct val="80000"/>
              </a:lnSpc>
              <a:buFont typeface="Wingdings" panose="05000000000000000000" pitchFamily="2" charset="2"/>
              <a:buAutoNum type="arabicPeriod" startAt="6"/>
            </a:pPr>
            <a:r>
              <a:rPr lang="en-US" altLang="ar-IQ" sz="3600" b="1"/>
              <a:t>Adulthood </a:t>
            </a:r>
          </a:p>
          <a:p>
            <a:pPr marL="609600" indent="-609600" eaLnBrk="1" hangingPunct="1">
              <a:lnSpc>
                <a:spcPct val="80000"/>
              </a:lnSpc>
              <a:buFont typeface="Arial" panose="020B0604020202020204" pitchFamily="34" charset="0"/>
              <a:buAutoNum type="romanUcPeriod"/>
            </a:pPr>
            <a:r>
              <a:rPr lang="en-US" altLang="ar-IQ" sz="2300" b="1"/>
              <a:t> Young adulthood: from 19- 25 years </a:t>
            </a:r>
          </a:p>
          <a:p>
            <a:pPr marL="609600" indent="-609600" eaLnBrk="1" hangingPunct="1">
              <a:lnSpc>
                <a:spcPct val="80000"/>
              </a:lnSpc>
              <a:buFont typeface="Arial" panose="020B0604020202020204" pitchFamily="34" charset="0"/>
              <a:buAutoNum type="romanUcPeriod"/>
            </a:pPr>
            <a:r>
              <a:rPr lang="en-US" altLang="ar-IQ" sz="2300" b="1"/>
              <a:t> Adult: from 26 </a:t>
            </a:r>
            <a:r>
              <a:rPr lang="en-US" altLang="ar-IQ" sz="2300" b="1">
                <a:latin typeface="Arial" panose="020B0604020202020204" pitchFamily="34" charset="0"/>
              </a:rPr>
              <a:t>–</a:t>
            </a:r>
            <a:r>
              <a:rPr lang="en-US" altLang="ar-IQ" sz="2300" b="1"/>
              <a:t> 40 years</a:t>
            </a:r>
          </a:p>
          <a:p>
            <a:pPr marL="609600" indent="-609600" eaLnBrk="1" hangingPunct="1">
              <a:lnSpc>
                <a:spcPct val="80000"/>
              </a:lnSpc>
              <a:buFont typeface="Arial" panose="020B0604020202020204" pitchFamily="34" charset="0"/>
              <a:buAutoNum type="romanUcPeriod"/>
            </a:pPr>
            <a:r>
              <a:rPr lang="en-US" altLang="ar-IQ" sz="2300" b="1"/>
              <a:t> Maturity: from 41 years - and above</a:t>
            </a:r>
          </a:p>
          <a:p>
            <a:pPr marL="609600" indent="-609600" eaLnBrk="1" hangingPunct="1">
              <a:lnSpc>
                <a:spcPct val="80000"/>
              </a:lnSpc>
              <a:buFont typeface="Arial" panose="020B0604020202020204" pitchFamily="34" charset="0"/>
              <a:buNone/>
            </a:pPr>
            <a:endParaRPr lang="en-US" altLang="ar-IQ" sz="2300" b="1"/>
          </a:p>
          <a:p>
            <a:pPr marL="609600" indent="-609600" eaLnBrk="1" hangingPunct="1">
              <a:lnSpc>
                <a:spcPct val="80000"/>
              </a:lnSpc>
              <a:buFont typeface="Arial" panose="020B0604020202020204" pitchFamily="34" charset="0"/>
              <a:buNone/>
            </a:pPr>
            <a:r>
              <a:rPr lang="en-US" altLang="ar-IQ" sz="3100" b="1"/>
              <a:t>7.</a:t>
            </a:r>
            <a:r>
              <a:rPr lang="en-US" altLang="ar-IQ" sz="2300" b="1"/>
              <a:t>  </a:t>
            </a:r>
            <a:r>
              <a:rPr lang="en-US" altLang="ar-IQ" sz="3400" b="1"/>
              <a:t>Old age</a:t>
            </a:r>
            <a:r>
              <a:rPr lang="en-US" altLang="ar-IQ" sz="2300" b="1"/>
              <a:t> </a:t>
            </a:r>
          </a:p>
          <a:p>
            <a:pPr marL="609600" indent="-609600" eaLnBrk="1" hangingPunct="1">
              <a:lnSpc>
                <a:spcPct val="80000"/>
              </a:lnSpc>
              <a:buFont typeface="Arial" panose="020B0604020202020204" pitchFamily="34" charset="0"/>
              <a:buNone/>
            </a:pPr>
            <a:r>
              <a:rPr lang="en-US" altLang="ar-IQ" sz="2300"/>
              <a:t>        </a:t>
            </a:r>
          </a:p>
          <a:p>
            <a:pPr marL="609600" indent="-609600" eaLnBrk="1" hangingPunct="1">
              <a:lnSpc>
                <a:spcPct val="80000"/>
              </a:lnSpc>
              <a:buFont typeface="Arial" panose="020B0604020202020204" pitchFamily="34" charset="0"/>
              <a:buNone/>
            </a:pPr>
            <a:endParaRPr lang="en-US" altLang="ar-IQ" sz="2300"/>
          </a:p>
          <a:p>
            <a:pPr marL="609600" indent="-609600" eaLnBrk="1" hangingPunct="1">
              <a:lnSpc>
                <a:spcPct val="80000"/>
              </a:lnSpc>
              <a:buFont typeface="Arial" panose="020B0604020202020204" pitchFamily="34" charset="0"/>
              <a:buNone/>
            </a:pPr>
            <a:endParaRPr lang="en-US" altLang="ar-IQ" sz="2300"/>
          </a:p>
          <a:p>
            <a:pPr marL="609600" indent="-609600" eaLnBrk="1" hangingPunct="1">
              <a:lnSpc>
                <a:spcPct val="80000"/>
              </a:lnSpc>
              <a:buFont typeface="Arial" panose="020B0604020202020204" pitchFamily="34" charset="0"/>
              <a:buNone/>
            </a:pPr>
            <a:r>
              <a:rPr lang="ar-JO" altLang="ar-IQ" sz="2300"/>
              <a:t>     </a:t>
            </a:r>
          </a:p>
          <a:p>
            <a:pPr marL="609600" indent="-609600" eaLnBrk="1" hangingPunct="1">
              <a:lnSpc>
                <a:spcPct val="80000"/>
              </a:lnSpc>
              <a:buFont typeface="Arial" panose="020B0604020202020204" pitchFamily="34" charset="0"/>
              <a:buNone/>
            </a:pPr>
            <a:r>
              <a:rPr lang="ar-JO" altLang="ar-IQ" sz="2300"/>
              <a:t>       </a:t>
            </a:r>
            <a:endParaRPr lang="en-US" altLang="ar-IQ" sz="2300"/>
          </a:p>
        </p:txBody>
      </p:sp>
      <p:sp>
        <p:nvSpPr>
          <p:cNvPr id="193539" name="Date Placeholder 3">
            <a:extLst>
              <a:ext uri="{FF2B5EF4-FFF2-40B4-BE49-F238E27FC236}">
                <a16:creationId xmlns:a16="http://schemas.microsoft.com/office/drawing/2014/main" id="{863E3C24-E32B-A3EC-5F78-2EAEEFD12C0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30BE7386-1468-4C3A-AFBF-A842A9FD70B1}"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93540" name="Slide Number Placeholder 5">
            <a:extLst>
              <a:ext uri="{FF2B5EF4-FFF2-40B4-BE49-F238E27FC236}">
                <a16:creationId xmlns:a16="http://schemas.microsoft.com/office/drawing/2014/main" id="{B1773607-EED1-751B-099F-6802F61670A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E9C32F33-6A25-4376-9C8A-1488778E77A3}"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16</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62" name="Date Placeholder 3">
            <a:extLst>
              <a:ext uri="{FF2B5EF4-FFF2-40B4-BE49-F238E27FC236}">
                <a16:creationId xmlns:a16="http://schemas.microsoft.com/office/drawing/2014/main" id="{AB85C777-9AB3-0489-5D0C-23FA383B4B0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3FBF0097-4697-4B57-9DA1-7AA2ED30FCC1}"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94563" name="Slide Number Placeholder 5">
            <a:extLst>
              <a:ext uri="{FF2B5EF4-FFF2-40B4-BE49-F238E27FC236}">
                <a16:creationId xmlns:a16="http://schemas.microsoft.com/office/drawing/2014/main" id="{7F238BAE-2D0A-42D4-EC34-5517B21D0D3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0C1D3340-08F6-475E-B692-FC0BAAFAB3B0}"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17</a:t>
            </a:fld>
            <a:endParaRPr lang="en-US" altLang="ar-IQ" sz="1200">
              <a:solidFill>
                <a:schemeClr val="tx1"/>
              </a:solidFill>
              <a:latin typeface="Verdana" panose="020B0604030504040204" pitchFamily="34" charset="0"/>
              <a:cs typeface="Arial" panose="020B0604020202020204" pitchFamily="34" charset="0"/>
            </a:endParaRPr>
          </a:p>
        </p:txBody>
      </p:sp>
      <p:pic>
        <p:nvPicPr>
          <p:cNvPr id="194564" name="Picture 2" descr="03T1">
            <a:extLst>
              <a:ext uri="{FF2B5EF4-FFF2-40B4-BE49-F238E27FC236}">
                <a16:creationId xmlns:a16="http://schemas.microsoft.com/office/drawing/2014/main" id="{34943623-A84E-3388-FF2C-35937F2A7E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988" y="0"/>
            <a:ext cx="7345362"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1252C75F-7155-1E0D-35CD-3669AAFBA218}"/>
              </a:ext>
            </a:extLst>
          </p:cNvPr>
          <p:cNvSpPr>
            <a:spLocks noGrp="1" noChangeArrowheads="1"/>
          </p:cNvSpPr>
          <p:nvPr>
            <p:ph type="title"/>
          </p:nvPr>
        </p:nvSpPr>
        <p:spPr>
          <a:xfrm>
            <a:off x="2894013" y="301625"/>
            <a:ext cx="7313612" cy="773113"/>
          </a:xfrm>
        </p:spPr>
        <p:txBody>
          <a:bodyPr/>
          <a:lstStyle/>
          <a:p>
            <a:pPr eaLnBrk="1" fontAlgn="auto" hangingPunct="1">
              <a:spcAft>
                <a:spcPts val="0"/>
              </a:spcAft>
              <a:defRPr/>
            </a:pPr>
            <a:r>
              <a:rPr lang="en-US">
                <a:solidFill>
                  <a:schemeClr val="accent1">
                    <a:lumMod val="75000"/>
                  </a:schemeClr>
                </a:solidFill>
              </a:rPr>
              <a:t>Embryo </a:t>
            </a:r>
          </a:p>
        </p:txBody>
      </p:sp>
      <p:pic>
        <p:nvPicPr>
          <p:cNvPr id="196611" name="Picture 6" descr="89071-main_Full">
            <a:extLst>
              <a:ext uri="{FF2B5EF4-FFF2-40B4-BE49-F238E27FC236}">
                <a16:creationId xmlns:a16="http://schemas.microsoft.com/office/drawing/2014/main" id="{B9EAC391-066E-8472-76AC-538C26316F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51088" y="1125538"/>
            <a:ext cx="7632700" cy="5111750"/>
          </a:xfrm>
          <a:noFill/>
        </p:spPr>
      </p:pic>
      <p:sp>
        <p:nvSpPr>
          <p:cNvPr id="196612" name="Date Placeholder 3">
            <a:extLst>
              <a:ext uri="{FF2B5EF4-FFF2-40B4-BE49-F238E27FC236}">
                <a16:creationId xmlns:a16="http://schemas.microsoft.com/office/drawing/2014/main" id="{7DFA5EFA-08DB-A8D3-B975-0A1196C2C97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865027FB-8005-4289-B951-1518BEDCBE05}"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96613" name="Slide Number Placeholder 5">
            <a:extLst>
              <a:ext uri="{FF2B5EF4-FFF2-40B4-BE49-F238E27FC236}">
                <a16:creationId xmlns:a16="http://schemas.microsoft.com/office/drawing/2014/main" id="{187ADECC-3E18-FAC2-0404-A4D87C95DE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A5D2A46B-7E3D-422A-A84C-F1A5DCC132EA}"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18</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7634" name="Date Placeholder 3">
            <a:extLst>
              <a:ext uri="{FF2B5EF4-FFF2-40B4-BE49-F238E27FC236}">
                <a16:creationId xmlns:a16="http://schemas.microsoft.com/office/drawing/2014/main" id="{60D19CC8-25E9-8793-DC03-362D50953C1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8C7E8A9D-6896-4B86-AE7E-8658824E2423}"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197635" name="Slide Number Placeholder 5">
            <a:extLst>
              <a:ext uri="{FF2B5EF4-FFF2-40B4-BE49-F238E27FC236}">
                <a16:creationId xmlns:a16="http://schemas.microsoft.com/office/drawing/2014/main" id="{FAAD7523-4B41-967C-A08F-04D0B61C9DD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033D467F-28F5-46F1-BB87-5B6D86C2A7BA}" type="slidenum">
              <a:rPr lang="ar-SA" altLang="ar-IQ" sz="1200" smtClean="0">
                <a:solidFill>
                  <a:srgbClr val="000000"/>
                </a:solidFill>
              </a:rPr>
              <a:pPr rtl="0">
                <a:spcBef>
                  <a:spcPct val="0"/>
                </a:spcBef>
                <a:buClrTx/>
                <a:buSzTx/>
                <a:buFontTx/>
                <a:buNone/>
              </a:pPr>
              <a:t>19</a:t>
            </a:fld>
            <a:endParaRPr lang="en-US" altLang="ar-IQ" sz="1200">
              <a:solidFill>
                <a:srgbClr val="000000"/>
              </a:solidFill>
            </a:endParaRPr>
          </a:p>
        </p:txBody>
      </p:sp>
      <p:sp>
        <p:nvSpPr>
          <p:cNvPr id="197636" name="Rectangle 2">
            <a:extLst>
              <a:ext uri="{FF2B5EF4-FFF2-40B4-BE49-F238E27FC236}">
                <a16:creationId xmlns:a16="http://schemas.microsoft.com/office/drawing/2014/main" id="{8250B0F7-6E8E-9AA9-8EFA-D33A09F1B88F}"/>
              </a:ext>
            </a:extLst>
          </p:cNvPr>
          <p:cNvSpPr>
            <a:spLocks noGrp="1" noChangeArrowheads="1"/>
          </p:cNvSpPr>
          <p:nvPr>
            <p:ph type="title"/>
          </p:nvPr>
        </p:nvSpPr>
        <p:spPr/>
        <p:txBody>
          <a:bodyPr/>
          <a:lstStyle/>
          <a:p>
            <a:pPr eaLnBrk="1" hangingPunct="1"/>
            <a:r>
              <a:rPr lang="en-US" altLang="ar-IQ"/>
              <a:t>Fetus (12 weeks)</a:t>
            </a:r>
          </a:p>
        </p:txBody>
      </p:sp>
      <p:pic>
        <p:nvPicPr>
          <p:cNvPr id="197637" name="Picture 6" descr="human%20fetus%5B4%5D">
            <a:extLst>
              <a:ext uri="{FF2B5EF4-FFF2-40B4-BE49-F238E27FC236}">
                <a16:creationId xmlns:a16="http://schemas.microsoft.com/office/drawing/2014/main" id="{2DB40D60-B40B-7C00-72C7-6C24F3691B4E}"/>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575050" y="1484313"/>
            <a:ext cx="5113338" cy="4221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7638" name="Picture 6" descr="human%20fetus%5B4%5D">
            <a:extLst>
              <a:ext uri="{FF2B5EF4-FFF2-40B4-BE49-F238E27FC236}">
                <a16:creationId xmlns:a16="http://schemas.microsoft.com/office/drawing/2014/main" id="{0C203045-BCE6-4BF5-0DD7-AA6620AD8B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050" y="1484313"/>
            <a:ext cx="5113338" cy="422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8658" name="Date Placeholder 3">
            <a:extLst>
              <a:ext uri="{FF2B5EF4-FFF2-40B4-BE49-F238E27FC236}">
                <a16:creationId xmlns:a16="http://schemas.microsoft.com/office/drawing/2014/main" id="{7C47374C-8C4E-2E87-6BAB-CDDEF65A507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2917C1A8-5FB4-48C7-BBB1-5624A3B06A9C}"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198659" name="Slide Number Placeholder 5">
            <a:extLst>
              <a:ext uri="{FF2B5EF4-FFF2-40B4-BE49-F238E27FC236}">
                <a16:creationId xmlns:a16="http://schemas.microsoft.com/office/drawing/2014/main" id="{2820136D-E913-351C-58DD-E8771B2D7E0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3690E7D7-4344-437C-9D29-F81C4DE801C8}" type="slidenum">
              <a:rPr lang="ar-SA" altLang="ar-IQ" sz="1200" smtClean="0">
                <a:solidFill>
                  <a:srgbClr val="000000"/>
                </a:solidFill>
              </a:rPr>
              <a:pPr rtl="0">
                <a:spcBef>
                  <a:spcPct val="0"/>
                </a:spcBef>
                <a:buClrTx/>
                <a:buSzTx/>
                <a:buFontTx/>
                <a:buNone/>
              </a:pPr>
              <a:t>20</a:t>
            </a:fld>
            <a:endParaRPr lang="en-US" altLang="ar-IQ" sz="1200">
              <a:solidFill>
                <a:srgbClr val="000000"/>
              </a:solidFill>
            </a:endParaRPr>
          </a:p>
        </p:txBody>
      </p:sp>
      <p:sp>
        <p:nvSpPr>
          <p:cNvPr id="198660" name="Rectangle 2">
            <a:extLst>
              <a:ext uri="{FF2B5EF4-FFF2-40B4-BE49-F238E27FC236}">
                <a16:creationId xmlns:a16="http://schemas.microsoft.com/office/drawing/2014/main" id="{135BD0E6-4363-05F9-F3A5-5D6310B2E87B}"/>
              </a:ext>
            </a:extLst>
          </p:cNvPr>
          <p:cNvSpPr>
            <a:spLocks noGrp="1" noChangeArrowheads="1"/>
          </p:cNvSpPr>
          <p:nvPr>
            <p:ph type="title"/>
          </p:nvPr>
        </p:nvSpPr>
        <p:spPr/>
        <p:txBody>
          <a:bodyPr/>
          <a:lstStyle/>
          <a:p>
            <a:pPr eaLnBrk="1" hangingPunct="1"/>
            <a:r>
              <a:rPr lang="en-US" altLang="ar-IQ"/>
              <a:t>Newborn infant</a:t>
            </a:r>
          </a:p>
        </p:txBody>
      </p:sp>
      <p:pic>
        <p:nvPicPr>
          <p:cNvPr id="198661" name="Picture 6" descr="NewBorn">
            <a:extLst>
              <a:ext uri="{FF2B5EF4-FFF2-40B4-BE49-F238E27FC236}">
                <a16:creationId xmlns:a16="http://schemas.microsoft.com/office/drawing/2014/main" id="{B953D0E9-1C54-6B71-9458-E271B06D6798}"/>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927475" y="1827213"/>
            <a:ext cx="5373688"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9682" name="Date Placeholder 3">
            <a:extLst>
              <a:ext uri="{FF2B5EF4-FFF2-40B4-BE49-F238E27FC236}">
                <a16:creationId xmlns:a16="http://schemas.microsoft.com/office/drawing/2014/main" id="{A21A8C95-DE3E-895F-18D9-A2C537E2425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DE162EFF-4435-4787-A9D7-14F9770C7154}"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199683" name="Slide Number Placeholder 5">
            <a:extLst>
              <a:ext uri="{FF2B5EF4-FFF2-40B4-BE49-F238E27FC236}">
                <a16:creationId xmlns:a16="http://schemas.microsoft.com/office/drawing/2014/main" id="{5195D676-5E53-FD92-7F56-DF9509C9E4A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2FA2F618-42F3-4B02-A1A9-F70DD1E6C538}" type="slidenum">
              <a:rPr lang="ar-SA" altLang="ar-IQ" sz="1200" smtClean="0">
                <a:solidFill>
                  <a:srgbClr val="000000"/>
                </a:solidFill>
              </a:rPr>
              <a:pPr rtl="0">
                <a:spcBef>
                  <a:spcPct val="0"/>
                </a:spcBef>
                <a:buClrTx/>
                <a:buSzTx/>
                <a:buFontTx/>
                <a:buNone/>
              </a:pPr>
              <a:t>21</a:t>
            </a:fld>
            <a:endParaRPr lang="en-US" altLang="ar-IQ" sz="1200">
              <a:solidFill>
                <a:srgbClr val="000000"/>
              </a:solidFill>
            </a:endParaRPr>
          </a:p>
        </p:txBody>
      </p:sp>
      <p:sp>
        <p:nvSpPr>
          <p:cNvPr id="199684" name="Rectangle 2">
            <a:extLst>
              <a:ext uri="{FF2B5EF4-FFF2-40B4-BE49-F238E27FC236}">
                <a16:creationId xmlns:a16="http://schemas.microsoft.com/office/drawing/2014/main" id="{A1E21382-99AF-9E4F-1F2E-452BC2746AEB}"/>
              </a:ext>
            </a:extLst>
          </p:cNvPr>
          <p:cNvSpPr>
            <a:spLocks noGrp="1" noChangeArrowheads="1"/>
          </p:cNvSpPr>
          <p:nvPr>
            <p:ph type="title"/>
          </p:nvPr>
        </p:nvSpPr>
        <p:spPr/>
        <p:txBody>
          <a:bodyPr/>
          <a:lstStyle/>
          <a:p>
            <a:pPr eaLnBrk="1" hangingPunct="1"/>
            <a:r>
              <a:rPr lang="en-US" altLang="ar-IQ"/>
              <a:t>Infant</a:t>
            </a:r>
          </a:p>
        </p:txBody>
      </p:sp>
      <p:pic>
        <p:nvPicPr>
          <p:cNvPr id="199685" name="Picture 6" descr="10010">
            <a:extLst>
              <a:ext uri="{FF2B5EF4-FFF2-40B4-BE49-F238E27FC236}">
                <a16:creationId xmlns:a16="http://schemas.microsoft.com/office/drawing/2014/main" id="{52C67490-C0BD-5F49-7BC5-BF79349EA554}"/>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889500" y="1916113"/>
            <a:ext cx="3132138" cy="36655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0706" name="Date Placeholder 3">
            <a:extLst>
              <a:ext uri="{FF2B5EF4-FFF2-40B4-BE49-F238E27FC236}">
                <a16:creationId xmlns:a16="http://schemas.microsoft.com/office/drawing/2014/main" id="{DA0BE205-4B55-5814-B7FE-D5D8D986AD8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9230FBAB-CF3D-4EC7-B65B-826455618D0A}"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0707" name="Slide Number Placeholder 5">
            <a:extLst>
              <a:ext uri="{FF2B5EF4-FFF2-40B4-BE49-F238E27FC236}">
                <a16:creationId xmlns:a16="http://schemas.microsoft.com/office/drawing/2014/main" id="{2A132A45-870A-8999-CFF4-210F59D9F6C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E80EF161-957E-43C6-81BF-B35B663EC982}" type="slidenum">
              <a:rPr lang="ar-SA" altLang="ar-IQ" sz="1200" smtClean="0">
                <a:solidFill>
                  <a:srgbClr val="000000"/>
                </a:solidFill>
              </a:rPr>
              <a:pPr rtl="0">
                <a:spcBef>
                  <a:spcPct val="0"/>
                </a:spcBef>
                <a:buClrTx/>
                <a:buSzTx/>
                <a:buFontTx/>
                <a:buNone/>
              </a:pPr>
              <a:t>22</a:t>
            </a:fld>
            <a:endParaRPr lang="en-US" altLang="ar-IQ" sz="1200">
              <a:solidFill>
                <a:srgbClr val="000000"/>
              </a:solidFill>
            </a:endParaRPr>
          </a:p>
        </p:txBody>
      </p:sp>
      <p:sp>
        <p:nvSpPr>
          <p:cNvPr id="200708" name="Rectangle 2">
            <a:extLst>
              <a:ext uri="{FF2B5EF4-FFF2-40B4-BE49-F238E27FC236}">
                <a16:creationId xmlns:a16="http://schemas.microsoft.com/office/drawing/2014/main" id="{16270754-78CC-D5FF-E0EA-511F69FC5956}"/>
              </a:ext>
            </a:extLst>
          </p:cNvPr>
          <p:cNvSpPr>
            <a:spLocks noGrp="1" noChangeArrowheads="1"/>
          </p:cNvSpPr>
          <p:nvPr>
            <p:ph type="title"/>
          </p:nvPr>
        </p:nvSpPr>
        <p:spPr/>
        <p:txBody>
          <a:bodyPr/>
          <a:lstStyle/>
          <a:p>
            <a:pPr eaLnBrk="1" hangingPunct="1"/>
            <a:r>
              <a:rPr lang="en-US" altLang="ar-IQ"/>
              <a:t>Toddler </a:t>
            </a:r>
          </a:p>
        </p:txBody>
      </p:sp>
      <p:pic>
        <p:nvPicPr>
          <p:cNvPr id="200709" name="Picture 6" descr="SuperStock_1647R-80207">
            <a:extLst>
              <a:ext uri="{FF2B5EF4-FFF2-40B4-BE49-F238E27FC236}">
                <a16:creationId xmlns:a16="http://schemas.microsoft.com/office/drawing/2014/main" id="{38C63F9F-C610-42AC-6FCD-290FE6564DD2}"/>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889500" y="1851025"/>
            <a:ext cx="3324225" cy="39957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1730" name="Date Placeholder 3">
            <a:extLst>
              <a:ext uri="{FF2B5EF4-FFF2-40B4-BE49-F238E27FC236}">
                <a16:creationId xmlns:a16="http://schemas.microsoft.com/office/drawing/2014/main" id="{AA36F49F-7308-0DBF-31F7-6EA8B7AA072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D3A7311D-C9F4-41EB-98AE-5264C2EBE37D}"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1731" name="Slide Number Placeholder 5">
            <a:extLst>
              <a:ext uri="{FF2B5EF4-FFF2-40B4-BE49-F238E27FC236}">
                <a16:creationId xmlns:a16="http://schemas.microsoft.com/office/drawing/2014/main" id="{D8EE9B5E-E18D-68B1-3A51-97F2B3A4450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E3E8CCF0-9F76-421A-A1F4-E9733AE3A2B0}" type="slidenum">
              <a:rPr lang="ar-SA" altLang="ar-IQ" sz="1200" smtClean="0">
                <a:solidFill>
                  <a:srgbClr val="000000"/>
                </a:solidFill>
              </a:rPr>
              <a:pPr rtl="0">
                <a:spcBef>
                  <a:spcPct val="0"/>
                </a:spcBef>
                <a:buClrTx/>
                <a:buSzTx/>
                <a:buFontTx/>
                <a:buNone/>
              </a:pPr>
              <a:t>23</a:t>
            </a:fld>
            <a:endParaRPr lang="en-US" altLang="ar-IQ" sz="1200">
              <a:solidFill>
                <a:srgbClr val="000000"/>
              </a:solidFill>
            </a:endParaRPr>
          </a:p>
        </p:txBody>
      </p:sp>
      <p:sp>
        <p:nvSpPr>
          <p:cNvPr id="201732" name="Rectangle 2">
            <a:extLst>
              <a:ext uri="{FF2B5EF4-FFF2-40B4-BE49-F238E27FC236}">
                <a16:creationId xmlns:a16="http://schemas.microsoft.com/office/drawing/2014/main" id="{057347F5-E86B-B17D-605D-ADCBA0E58201}"/>
              </a:ext>
            </a:extLst>
          </p:cNvPr>
          <p:cNvSpPr>
            <a:spLocks noGrp="1" noChangeArrowheads="1"/>
          </p:cNvSpPr>
          <p:nvPr>
            <p:ph type="title"/>
          </p:nvPr>
        </p:nvSpPr>
        <p:spPr/>
        <p:txBody>
          <a:bodyPr/>
          <a:lstStyle/>
          <a:p>
            <a:pPr eaLnBrk="1" hangingPunct="1"/>
            <a:r>
              <a:rPr lang="en-US" altLang="ar-IQ"/>
              <a:t>Preschool</a:t>
            </a:r>
          </a:p>
        </p:txBody>
      </p:sp>
      <p:pic>
        <p:nvPicPr>
          <p:cNvPr id="201733" name="Picture 6" descr="anatols090400063">
            <a:extLst>
              <a:ext uri="{FF2B5EF4-FFF2-40B4-BE49-F238E27FC236}">
                <a16:creationId xmlns:a16="http://schemas.microsoft.com/office/drawing/2014/main" id="{43A0888D-D505-9B54-C7B2-2A5A50AE89F6}"/>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822825" y="1851025"/>
            <a:ext cx="3390900" cy="3863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2754" name="Date Placeholder 3">
            <a:extLst>
              <a:ext uri="{FF2B5EF4-FFF2-40B4-BE49-F238E27FC236}">
                <a16:creationId xmlns:a16="http://schemas.microsoft.com/office/drawing/2014/main" id="{0D3EC38B-0FDA-769B-8B54-6F40A5806EE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84A3CCAF-A344-458B-BBA2-32FB3AB1601A}"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2755" name="Slide Number Placeholder 5">
            <a:extLst>
              <a:ext uri="{FF2B5EF4-FFF2-40B4-BE49-F238E27FC236}">
                <a16:creationId xmlns:a16="http://schemas.microsoft.com/office/drawing/2014/main" id="{572F2649-2D4F-CE6A-B748-A2E5663E685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76FEF668-6D66-42B7-86FD-384F1417EDB6}" type="slidenum">
              <a:rPr lang="ar-SA" altLang="ar-IQ" sz="1200" smtClean="0">
                <a:solidFill>
                  <a:srgbClr val="000000"/>
                </a:solidFill>
              </a:rPr>
              <a:pPr rtl="0">
                <a:spcBef>
                  <a:spcPct val="0"/>
                </a:spcBef>
                <a:buClrTx/>
                <a:buSzTx/>
                <a:buFontTx/>
                <a:buNone/>
              </a:pPr>
              <a:t>24</a:t>
            </a:fld>
            <a:endParaRPr lang="en-US" altLang="ar-IQ" sz="1200">
              <a:solidFill>
                <a:srgbClr val="000000"/>
              </a:solidFill>
            </a:endParaRPr>
          </a:p>
        </p:txBody>
      </p:sp>
      <p:sp>
        <p:nvSpPr>
          <p:cNvPr id="202756" name="Rectangle 2">
            <a:extLst>
              <a:ext uri="{FF2B5EF4-FFF2-40B4-BE49-F238E27FC236}">
                <a16:creationId xmlns:a16="http://schemas.microsoft.com/office/drawing/2014/main" id="{8835A4B8-7423-A437-54FF-8E450D4049BA}"/>
              </a:ext>
            </a:extLst>
          </p:cNvPr>
          <p:cNvSpPr>
            <a:spLocks noGrp="1" noChangeArrowheads="1"/>
          </p:cNvSpPr>
          <p:nvPr>
            <p:ph type="title"/>
          </p:nvPr>
        </p:nvSpPr>
        <p:spPr/>
        <p:txBody>
          <a:bodyPr/>
          <a:lstStyle/>
          <a:p>
            <a:pPr eaLnBrk="1" hangingPunct="1"/>
            <a:r>
              <a:rPr lang="en-US" altLang="ar-IQ"/>
              <a:t>School child </a:t>
            </a:r>
          </a:p>
        </p:txBody>
      </p:sp>
      <p:pic>
        <p:nvPicPr>
          <p:cNvPr id="202757" name="Picture 6" descr="School">
            <a:extLst>
              <a:ext uri="{FF2B5EF4-FFF2-40B4-BE49-F238E27FC236}">
                <a16:creationId xmlns:a16="http://schemas.microsoft.com/office/drawing/2014/main" id="{E3EFF9C3-C9A0-D3C9-56A4-CB66A423C12E}"/>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251325" y="1847850"/>
            <a:ext cx="4935538" cy="3927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3778" name="Date Placeholder 3">
            <a:extLst>
              <a:ext uri="{FF2B5EF4-FFF2-40B4-BE49-F238E27FC236}">
                <a16:creationId xmlns:a16="http://schemas.microsoft.com/office/drawing/2014/main" id="{7393A5E8-22FE-AABF-E90E-B4F7CD6BF96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DC46D299-BA8E-4AF7-B333-D547397C31D8}"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3779" name="Slide Number Placeholder 5">
            <a:extLst>
              <a:ext uri="{FF2B5EF4-FFF2-40B4-BE49-F238E27FC236}">
                <a16:creationId xmlns:a16="http://schemas.microsoft.com/office/drawing/2014/main" id="{FDA6C8C9-F3E3-A027-9604-2E82592B319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E988366E-9423-42C6-A2FF-E033F1EC0696}" type="slidenum">
              <a:rPr lang="ar-SA" altLang="ar-IQ" sz="1200" smtClean="0">
                <a:solidFill>
                  <a:srgbClr val="000000"/>
                </a:solidFill>
              </a:rPr>
              <a:pPr rtl="0">
                <a:spcBef>
                  <a:spcPct val="0"/>
                </a:spcBef>
                <a:buClrTx/>
                <a:buSzTx/>
                <a:buFontTx/>
                <a:buNone/>
              </a:pPr>
              <a:t>25</a:t>
            </a:fld>
            <a:endParaRPr lang="en-US" altLang="ar-IQ" sz="1200">
              <a:solidFill>
                <a:srgbClr val="000000"/>
              </a:solidFill>
            </a:endParaRPr>
          </a:p>
        </p:txBody>
      </p:sp>
      <p:sp>
        <p:nvSpPr>
          <p:cNvPr id="60418" name="Rectangle 2">
            <a:extLst>
              <a:ext uri="{FF2B5EF4-FFF2-40B4-BE49-F238E27FC236}">
                <a16:creationId xmlns:a16="http://schemas.microsoft.com/office/drawing/2014/main" id="{6BFC70D2-0757-F994-9574-C28659AC45C4}"/>
              </a:ext>
            </a:extLst>
          </p:cNvPr>
          <p:cNvSpPr>
            <a:spLocks noGrp="1" noChangeArrowheads="1"/>
          </p:cNvSpPr>
          <p:nvPr>
            <p:ph type="title"/>
          </p:nvPr>
        </p:nvSpPr>
        <p:spPr/>
        <p:txBody>
          <a:bodyPr/>
          <a:lstStyle/>
          <a:p>
            <a:pPr eaLnBrk="1" hangingPunct="1">
              <a:defRPr/>
            </a:pPr>
            <a:r>
              <a:rPr lang="en-US"/>
              <a:t>Preadolescent </a:t>
            </a:r>
            <a:r>
              <a:rPr lang="en-US">
                <a:effectLst>
                  <a:outerShdw blurRad="38100" dist="38100" dir="2700000" algn="tl">
                    <a:srgbClr val="C0C0C0"/>
                  </a:outerShdw>
                </a:effectLst>
              </a:rPr>
              <a:t>(</a:t>
            </a:r>
            <a:r>
              <a:rPr lang="en-US"/>
              <a:t>Prepubertal</a:t>
            </a:r>
            <a:r>
              <a:rPr lang="en-US">
                <a:effectLst>
                  <a:outerShdw blurRad="38100" dist="38100" dir="2700000" algn="tl">
                    <a:srgbClr val="C0C0C0"/>
                  </a:outerShdw>
                </a:effectLst>
              </a:rPr>
              <a:t>)</a:t>
            </a:r>
          </a:p>
        </p:txBody>
      </p:sp>
      <p:pic>
        <p:nvPicPr>
          <p:cNvPr id="203781" name="Picture 6" descr="pe0064082">
            <a:extLst>
              <a:ext uri="{FF2B5EF4-FFF2-40B4-BE49-F238E27FC236}">
                <a16:creationId xmlns:a16="http://schemas.microsoft.com/office/drawing/2014/main" id="{1F221CF7-4B4E-795A-CDC5-521124123AB6}"/>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935413" y="1484313"/>
            <a:ext cx="4032250" cy="46815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02" name="Date Placeholder 3">
            <a:extLst>
              <a:ext uri="{FF2B5EF4-FFF2-40B4-BE49-F238E27FC236}">
                <a16:creationId xmlns:a16="http://schemas.microsoft.com/office/drawing/2014/main" id="{A0CA2A23-A6F0-6561-0547-2F8675EEA30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86711626-A06C-4396-9D20-7AE2235C9DCD}"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4803" name="Slide Number Placeholder 5">
            <a:extLst>
              <a:ext uri="{FF2B5EF4-FFF2-40B4-BE49-F238E27FC236}">
                <a16:creationId xmlns:a16="http://schemas.microsoft.com/office/drawing/2014/main" id="{19E31D49-F984-4D00-1429-5B576210E4C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6E15ABC2-3B22-42AE-ABD9-3F7A562CB678}" type="slidenum">
              <a:rPr lang="ar-SA" altLang="ar-IQ" sz="1200" smtClean="0">
                <a:solidFill>
                  <a:srgbClr val="000000"/>
                </a:solidFill>
              </a:rPr>
              <a:pPr rtl="0">
                <a:spcBef>
                  <a:spcPct val="0"/>
                </a:spcBef>
                <a:buClrTx/>
                <a:buSzTx/>
                <a:buFontTx/>
                <a:buNone/>
              </a:pPr>
              <a:t>26</a:t>
            </a:fld>
            <a:endParaRPr lang="en-US" altLang="ar-IQ" sz="1200">
              <a:solidFill>
                <a:srgbClr val="000000"/>
              </a:solidFill>
            </a:endParaRPr>
          </a:p>
        </p:txBody>
      </p:sp>
      <p:sp>
        <p:nvSpPr>
          <p:cNvPr id="204804" name="Rectangle 2">
            <a:extLst>
              <a:ext uri="{FF2B5EF4-FFF2-40B4-BE49-F238E27FC236}">
                <a16:creationId xmlns:a16="http://schemas.microsoft.com/office/drawing/2014/main" id="{EA5C42DF-54F5-A62D-0660-4DC79B0E221B}"/>
              </a:ext>
            </a:extLst>
          </p:cNvPr>
          <p:cNvSpPr>
            <a:spLocks noGrp="1" noChangeArrowheads="1"/>
          </p:cNvSpPr>
          <p:nvPr>
            <p:ph type="title"/>
          </p:nvPr>
        </p:nvSpPr>
        <p:spPr/>
        <p:txBody>
          <a:bodyPr/>
          <a:lstStyle/>
          <a:p>
            <a:pPr eaLnBrk="1" hangingPunct="1"/>
            <a:r>
              <a:rPr lang="en-US" altLang="ar-IQ"/>
              <a:t>Adolescent </a:t>
            </a:r>
          </a:p>
        </p:txBody>
      </p:sp>
      <p:pic>
        <p:nvPicPr>
          <p:cNvPr id="204805" name="Picture 10" descr="genera2">
            <a:extLst>
              <a:ext uri="{FF2B5EF4-FFF2-40B4-BE49-F238E27FC236}">
                <a16:creationId xmlns:a16="http://schemas.microsoft.com/office/drawing/2014/main" id="{C433C939-B494-55A8-3B4F-43044CE94909}"/>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941763" y="1827213"/>
            <a:ext cx="5218112"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826" name="Date Placeholder 3">
            <a:extLst>
              <a:ext uri="{FF2B5EF4-FFF2-40B4-BE49-F238E27FC236}">
                <a16:creationId xmlns:a16="http://schemas.microsoft.com/office/drawing/2014/main" id="{220B1ED1-F916-47E6-0BB7-77A06EA49E6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998FCDD9-C893-4385-8303-8662B1386EA4}"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5827" name="Slide Number Placeholder 5">
            <a:extLst>
              <a:ext uri="{FF2B5EF4-FFF2-40B4-BE49-F238E27FC236}">
                <a16:creationId xmlns:a16="http://schemas.microsoft.com/office/drawing/2014/main" id="{E438F20F-E3C4-C18A-49AB-F01E0CD04A1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49C020C5-9628-48F8-B731-31C8376E848C}" type="slidenum">
              <a:rPr lang="ar-SA" altLang="ar-IQ" sz="1200" smtClean="0">
                <a:solidFill>
                  <a:srgbClr val="000000"/>
                </a:solidFill>
              </a:rPr>
              <a:pPr rtl="0">
                <a:spcBef>
                  <a:spcPct val="0"/>
                </a:spcBef>
                <a:buClrTx/>
                <a:buSzTx/>
                <a:buFontTx/>
                <a:buNone/>
              </a:pPr>
              <a:t>27</a:t>
            </a:fld>
            <a:endParaRPr lang="en-US" altLang="ar-IQ" sz="1200">
              <a:solidFill>
                <a:srgbClr val="000000"/>
              </a:solidFill>
            </a:endParaRPr>
          </a:p>
        </p:txBody>
      </p:sp>
      <p:sp>
        <p:nvSpPr>
          <p:cNvPr id="205828" name="Rectangle 2">
            <a:extLst>
              <a:ext uri="{FF2B5EF4-FFF2-40B4-BE49-F238E27FC236}">
                <a16:creationId xmlns:a16="http://schemas.microsoft.com/office/drawing/2014/main" id="{2EFCEF6D-ABBA-CE25-BE52-11CC91891055}"/>
              </a:ext>
            </a:extLst>
          </p:cNvPr>
          <p:cNvSpPr>
            <a:spLocks noGrp="1" noChangeArrowheads="1"/>
          </p:cNvSpPr>
          <p:nvPr>
            <p:ph type="title"/>
          </p:nvPr>
        </p:nvSpPr>
        <p:spPr/>
        <p:txBody>
          <a:bodyPr/>
          <a:lstStyle/>
          <a:p>
            <a:pPr eaLnBrk="1" hangingPunct="1"/>
            <a:r>
              <a:rPr lang="en-US" altLang="ar-IQ"/>
              <a:t>Young adult </a:t>
            </a:r>
          </a:p>
        </p:txBody>
      </p:sp>
      <p:pic>
        <p:nvPicPr>
          <p:cNvPr id="205829" name="Picture 6" descr="5b6a6215d3bb575c_twi1_3">
            <a:extLst>
              <a:ext uri="{FF2B5EF4-FFF2-40B4-BE49-F238E27FC236}">
                <a16:creationId xmlns:a16="http://schemas.microsoft.com/office/drawing/2014/main" id="{BBABD92A-05EF-BDF7-B082-D6A334F66877}"/>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02150" y="1851025"/>
            <a:ext cx="4160838" cy="39957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6850" name="Date Placeholder 3">
            <a:extLst>
              <a:ext uri="{FF2B5EF4-FFF2-40B4-BE49-F238E27FC236}">
                <a16:creationId xmlns:a16="http://schemas.microsoft.com/office/drawing/2014/main" id="{60D43D7B-8619-ABE4-1C01-16C715E261F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B400B349-0469-462A-8652-01B988269516}"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6851" name="Slide Number Placeholder 5">
            <a:extLst>
              <a:ext uri="{FF2B5EF4-FFF2-40B4-BE49-F238E27FC236}">
                <a16:creationId xmlns:a16="http://schemas.microsoft.com/office/drawing/2014/main" id="{7FF2EBD9-86DD-7A92-3ED8-9D77A55E7D7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89B53ADB-09F4-45F7-A293-0F9D048F4E23}" type="slidenum">
              <a:rPr lang="ar-SA" altLang="ar-IQ" sz="1200" smtClean="0">
                <a:solidFill>
                  <a:srgbClr val="000000"/>
                </a:solidFill>
              </a:rPr>
              <a:pPr rtl="0">
                <a:spcBef>
                  <a:spcPct val="0"/>
                </a:spcBef>
                <a:buClrTx/>
                <a:buSzTx/>
                <a:buFontTx/>
                <a:buNone/>
              </a:pPr>
              <a:t>28</a:t>
            </a:fld>
            <a:endParaRPr lang="en-US" altLang="ar-IQ" sz="1200">
              <a:solidFill>
                <a:srgbClr val="000000"/>
              </a:solidFill>
            </a:endParaRPr>
          </a:p>
        </p:txBody>
      </p:sp>
      <p:sp>
        <p:nvSpPr>
          <p:cNvPr id="206852" name="Rectangle 2">
            <a:extLst>
              <a:ext uri="{FF2B5EF4-FFF2-40B4-BE49-F238E27FC236}">
                <a16:creationId xmlns:a16="http://schemas.microsoft.com/office/drawing/2014/main" id="{5D6FA336-73E3-1C7A-9A7B-5B1E8B47D27C}"/>
              </a:ext>
            </a:extLst>
          </p:cNvPr>
          <p:cNvSpPr>
            <a:spLocks noGrp="1" noChangeArrowheads="1"/>
          </p:cNvSpPr>
          <p:nvPr>
            <p:ph type="title"/>
          </p:nvPr>
        </p:nvSpPr>
        <p:spPr/>
        <p:txBody>
          <a:bodyPr/>
          <a:lstStyle/>
          <a:p>
            <a:pPr eaLnBrk="1" hangingPunct="1"/>
            <a:r>
              <a:rPr lang="en-US" altLang="ar-IQ"/>
              <a:t>Mature (Older adult) </a:t>
            </a:r>
          </a:p>
        </p:txBody>
      </p:sp>
      <p:pic>
        <p:nvPicPr>
          <p:cNvPr id="206853" name="Picture 8" descr="crb205007">
            <a:extLst>
              <a:ext uri="{FF2B5EF4-FFF2-40B4-BE49-F238E27FC236}">
                <a16:creationId xmlns:a16="http://schemas.microsoft.com/office/drawing/2014/main" id="{3938723D-220A-8BCA-79FC-21A455A5B1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75" y="1989138"/>
            <a:ext cx="3810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7874" name="Date Placeholder 3">
            <a:extLst>
              <a:ext uri="{FF2B5EF4-FFF2-40B4-BE49-F238E27FC236}">
                <a16:creationId xmlns:a16="http://schemas.microsoft.com/office/drawing/2014/main" id="{B69DF9AA-621A-7565-3A9F-A4D66CA98CF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FE1A3569-C739-4319-B714-781D5D233111}"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7875" name="Slide Number Placeholder 5">
            <a:extLst>
              <a:ext uri="{FF2B5EF4-FFF2-40B4-BE49-F238E27FC236}">
                <a16:creationId xmlns:a16="http://schemas.microsoft.com/office/drawing/2014/main" id="{7C065A0F-ABCB-A8AB-257F-959DB0A2E10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5B379760-7550-4909-B230-86E4D718CFB0}" type="slidenum">
              <a:rPr lang="ar-SA" altLang="ar-IQ" sz="1200" smtClean="0">
                <a:solidFill>
                  <a:srgbClr val="000000"/>
                </a:solidFill>
              </a:rPr>
              <a:pPr rtl="0">
                <a:spcBef>
                  <a:spcPct val="0"/>
                </a:spcBef>
                <a:buClrTx/>
                <a:buSzTx/>
                <a:buFontTx/>
                <a:buNone/>
              </a:pPr>
              <a:t>29</a:t>
            </a:fld>
            <a:endParaRPr lang="en-US" altLang="ar-IQ" sz="1200">
              <a:solidFill>
                <a:srgbClr val="000000"/>
              </a:solidFill>
            </a:endParaRPr>
          </a:p>
        </p:txBody>
      </p:sp>
      <p:sp>
        <p:nvSpPr>
          <p:cNvPr id="207876" name="Rectangle 2">
            <a:extLst>
              <a:ext uri="{FF2B5EF4-FFF2-40B4-BE49-F238E27FC236}">
                <a16:creationId xmlns:a16="http://schemas.microsoft.com/office/drawing/2014/main" id="{9E0FDCB0-F447-9E7E-06C1-95B0AC9B0877}"/>
              </a:ext>
            </a:extLst>
          </p:cNvPr>
          <p:cNvSpPr>
            <a:spLocks noGrp="1" noChangeArrowheads="1"/>
          </p:cNvSpPr>
          <p:nvPr>
            <p:ph type="title"/>
          </p:nvPr>
        </p:nvSpPr>
        <p:spPr/>
        <p:txBody>
          <a:bodyPr/>
          <a:lstStyle/>
          <a:p>
            <a:pPr algn="ctr" rtl="0" eaLnBrk="1" hangingPunct="1"/>
            <a:r>
              <a:rPr lang="en-US" altLang="ar-IQ"/>
              <a:t>Old aged </a:t>
            </a:r>
          </a:p>
        </p:txBody>
      </p:sp>
      <p:pic>
        <p:nvPicPr>
          <p:cNvPr id="207877" name="Picture 6" descr="calment500_13521t">
            <a:extLst>
              <a:ext uri="{FF2B5EF4-FFF2-40B4-BE49-F238E27FC236}">
                <a16:creationId xmlns:a16="http://schemas.microsoft.com/office/drawing/2014/main" id="{549993EE-060F-2BAA-946E-E1D781690EFC}"/>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6383338" y="1484313"/>
            <a:ext cx="4032250" cy="4752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7878" name="Picture 8" descr="old+age">
            <a:extLst>
              <a:ext uri="{FF2B5EF4-FFF2-40B4-BE49-F238E27FC236}">
                <a16:creationId xmlns:a16="http://schemas.microsoft.com/office/drawing/2014/main" id="{8FCB457D-F15E-B62F-5835-A6708CA3A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5" y="1557338"/>
            <a:ext cx="4465638"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95076E-EEE3-B682-2566-2886A480E227}"/>
              </a:ext>
            </a:extLst>
          </p:cNvPr>
          <p:cNvSpPr txBox="1"/>
          <p:nvPr/>
        </p:nvSpPr>
        <p:spPr>
          <a:xfrm>
            <a:off x="244475" y="261938"/>
            <a:ext cx="11691938" cy="2125662"/>
          </a:xfrm>
          <a:prstGeom prst="rect">
            <a:avLst/>
          </a:prstGeom>
          <a:solidFill>
            <a:schemeClr val="accent6">
              <a:lumMod val="75000"/>
            </a:schemeClr>
          </a:solidFill>
          <a:ln>
            <a:solidFill>
              <a:schemeClr val="accent6">
                <a:lumMod val="75000"/>
              </a:schemeClr>
            </a:solidFill>
          </a:ln>
        </p:spPr>
        <p:txBody>
          <a:bodyPr/>
          <a:lstStyle/>
          <a:p>
            <a:pPr eaLnBrk="1" fontAlgn="auto" hangingPunct="1">
              <a:lnSpc>
                <a:spcPts val="1800"/>
              </a:lnSpc>
              <a:spcBef>
                <a:spcPts val="0"/>
              </a:spcBef>
              <a:spcAft>
                <a:spcPts val="600"/>
              </a:spcAft>
              <a:defRPr/>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08899" name="Text Placeholder 1">
            <a:extLst>
              <a:ext uri="{FF2B5EF4-FFF2-40B4-BE49-F238E27FC236}">
                <a16:creationId xmlns:a16="http://schemas.microsoft.com/office/drawing/2014/main" id="{9ABB5AFA-993F-858B-F662-1B48ED9AEEE1}"/>
              </a:ext>
            </a:extLst>
          </p:cNvPr>
          <p:cNvSpPr txBox="1">
            <a:spLocks noChangeArrowheads="1"/>
          </p:cNvSpPr>
          <p:nvPr/>
        </p:nvSpPr>
        <p:spPr bwMode="auto">
          <a:xfrm>
            <a:off x="3959225" y="1087438"/>
            <a:ext cx="44148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gn="ctr" eaLnBrk="1" hangingPunct="1">
              <a:buFont typeface="Arial" panose="020B0604020202020204" pitchFamily="34" charset="0"/>
              <a:buNone/>
            </a:pPr>
            <a:r>
              <a:rPr lang="en-US" altLang="ko-KR" sz="4800">
                <a:solidFill>
                  <a:srgbClr val="FFFFFF"/>
                </a:solidFill>
                <a:latin typeface="Segoe UI Light" panose="020B0502040204020203" pitchFamily="34" charset="0"/>
                <a:ea typeface="굴림" panose="020B0600000101010101" pitchFamily="34" charset="-127"/>
              </a:rPr>
              <a:t>Thank</a:t>
            </a:r>
            <a:r>
              <a:rPr lang="en-US" altLang="ko-KR" sz="4800">
                <a:solidFill>
                  <a:srgbClr val="FFFFFF"/>
                </a:solidFill>
                <a:ea typeface="굴림" panose="020B0600000101010101" pitchFamily="34" charset="-127"/>
              </a:rPr>
              <a:t> </a:t>
            </a:r>
            <a:r>
              <a:rPr lang="en-US" altLang="ko-KR" sz="4800">
                <a:solidFill>
                  <a:srgbClr val="FFFFFF"/>
                </a:solidFill>
                <a:latin typeface="Segoe UI Light" panose="020B0502040204020203" pitchFamily="34" charset="0"/>
                <a:ea typeface="굴림" panose="020B0600000101010101" pitchFamily="34" charset="-127"/>
              </a:rPr>
              <a:t>you</a:t>
            </a:r>
            <a:endParaRPr lang="ko-KR" altLang="en-US" sz="4800">
              <a:solidFill>
                <a:srgbClr val="FFFFFF"/>
              </a:solidFill>
              <a:latin typeface="Segoe UI Light" panose="020B0502040204020203" pitchFamily="34" charset="0"/>
              <a:ea typeface="굴림" panose="020B0600000101010101" pitchFamily="34" charset="-127"/>
            </a:endParaRPr>
          </a:p>
        </p:txBody>
      </p:sp>
      <p:sp>
        <p:nvSpPr>
          <p:cNvPr id="208900" name="مربع نص 2">
            <a:extLst>
              <a:ext uri="{FF2B5EF4-FFF2-40B4-BE49-F238E27FC236}">
                <a16:creationId xmlns:a16="http://schemas.microsoft.com/office/drawing/2014/main" id="{A099CEBC-CCF0-A955-2215-77FCBF3A9493}"/>
              </a:ext>
            </a:extLst>
          </p:cNvPr>
          <p:cNvSpPr txBox="1">
            <a:spLocks noChangeArrowheads="1"/>
          </p:cNvSpPr>
          <p:nvPr/>
        </p:nvSpPr>
        <p:spPr bwMode="auto">
          <a:xfrm>
            <a:off x="2927350" y="3429000"/>
            <a:ext cx="6769100"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nSpc>
                <a:spcPct val="100000"/>
              </a:lnSpc>
              <a:spcBef>
                <a:spcPct val="0"/>
              </a:spcBef>
              <a:buFontTx/>
              <a:buNone/>
            </a:pPr>
            <a:r>
              <a:rPr lang="en-US" altLang="ar-IQ" sz="16600">
                <a:solidFill>
                  <a:srgbClr val="137333"/>
                </a:solidFill>
                <a:latin typeface="Google Sans Display"/>
              </a:rPr>
              <a:t>lanuvlc</a:t>
            </a:r>
            <a:endParaRPr lang="ar-IQ" altLang="ar-IQ" sz="16600">
              <a:latin typeface="Verdana" panose="020B0604030504040204" pitchFamily="34" charset="0"/>
            </a:endParaRPr>
          </a:p>
        </p:txBody>
      </p:sp>
      <p:sp>
        <p:nvSpPr>
          <p:cNvPr id="208901" name="مربع نص 4">
            <a:extLst>
              <a:ext uri="{FF2B5EF4-FFF2-40B4-BE49-F238E27FC236}">
                <a16:creationId xmlns:a16="http://schemas.microsoft.com/office/drawing/2014/main" id="{A750E4B0-0F31-3BB3-71FE-6872D64E386B}"/>
              </a:ext>
            </a:extLst>
          </p:cNvPr>
          <p:cNvSpPr txBox="1">
            <a:spLocks noChangeArrowheads="1"/>
          </p:cNvSpPr>
          <p:nvPr/>
        </p:nvSpPr>
        <p:spPr bwMode="auto">
          <a:xfrm>
            <a:off x="5303838" y="2787650"/>
            <a:ext cx="16192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nSpc>
                <a:spcPts val="1800"/>
              </a:lnSpc>
              <a:spcBef>
                <a:spcPct val="0"/>
              </a:spcBef>
              <a:spcAft>
                <a:spcPts val="600"/>
              </a:spcAft>
              <a:buFontTx/>
              <a:buNone/>
            </a:pPr>
            <a:r>
              <a:rPr lang="ar-IQ" altLang="ar-IQ" sz="2400">
                <a:solidFill>
                  <a:srgbClr val="404040"/>
                </a:solidFill>
                <a:cs typeface="Segoe UI" panose="020B0502040204020203" pitchFamily="34" charset="0"/>
              </a:rPr>
              <a:t>رمز الصف</a:t>
            </a:r>
          </a:p>
        </p:txBody>
      </p:sp>
    </p:spTree>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ecary">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6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7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8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9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0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Get Started with 3D">
  <a:themeElements>
    <a:clrScheme name="أزرق">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14.xml><?xml version="1.0" encoding="utf-8"?>
<a:theme xmlns:a="http://schemas.openxmlformats.org/drawingml/2006/main" name="1_Get Started with 3D">
  <a:themeElements>
    <a:clrScheme name="أزرق">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Apothecary</Template>
  <TotalTime>1296</TotalTime>
  <Words>1759</Words>
  <Application>Microsoft Office PowerPoint</Application>
  <PresentationFormat>شاشة عريضة</PresentationFormat>
  <Paragraphs>210</Paragraphs>
  <Slides>30</Slides>
  <Notes>8</Notes>
  <HiddenSlides>0</HiddenSlides>
  <MMClips>0</MMClips>
  <ScaleCrop>false</ScaleCrop>
  <HeadingPairs>
    <vt:vector size="6" baseType="variant">
      <vt:variant>
        <vt:lpstr>الخطوط المستخدمة</vt:lpstr>
      </vt:variant>
      <vt:variant>
        <vt:i4>15</vt:i4>
      </vt:variant>
      <vt:variant>
        <vt:lpstr>نسق</vt:lpstr>
      </vt:variant>
      <vt:variant>
        <vt:i4>14</vt:i4>
      </vt:variant>
      <vt:variant>
        <vt:lpstr>عناوين الشرائح</vt:lpstr>
      </vt:variant>
      <vt:variant>
        <vt:i4>30</vt:i4>
      </vt:variant>
    </vt:vector>
  </HeadingPairs>
  <TitlesOfParts>
    <vt:vector size="59" baseType="lpstr">
      <vt:lpstr>Verdana</vt:lpstr>
      <vt:lpstr>Arial</vt:lpstr>
      <vt:lpstr>Book Antiqua</vt:lpstr>
      <vt:lpstr>Times New Roman</vt:lpstr>
      <vt:lpstr>Century Gothic</vt:lpstr>
      <vt:lpstr>Tahoma</vt:lpstr>
      <vt:lpstr>Wingdings</vt:lpstr>
      <vt:lpstr>Segoe UI Light</vt:lpstr>
      <vt:lpstr>Segoe UI</vt:lpstr>
      <vt:lpstr>Segoe UI Semibold</vt:lpstr>
      <vt:lpstr>Segoe UI Variable Small Semibol</vt:lpstr>
      <vt:lpstr>굴림</vt:lpstr>
      <vt:lpstr>Google Sans Display</vt:lpstr>
      <vt:lpstr>Calibri</vt:lpstr>
      <vt:lpstr>Söhne</vt:lpstr>
      <vt:lpstr>Apothecary</vt:lpstr>
      <vt:lpstr>Eclipse</vt:lpstr>
      <vt:lpstr>1_Eclipse</vt:lpstr>
      <vt:lpstr>2_Eclipse</vt:lpstr>
      <vt:lpstr>3_Eclipse</vt:lpstr>
      <vt:lpstr>4_Eclipse</vt:lpstr>
      <vt:lpstr>5_Eclipse</vt:lpstr>
      <vt:lpstr>6_Eclipse</vt:lpstr>
      <vt:lpstr>7_Eclipse</vt:lpstr>
      <vt:lpstr>8_Eclipse</vt:lpstr>
      <vt:lpstr>9_Eclipse</vt:lpstr>
      <vt:lpstr>10_Eclipse</vt:lpstr>
      <vt:lpstr>Get Started with 3D</vt:lpstr>
      <vt:lpstr>1_Get Started with 3D</vt:lpstr>
      <vt:lpstr>Growth and development Overview</vt:lpstr>
      <vt:lpstr>Learning Objectives: </vt:lpstr>
      <vt:lpstr>Growth and Development</vt:lpstr>
      <vt:lpstr>عرض تقديمي في PowerPoint</vt:lpstr>
      <vt:lpstr>عرض تقديمي في PowerPoint</vt:lpstr>
      <vt:lpstr>  Principles of growth and  development:</vt:lpstr>
      <vt:lpstr>عرض تقديمي في PowerPoint</vt:lpstr>
      <vt:lpstr> </vt:lpstr>
      <vt:lpstr>عرض تقديمي في PowerPoint</vt:lpstr>
      <vt:lpstr>عرض تقديمي في PowerPoint</vt:lpstr>
      <vt:lpstr>عرض تقديمي في PowerPoint</vt:lpstr>
      <vt:lpstr>عرض تقديمي في PowerPoint</vt:lpstr>
      <vt:lpstr>Stages of Growth and Development</vt:lpstr>
      <vt:lpstr>عرض تقديمي في PowerPoint</vt:lpstr>
      <vt:lpstr>عرض تقديمي في PowerPoint</vt:lpstr>
      <vt:lpstr>عرض تقديمي في PowerPoint</vt:lpstr>
      <vt:lpstr>عرض تقديمي في PowerPoint</vt:lpstr>
      <vt:lpstr>Embryo </vt:lpstr>
      <vt:lpstr>Fetus (12 weeks)</vt:lpstr>
      <vt:lpstr>Newborn infant</vt:lpstr>
      <vt:lpstr>Infant</vt:lpstr>
      <vt:lpstr>Toddler </vt:lpstr>
      <vt:lpstr>Preschool</vt:lpstr>
      <vt:lpstr>School child </vt:lpstr>
      <vt:lpstr>Preadolescent (Prepubertal)</vt:lpstr>
      <vt:lpstr>Adolescent </vt:lpstr>
      <vt:lpstr>Young adult </vt:lpstr>
      <vt:lpstr>Mature (Older adult) </vt:lpstr>
      <vt:lpstr>Old aged </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green lanter</cp:lastModifiedBy>
  <cp:revision>80</cp:revision>
  <dcterms:created xsi:type="dcterms:W3CDTF">2007-08-21T14:26:33Z</dcterms:created>
  <dcterms:modified xsi:type="dcterms:W3CDTF">2026-10-21T19:48:43Z</dcterms:modified>
</cp:coreProperties>
</file>